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saun" id="{6fc481f0-b05a-5677-be1e-60426ed65bc5}">
          <p14:sldIdLst>
            <p14:sldId id="256"/>
            <p14:sldId id="257"/>
            <p14:sldId id="258"/>
            <p14:sldId id="259"/>
          </p14:sldIdLst>
        </p14:section>
        <p14:section name="Saida mak Python" id="{f52e3740-2865-605e-4e09-27d0ffc36e66}">
          <p14:sldIdLst>
            <p14:sldId id="260"/>
            <p14:sldId id="261"/>
            <p14:sldId id="262"/>
            <p14:sldId id="263"/>
            <p14:sldId id="264"/>
          </p14:sldIdLst>
        </p14:section>
        <p14:section name="Istória Python" id="{f1576378-9f93-24f3-d9d2-5ded00981394}">
          <p14:sldIdLst>
            <p14:sldId id="265"/>
            <p14:sldId id="266"/>
            <p14:sldId id="267"/>
            <p14:sldId id="268"/>
            <p14:sldId id="269"/>
            <p14:sldId id="270"/>
          </p14:sldIdLst>
        </p14:section>
        <p14:section name="Tanba sá Python" id="{1e662323-a5ed-ecba-2bc0-294a92c07bd4}">
          <p14:sldIdLst>
            <p14:sldId id="271"/>
            <p14:sldId id="272"/>
            <p14:sldId id="273"/>
            <p14:sldId id="274"/>
          </p14:sldIdLst>
        </p14:section>
        <p14:section name="Python iha RbR" id="{686f8348-5feb-fdc3-c09d-dc0ab434d0fe}">
          <p14:sldIdLst>
            <p14:sldId id="275"/>
            <p14:sldId id="276"/>
            <p14:sldId id="277"/>
            <p14:sldId id="278"/>
          </p14:sldIdLst>
        </p14:section>
        <p14:section name="Kódigu no Live" id="{c3314644-c13e-bf46-15b9-8617c90c9bb0}">
          <p14:sldIdLst>
            <p14:sldId id="279"/>
            <p14:sldId id="280"/>
            <p14:sldId id="281"/>
            <p14:sldId id="282"/>
            <p14:sldId id="283"/>
          </p14:sldIdLst>
        </p14:section>
        <p14:section name="Futuru" id="{5c38bcd2-dc2d-d08d-b745-715a13360c21}">
          <p14:sldIdLst>
            <p14:sldId id="284"/>
            <p14:sldId id="285"/>
            <p14:sldId id="286"/>
          </p14:sldIdLst>
        </p14:section>
        <p14:section name="Perguntas" id="{a363fa8d-fa90-16aa-2e30-8a75d8ab8bdd}">
          <p14:sldIdLst>
            <p14:sldId id="287"/>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2 min] Bondia hotu. Ohin ita ko'alia kona-ba Python, lian programasaun ne'ebé harii SIBAR-RbR. Ohin la iha prátika hakerek kódigu no la presiza komputadór. Ita rona, haree no komprende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 – 4 min] Haree ba kotuk: uluk ita hakerek surat ho liman. Depois komputadór ho Word no Excel. Depois internet no email. Agora ema hotu iha telefone smart ho app, GPS no foto. No ohin: AI, komputadór ne'ebé bele ko'alia no hakerek. Mundu muda lalais tebes. Organizasaun ne'ebé la adapta sei hela iha kotuk. Rede ba Rai hili atu la'o ho tempu: harii ita-nia sistema rasik, SIBAR-RbR, no jere rasik. Husu: iha imi-nia servisu, saida mak muda ona iha tinan 5 ikus?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[10:06 – 2 min] Ida-ne'e mensajen prinsipál ohin: tanba sá Rede ba Rai hili Python ba sesaun ida-ne'e? Tanba SIBAR-RbR, sistema ne'ebé ita uza loron-loron atu rejista kazu eviksaun no konflitu rai, harii ho Python. Se ita hatene Python, ita komprende ita-nia sistema rasik, ita ko'alia ho klaru ho ekipa IT, no ita prepara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[10:08 – 2 min] Esplika agenda. Antes deskansa: saida mak Python no istória. Depois deskansa: tanba sá Python, oinsá Rede ba Rai uza Python, haree kódigu no Live Dashboard, futuru, no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 4 min] Python mak lian programasaun. Simples: lian ne'ebé ema uza atu fó ordem ba komputadór. Komputadór la komprende Tetun ka Inglés, maibé nia komprende Python. Ezemplu: ita hakarak hatene kazu eviksaun hira iha Ermera. Ita hakerek ordem ho Python, komputadór buka iha dadus no konta, no rezultadu mosu iha segundu ida. Númeru iha slide ne'e ezemplu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 – 4 min] Karakterístika boot Python: regra simples liu. Haree karuk: lian seluk (Java) presiza liña 5 ho tanda kurung barak atu hakerek mensajen ida. Haree kuana: Python presiza liña 1 de'it. Rezultadu hanesan. Tanba ne'e eskola no universidade iha mundu tomak hanorin Python dahuluk.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[10:18 – 3 min] Ezemplu dahuluk hanesan iha W3Schools: print("Olá Mundu"). Signifika: haruka komputadór hakerek "Olá Mundu". Remata! Ezemplu daruak: komputadór soma uma-kain afetadu husi aldeia rua: 12 + 8 = 20. Ezemplu datoluk: se eviksaun akontese ona, komputadór hatudu "Kazu urjente!". Lójika ida-ne'e mak SIBAR-RbR uza duni bainhira kazu urjente 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 – 4 min] Python ba saida? Haat: (1) Website: Instagram, YouTube no ita-nia SIBAR-RbR. (2) Aplikasaun: software no servidór ne'ebé simu dadus husi app HP, hanesan app offline SIBAR-RbR. (3) AI: ChatGPT, Claude no Gemini harii no treinu ho Python. (4) Prosesa dadus: konta kazu eviksaun, halo gráfiku, relatóriu no mapa.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 – 4 min] Ida-ne'e Guido van Rossum, ema ne'ebé kria Python. Iha Dezembru 1989, nia servisu iha sentru peskiza CWI iha Amsterdam, Olanda. Iha feriadu Natál, nia hahú projetu ki'ik ida: lian programasaun foun. Nia hetan inspirasaun husi lian ABC, maibé hakarak lian ne'ebé simples liu. Naran Python la'ós husi samea, maibé husi programa komédia BBC 'Monty Python's Flying Circus' ne'ebé Guido gosta. (Foto: profíl GitHub públiku Guido van Rossum.)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[10:29 – 5 min] Lee liña tempu husi karuk ba kuana. 1991: Guido fahe Python ba públiku dahuluk (versaun 0.9.0). 1994: Python 1.0. 2000: Python 2.0. 2001: harii Python Software Foundation, organizasaun la ho lukru ne'ebé kuida Python. 2008: Python 3.0: lian di'ak liu, maibé kódigu Python 2 tenke hadi'a. 2020: Python 2 remata ofisialmente. 2021: Python sai lian programasaun populár liu iha mundu tuir índise TIOBE. Ohin, kada tinan iha Outubru versaun foun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 – 4 min] Python iha versaun boot tolu. Python 1 hanesan baze. Python 2 halo Python populár iha web no sistema. Python 3, husi 2008, hadi'a sala sira uluk; ida-ne'e mak Python ne'ebé ita uza ohin, no SIBAR-RbR mós uza Python 3. Mudansa husi 2 ba 3 naruk tebes, tinan 12. Lisaun ba ita: sistema di'ak presiza planu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 – 7 min] Python la'ós kompañia nian. Python Software Foundation (2001) kuida Python no fó gratuitu. Guido mak lider ba tinan barak (BDFL: 'Benevolent Dictator For Life'), maibé iha 2018 nia rezigna; husi 2019 Konsellu Steering ema na'in 5, eleitu husi komunidade, mak foti desizaun.
Filozofia Python hakerek husi Tim Peters iha 1999, naran 'The Zen of Python' (PEP 20). Lee iha Inglés, depois tradús ba partisipante:
• Beautiful is better than ugly. = Bonitu di'ak liu fali aat.
• Simple is better than complex. = Simples di'ak liu fali komplikadu.
• Readability counts. = Fásil atu lee importante.
• Errors should never pass silently. = Sala labele liu nonok de'it.
• Now is better than never. = Agora di'ak liu fali nunka.
Prinsípiu hirak ne'e mós di'ak ba servisu Rede ba Rai: simples, klaru, no hatene sala lalais.
[Foto Tim Peters: troka fatin foto ho klik-loos → Change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 – 10 min] Deskansa. Hahú fali 10:55.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 – 5 min] Tanba sá Python, la'ós lian seluk? (1) Fásil aprende: regra simples. (2) Gratuitu: la presiza selu lisensa; ida-ne'e importante ba organizasaun hanesan Rede ba Rai. (3) Komunidade boot: se ita iha problema, ema seluk iha ona resposta online. (4) Biblioteka barak: la presiza hahú husi zero; SIBAR-RbR uza Django ba web no biblioteka ba PDF, mapa no Excel. (5) La'o iha komputadór hotu. (6) Lian prinsipál ba AI no dadus; servisu barak iha mundu buka ema ne'ebé hatene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5 min] Aplikasaun ne'ebé imi uza iha telefone loron-loron uza Python. Instagram no Pinterest harii ho Django, framework hanesan ho SIBAR-RbR. YouTube, Netflix, Spotify, Dropbox, Google, Reddit no Uber uza Python ba sistema, análize dadus no rekomendasaun. NASA uza ba siénsia, Blender ba animasaun 3D. Iha AI: ChatGPT, Claude no Gemini harii no treinu ho Python, uza biblioteka hanesan PyTorch no TensorFlow. No iha lista ne'e mós: SIBAR-RbR, Rede ba Rai nian! Ita uza teknolojia hanesan ho kompañia boot iha mundu.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 – 5 min] Pergunta importante: ita ne'ebé la'ós ema IT bele aprende Python? Sin! La presiza matenek matemátika. Presiza de'it hakarak aprende no minutu 15 loron-loron. Dalan: semana 1–2 W3Schools (gratuitu); semana 3–4 Google Colab ho Excel kazu; fulan 2 gráfiku; fulan 3 automatiza relatóriu. Ezemplu skill foun: kombina Excel husi munisípiu barak, buka kazu duplikadu, halo gráfiku kazu eviksaun, kalkula uma-kain afetadu ba relatóriu doadór. No ohin ita bele uza AI atu ajuda hakerek kódigu. Skill ida-ne'e mós valór ba imi-nia karreira.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 – 4 min] Agora ita haree Rede ba Rai. SIBAR-RbR harii iha kamada tolu: Python mak lian; Django mak framework web ho Python; SIBAR-RbR mak ita-nia sistema. Númeru loos: liña kódigu Python resin 14.000, módulu 10, teste automátiku 223 ne'ebé verifika sistema la'o loos molok kada atualizasaun, no lian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[11:14 – 5 min] Istória jestaun dadus iha Rede ba Rai. Uluk, kazu eviksaun rejista iha surat no papél: fásil lakon no susar atu buka. Depois Word: relatóriu kazu iha dokumentu, maibé dokumentu barak la hamutuk. Depois Excel: tabela, bele konta no filtra, maibé versaun barak no servisu manuál. Depois Airtable: baze sentrál online 'Kazu Hotu', maibé presiza selu no dadus iha sistema estranjeiru. Agora SIBAR-RbR: sistema rasik, online no offline, mapa no live dashboard, no Rede ba Rai mak na'in ba dadus. [Husu ba staf antigu: imi hanoin tempu surat no Excel? Saida mak susar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 – 3 min] Tabela ne'e hatudu diferensa. Buka kazu: uluk oras, agora segundu. Relatóriu: uluk manuál, agora automátiku. Terrenu la ho sinál: SIBAR-RbR iha app offline. Mapa no GPS: kazu hotu iha mapa. Seguransa: asesu tuir papél, PIN no log. No importante liu: Rede ba Rai mak na'in ba dadus.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 – 3 min] Ida-ne'e kódigu loos husi SIBAR-RbR, simplifika uitoan. La presiza komprende kada liña. Haree de'it: 'kazu.count()' signifika konta kazu. 'filter(urjente=True)' signifika hili de'it kazu urjente. Rezultadu mak kartaun númeru iha Live Dashboard kuana. Python kalkula fali automátiku, no kada minutu númeru konta fali husi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 – 3 min] Kódigu ne'e grupu kazu tuir munisípiu ('kada munisípiu kazu hira?') no foti GPS husi kazu ida-idak. Rezultadu: mapa Timor-Leste ho kór tuir númeru kazu, no pontu kazu. Pontu mean mak kazu urjente.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[11:29 – 3 min] 'TruncMonth' signifika koko data ba fulan de'it, atu konta kazu kada fulan. Rezultadu: gráfiku tendénsia. Ho ida-ne'e lideransa bele haree: kazu sa'e ka tun? Fulan ida-ne'ebé kazu barak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[11:32 – 3 min] Ida-ne'e liga ba advokasia. Python hili kazu ne'ebé eviksaun akontese ona, depois konta resposta pergunta tolu: konsultasaun, notifikasaun no forsa. Kór mean hatudu resposta aat. Dadus ne'e mak evidénsia ba advokasia ho governu: 'husi kazu eviksaun X, Y la iha konsultasaun'.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 3 min] Ohin ita moris iha era teknolojia modernu. Ita iha dalan rua: uza de'it sistema kompañia estranjeiru (selu, dadus iha sira-nia liman, la bele muda tuir ita-nia hakarak), ka harii no jere ita-nia rasik. Rede ba Rai hili dalan daruak. Harii rasik: tuir ita-nia nesesidade. Jere rasik: dadus komunidade afetadu ne'ebé sensível iha ita-nia liman. Hadi'a tuir hakarak: aumenta funsaun foun bainhira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 – 5 min] Target ba futuru. Foun no importante (kartaun azul): (1) Servidór rasik Rede ba Rai: sistema no dadus iha fatin ne'ebé RbR kontrola rasik. (2) Ajente AI ne'ebé hakerek relatóriu fulan no tinan automátiku husi dadus SIBAR-RbR. (3) AI ne'ebé responde automátiku pergunta komunidade kona-ba direitu rai no prosesu kazu; kazu sensível sei ba staf. (4) Lideransa bele husu ba AI kona-ba dadus no hetan resposta lalais. Target seluk: investigadór hotu ho app offline, portal públiku ba advokasia, staf hatene Python, no dadus kompletu ho backup. Importante: AI ajuda, maibé ema mak verifika no foti desizaun; dadus komunidade la sai husi ita-nia servidór. Husu: target ida-ne'ebé importante liu ba 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1 min] Fahe partisipante ba grupu 5 (kontagem 1–5 ka tuir mesa). Kada grupu hili porta-voz. Grupu ida-idak simu kartaun pergunta (imprime husi Kartaun_Grupu PDF). Diskute minutu 5, depois kada grupu aprezenta minutu 1. Hatete: la iha resposta sala, ita hakarak rona imi-nia hanoin.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[11:44 – 5 min] Husik slide ne'e iha ekran durante diskusaun. La'o haleu grupu, ajuda grupu ne'ebé nonok: 'Hanoin kona-ba imi-nia servisu loron-loron.' Hatete bainhira minutu 1 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 – 1 min] Porta-voz Grupu 1 aprezenta. Hafoin, agradese no aumenta ideia ida se presiza.
Resposta ezemplu: (1) 'Python mak lian atu fó ordem ba komputadór, hanesan ita fó instrusaun ba ema.' (2) Se eviksaun akontese ona (Sin), komputadór hatudu 'Kazu urjente!'. Se Lae, la hatudu buat ida. (3) Ezemplu: konta kazu kada fulan ba relatóriu, kombina Excel husi munisípiu, buka kazu duplikadu, kalkula uma-kain afetadu.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 min] Porta-voz Grupu 2 aprezenta. Hafoin, agradese no aumenta ideia ida se presiza.
Resposta ezemplu: (1) Husi programa komédia BBC 'Monty Python's Flying Circus', la'ós husi samea. (2) Buat boot bele hahú ki'ik; ideia ida + persisténsia; ema ida bele muda mundu. (3) La selu lisensa (osan ba programa), la depende ba kompañia ida, ema barak bele ajuda, seguru tanba komunidade haree no hadi'a.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 – 1 min] Porta-voz Grupu 3 aprezenta. Hafoin, agradese no aumenta ideia ida se presiza.
Resposta ezemplu: (1) Dokumentu lakon, versaun Excel barak, susar buka kazu, relatóriu manuál naruk. (2) Di'ak: buka lalais, mapa, app offline, relatóriu automátiku. Susar: aprende sistema foun, sinál internet. (3) Númeru sala (kazu barak liu loloos), governu ka doadór la fiar dadus, rekursu sala fatin. Tan ne'e SIBAR-RbR agora iha ID HP automátiku no avizu 'posivel duplikadu'.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 – 1 min] Porta-voz Grupu 4 aprezenta. Hafoin, agradese no aumenta ideia ida se presiza.
Resposta ezemplu: (1) Kazu eviksaun la iha konsultasaun molok; uma-kain afetadu; kazu urjente: hatudu impaktu loos. (2) Ezemplu: 'Munisípiu ida-ne'ebé kazu eviksaun sa'e liu iha tinan ida-ne'e?', 'Kazu hira mak entidade governu foti rai?'. (3) Evidénsia ba diálogu ho governu, relatóriu ba parlamentu no doadór, prioridade apoiu legál ba kazu urjente.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 – 1 min] Porta-voz Grupu 5 aprezenta. Hafoin, agradese no aumenta ideia ida se presiza.
Resposta ezemplu: (1) Hakerek relatóriu fulan, tradús dokumentu, responde pergunta komunidade kona-ba direitu rai, buka kazu hanesan. (2) Ko'alia ho komunidade, komprende kultura no konflitu, foti desizaun, verifika loos ka lae, akompaña iha terrenu. (3) Dadus iha servidór rasik RbR; la fahe naran ema la ho konsentimentu; ema sempre verifika rezultadu AI; asesu tuir papél.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3 min] Hatudu perguntas no resposta ne'ebé ema husu beibeik. Se partisipante nonok, uza slide ne'e atu hahú diskusaun: 'Ida-ne'ebé mak imi mós hakarak husu?' Depois loke ba perguntas livre.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[11:58 – 2 min] Perguntas ikus to'o 12:00. Iha rohan: fahe modulu Word/PDF ba partisipante ne'ebé hakarak aprende tan. Obrigadu.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KSAU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rtlCol="0"/>
          <a:lstStyle>
            <a:lvl1pPr indent="0" marL="0">
              <a:buNone/>
              <a:defRPr lang="en-US" sz="2000" dirty="0">
                <a:solidFill>
                  <a:schemeClr val="bg1"/>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5E6B66"/>
                </a:solidFill>
              </a:rPr>
              <a:t>Python no SIBAR-RbR · Rede ba Rai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image" Target="../media/image-18-18.png"/><Relationship Id="rId19" Type="http://schemas.openxmlformats.org/officeDocument/2006/relationships/slideLayout" Target="../slideLayouts/slideLayout4.xml"/><Relationship Id="rId2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4.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4.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4.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sirkulu"/>
          <p:cNvSpPr/>
          <p:nvPr/>
        </p:nvSpPr>
        <p:spPr>
          <a:xfrm>
            <a:off x="548640" y="548640"/>
            <a:ext cx="1280160" cy="1280160"/>
          </a:xfrm>
          <a:prstGeom prst="ellipse">
            <a:avLst/>
          </a:prstGeom>
          <a:solidFill>
            <a:schemeClr val="bg1"/>
          </a:solidFill>
          <a:ln w="12700">
            <a:solidFill>
              <a:schemeClr val="bg1"/>
            </a:solidFill>
            <a:prstDash val="solid"/>
          </a:ln>
        </p:spPr>
      </p:sp>
      <p:pic>
        <p:nvPicPr>
          <p:cNvPr id="3" name="logo" descr="/home/user/SMKRE/main/static/main/images/logo.png">    </p:cNvPr>
          <p:cNvPicPr>
            <a:picLocks noChangeAspect="1"/>
          </p:cNvPicPr>
          <p:nvPr/>
        </p:nvPicPr>
        <p:blipFill>
          <a:blip r:embed="rId1"/>
          <a:stretch>
            <a:fillRect/>
          </a:stretch>
        </p:blipFill>
        <p:spPr>
          <a:xfrm>
            <a:off x="731520" y="731520"/>
            <a:ext cx="914400" cy="914400"/>
          </a:xfrm>
          <a:prstGeom prst="rect">
            <a:avLst/>
          </a:prstGeom>
        </p:spPr>
      </p:pic>
      <p:sp>
        <p:nvSpPr>
          <p:cNvPr id="4"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Python</a:t>
            </a:r>
            <a:endParaRPr lang="en-US" sz="5000" dirty="0"/>
          </a:p>
        </p:txBody>
      </p:sp>
      <p:sp>
        <p:nvSpPr>
          <p:cNvPr id="5"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Lian ne'ebé harii SIBAR-RbR</a:t>
            </a:r>
            <a:endParaRPr lang="en-US" sz="2000" dirty="0"/>
          </a:p>
          <a:p>
            <a:pPr indent="0" marL="0">
              <a:buNone/>
            </a:pPr>
            <a:r>
              <a:rPr lang="en-US" sz="2000" b="1" dirty="0">
                <a:solidFill>
                  <a:schemeClr val="accent2"/>
                </a:solidFill>
              </a:rPr>
              <a:t>Sesaun koñesimentu ba staf Rede ba Rai · 10:00 – 12:00</a:t>
            </a:r>
            <a:endParaRPr lang="en-US" sz="2000" dirty="0"/>
          </a:p>
        </p:txBody>
      </p:sp>
      <p:sp>
        <p:nvSpPr>
          <p:cNvPr id="6" name="kapa-py-sirkulu"/>
          <p:cNvSpPr/>
          <p:nvPr/>
        </p:nvSpPr>
        <p:spPr>
          <a:xfrm>
            <a:off x="8778240" y="1371600"/>
            <a:ext cx="2377440" cy="2377440"/>
          </a:xfrm>
          <a:prstGeom prst="ellipse">
            <a:avLst/>
          </a:prstGeom>
          <a:solidFill>
            <a:schemeClr val="accent6"/>
          </a:solidFill>
          <a:ln w="12700">
            <a:solidFill>
              <a:schemeClr val="accent6"/>
            </a:solidFill>
            <a:prstDash val="solid"/>
          </a:ln>
        </p:spPr>
      </p:sp>
      <p:pic>
        <p:nvPicPr>
          <p:cNvPr id="7" name="kapa-py-ikone" descr="preencoded.png">    </p:cNvPr>
          <p:cNvPicPr>
            <a:picLocks noChangeAspect="1"/>
          </p:cNvPicPr>
          <p:nvPr/>
        </p:nvPicPr>
        <p:blipFill>
          <a:blip r:embed="rId2"/>
          <a:stretch>
            <a:fillRect/>
          </a:stretch>
        </p:blipFill>
        <p:spPr>
          <a:xfrm>
            <a:off x="9348826" y="1942186"/>
            <a:ext cx="1236269" cy="1236269"/>
          </a:xfrm>
          <a:prstGeom prst="rect">
            <a:avLst/>
          </a:prstGeom>
        </p:spPr>
      </p:pic>
      <p:sp>
        <p:nvSpPr>
          <p:cNvPr id="8" name="Text 4"/>
          <p:cNvSpPr txBox="1"/>
          <p:nvPr/>
        </p:nvSpPr>
        <p:spPr>
          <a:xfrm>
            <a:off x="8138160" y="4114800"/>
            <a:ext cx="3657600" cy="914400"/>
          </a:xfrm>
          <a:prstGeom prst="rect">
            <a:avLst/>
          </a:prstGeom>
          <a:noFill/>
          <a:ln/>
        </p:spPr>
        <p:txBody>
          <a:bodyPr wrap="square" lIns="0" tIns="0" rIns="0" bIns="0" rtlCol="0" anchor="t"/>
          <a:lstStyle/>
          <a:p>
            <a:pPr algn="ctr" indent="0" marL="0">
              <a:buNone/>
            </a:pPr>
            <a:r>
              <a:rPr lang="en-US" sz="1800" b="1" dirty="0">
                <a:solidFill>
                  <a:schemeClr val="bg1"/>
                </a:solidFill>
              </a:rPr>
              <a:t>Ohin la iha prátika kódigu.</a:t>
            </a:r>
            <a:endParaRPr lang="en-US" sz="1800" dirty="0"/>
          </a:p>
          <a:p>
            <a:pPr algn="ctr" indent="0" marL="0">
              <a:buNone/>
            </a:pPr>
            <a:r>
              <a:rPr lang="en-US" sz="1800" b="1" dirty="0">
                <a:solidFill>
                  <a:schemeClr val="bg1"/>
                </a:solidFill>
              </a:rPr>
              <a:t>Rona, haree, komprende.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Mundu muda lalais: ita tenke adapta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10:02</a:t>
            </a:r>
            <a:endParaRPr lang="en-US" sz="1200" dirty="0"/>
          </a:p>
        </p:txBody>
      </p:sp>
      <p:sp>
        <p:nvSpPr>
          <p:cNvPr id="5" name="era-l"/>
          <p:cNvSpPr/>
          <p:nvPr/>
        </p:nvSpPr>
        <p:spPr>
          <a:xfrm>
            <a:off x="1658082" y="2148840"/>
            <a:ext cx="8875532" cy="0"/>
          </a:xfrm>
          <a:prstGeom prst="line">
            <a:avLst/>
          </a:prstGeom>
          <a:noFill/>
          <a:ln w="38100">
            <a:solidFill>
              <a:schemeClr val="accent1"/>
            </a:solidFill>
            <a:prstDash val="solid"/>
            <a:tailEnd type="triangle"/>
          </a:ln>
        </p:spPr>
      </p:sp>
      <p:sp>
        <p:nvSpPr>
          <p:cNvPr id="6" name="era-0-sirkulu"/>
          <p:cNvSpPr/>
          <p:nvPr/>
        </p:nvSpPr>
        <p:spPr>
          <a:xfrm>
            <a:off x="1063722" y="1554480"/>
            <a:ext cx="1188720" cy="1188720"/>
          </a:xfrm>
          <a:prstGeom prst="ellipse">
            <a:avLst/>
          </a:prstGeom>
          <a:solidFill>
            <a:srgbClr val="A3ADB0"/>
          </a:solidFill>
          <a:ln w="12700">
            <a:solidFill>
              <a:srgbClr val="A3ADB0"/>
            </a:solidFill>
            <a:prstDash val="solid"/>
          </a:ln>
        </p:spPr>
      </p:sp>
      <p:pic>
        <p:nvPicPr>
          <p:cNvPr id="7" name="era-0-ikone" descr="preencoded.png">    </p:cNvPr>
          <p:cNvPicPr>
            <a:picLocks noChangeAspect="1"/>
          </p:cNvPicPr>
          <p:nvPr/>
        </p:nvPicPr>
        <p:blipFill>
          <a:blip r:embed="rId1"/>
          <a:stretch>
            <a:fillRect/>
          </a:stretch>
        </p:blipFill>
        <p:spPr>
          <a:xfrm>
            <a:off x="1349014" y="1839773"/>
            <a:ext cx="618134" cy="618134"/>
          </a:xfrm>
          <a:prstGeom prst="rect">
            <a:avLst/>
          </a:prstGeom>
        </p:spPr>
      </p:pic>
      <p:sp>
        <p:nvSpPr>
          <p:cNvPr id="8" name="Text 5"/>
          <p:cNvSpPr txBox="1"/>
          <p:nvPr/>
        </p:nvSpPr>
        <p:spPr>
          <a:xfrm>
            <a:off x="548640"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Surat no papél</a:t>
            </a:r>
            <a:endParaRPr lang="en-US" sz="1900" dirty="0"/>
          </a:p>
        </p:txBody>
      </p:sp>
      <p:sp>
        <p:nvSpPr>
          <p:cNvPr id="9" name="Text 6"/>
          <p:cNvSpPr txBox="1"/>
          <p:nvPr/>
        </p:nvSpPr>
        <p:spPr>
          <a:xfrm>
            <a:off x="640080"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Hakerek ho liman</a:t>
            </a:r>
            <a:endParaRPr lang="en-US" sz="1400" dirty="0"/>
          </a:p>
        </p:txBody>
      </p:sp>
      <p:sp>
        <p:nvSpPr>
          <p:cNvPr id="10" name="era-1-sirkulu"/>
          <p:cNvSpPr/>
          <p:nvPr/>
        </p:nvSpPr>
        <p:spPr>
          <a:xfrm>
            <a:off x="3282605" y="1554480"/>
            <a:ext cx="1188720" cy="1188720"/>
          </a:xfrm>
          <a:prstGeom prst="ellipse">
            <a:avLst/>
          </a:prstGeom>
          <a:solidFill>
            <a:schemeClr val="accent5"/>
          </a:solidFill>
          <a:ln w="12700">
            <a:solidFill>
              <a:schemeClr val="accent5"/>
            </a:solidFill>
            <a:prstDash val="solid"/>
          </a:ln>
        </p:spPr>
      </p:sp>
      <p:pic>
        <p:nvPicPr>
          <p:cNvPr id="11" name="era-1-ikone" descr="preencoded.png">    </p:cNvPr>
          <p:cNvPicPr>
            <a:picLocks noChangeAspect="1"/>
          </p:cNvPicPr>
          <p:nvPr/>
        </p:nvPicPr>
        <p:blipFill>
          <a:blip r:embed="rId2"/>
          <a:stretch>
            <a:fillRect/>
          </a:stretch>
        </p:blipFill>
        <p:spPr>
          <a:xfrm>
            <a:off x="3567897" y="1839773"/>
            <a:ext cx="618134" cy="618134"/>
          </a:xfrm>
          <a:prstGeom prst="rect">
            <a:avLst/>
          </a:prstGeom>
        </p:spPr>
      </p:pic>
      <p:sp>
        <p:nvSpPr>
          <p:cNvPr id="12" name="Text 8"/>
          <p:cNvSpPr txBox="1"/>
          <p:nvPr/>
        </p:nvSpPr>
        <p:spPr>
          <a:xfrm>
            <a:off x="2767523"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Komputadór</a:t>
            </a:r>
            <a:endParaRPr lang="en-US" sz="1900" dirty="0"/>
          </a:p>
        </p:txBody>
      </p:sp>
      <p:sp>
        <p:nvSpPr>
          <p:cNvPr id="13" name="Text 9"/>
          <p:cNvSpPr txBox="1"/>
          <p:nvPr/>
        </p:nvSpPr>
        <p:spPr>
          <a:xfrm>
            <a:off x="2858963"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Word, Excel</a:t>
            </a:r>
            <a:endParaRPr lang="en-US" sz="1400" dirty="0"/>
          </a:p>
        </p:txBody>
      </p:sp>
      <p:sp>
        <p:nvSpPr>
          <p:cNvPr id="14" name="era-2-sirkulu"/>
          <p:cNvSpPr/>
          <p:nvPr/>
        </p:nvSpPr>
        <p:spPr>
          <a:xfrm>
            <a:off x="5501488" y="1554480"/>
            <a:ext cx="1188720" cy="1188720"/>
          </a:xfrm>
          <a:prstGeom prst="ellipse">
            <a:avLst/>
          </a:prstGeom>
          <a:solidFill>
            <a:schemeClr val="accent1"/>
          </a:solidFill>
          <a:ln w="12700">
            <a:solidFill>
              <a:schemeClr val="accent1"/>
            </a:solidFill>
            <a:prstDash val="solid"/>
          </a:ln>
        </p:spPr>
      </p:sp>
      <p:pic>
        <p:nvPicPr>
          <p:cNvPr id="15" name="era-2-ikone" descr="preencoded.png">    </p:cNvPr>
          <p:cNvPicPr>
            <a:picLocks noChangeAspect="1"/>
          </p:cNvPicPr>
          <p:nvPr/>
        </p:nvPicPr>
        <p:blipFill>
          <a:blip r:embed="rId3"/>
          <a:stretch>
            <a:fillRect/>
          </a:stretch>
        </p:blipFill>
        <p:spPr>
          <a:xfrm>
            <a:off x="5786780" y="1839773"/>
            <a:ext cx="618134" cy="618134"/>
          </a:xfrm>
          <a:prstGeom prst="rect">
            <a:avLst/>
          </a:prstGeom>
        </p:spPr>
      </p:pic>
      <p:sp>
        <p:nvSpPr>
          <p:cNvPr id="16" name="Text 11"/>
          <p:cNvSpPr txBox="1"/>
          <p:nvPr/>
        </p:nvSpPr>
        <p:spPr>
          <a:xfrm>
            <a:off x="4986406"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Internet</a:t>
            </a:r>
            <a:endParaRPr lang="en-US" sz="1900" dirty="0"/>
          </a:p>
        </p:txBody>
      </p:sp>
      <p:sp>
        <p:nvSpPr>
          <p:cNvPr id="17" name="Text 12"/>
          <p:cNvSpPr txBox="1"/>
          <p:nvPr/>
        </p:nvSpPr>
        <p:spPr>
          <a:xfrm>
            <a:off x="5077846"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Email, website</a:t>
            </a:r>
            <a:endParaRPr lang="en-US" sz="1400" dirty="0"/>
          </a:p>
        </p:txBody>
      </p:sp>
      <p:sp>
        <p:nvSpPr>
          <p:cNvPr id="18" name="era-3-sirkulu"/>
          <p:cNvSpPr/>
          <p:nvPr/>
        </p:nvSpPr>
        <p:spPr>
          <a:xfrm>
            <a:off x="7720371" y="1554480"/>
            <a:ext cx="1188720" cy="1188720"/>
          </a:xfrm>
          <a:prstGeom prst="ellipse">
            <a:avLst/>
          </a:prstGeom>
          <a:solidFill>
            <a:schemeClr val="accent3"/>
          </a:solidFill>
          <a:ln w="12700">
            <a:solidFill>
              <a:schemeClr val="accent3"/>
            </a:solidFill>
            <a:prstDash val="solid"/>
          </a:ln>
        </p:spPr>
      </p:sp>
      <p:pic>
        <p:nvPicPr>
          <p:cNvPr id="19" name="era-3-ikone" descr="preencoded.png">    </p:cNvPr>
          <p:cNvPicPr>
            <a:picLocks noChangeAspect="1"/>
          </p:cNvPicPr>
          <p:nvPr/>
        </p:nvPicPr>
        <p:blipFill>
          <a:blip r:embed="rId4"/>
          <a:stretch>
            <a:fillRect/>
          </a:stretch>
        </p:blipFill>
        <p:spPr>
          <a:xfrm>
            <a:off x="8005663" y="1839773"/>
            <a:ext cx="618134" cy="618134"/>
          </a:xfrm>
          <a:prstGeom prst="rect">
            <a:avLst/>
          </a:prstGeom>
        </p:spPr>
      </p:pic>
      <p:sp>
        <p:nvSpPr>
          <p:cNvPr id="20" name="Text 14"/>
          <p:cNvSpPr txBox="1"/>
          <p:nvPr/>
        </p:nvSpPr>
        <p:spPr>
          <a:xfrm>
            <a:off x="7205289"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Telefone smart</a:t>
            </a:r>
            <a:endParaRPr lang="en-US" sz="1900" dirty="0"/>
          </a:p>
        </p:txBody>
      </p:sp>
      <p:sp>
        <p:nvSpPr>
          <p:cNvPr id="21" name="Text 15"/>
          <p:cNvSpPr txBox="1"/>
          <p:nvPr/>
        </p:nvSpPr>
        <p:spPr>
          <a:xfrm>
            <a:off x="7296729"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App, GPS, foto</a:t>
            </a:r>
            <a:endParaRPr lang="en-US" sz="1400" dirty="0"/>
          </a:p>
        </p:txBody>
      </p:sp>
      <p:sp>
        <p:nvSpPr>
          <p:cNvPr id="22" name="era-4-sirkulu"/>
          <p:cNvSpPr/>
          <p:nvPr/>
        </p:nvSpPr>
        <p:spPr>
          <a:xfrm>
            <a:off x="9939254" y="1554480"/>
            <a:ext cx="1188720" cy="1188720"/>
          </a:xfrm>
          <a:prstGeom prst="ellipse">
            <a:avLst/>
          </a:prstGeom>
          <a:solidFill>
            <a:schemeClr val="accent4"/>
          </a:solidFill>
          <a:ln w="12700">
            <a:solidFill>
              <a:schemeClr val="accent4"/>
            </a:solidFill>
            <a:prstDash val="solid"/>
          </a:ln>
        </p:spPr>
      </p:sp>
      <p:pic>
        <p:nvPicPr>
          <p:cNvPr id="23" name="era-4-ikone" descr="preencoded.png">    </p:cNvPr>
          <p:cNvPicPr>
            <a:picLocks noChangeAspect="1"/>
          </p:cNvPicPr>
          <p:nvPr/>
        </p:nvPicPr>
        <p:blipFill>
          <a:blip r:embed="rId5"/>
          <a:stretch>
            <a:fillRect/>
          </a:stretch>
        </p:blipFill>
        <p:spPr>
          <a:xfrm>
            <a:off x="10224546" y="1839773"/>
            <a:ext cx="618134" cy="618134"/>
          </a:xfrm>
          <a:prstGeom prst="rect">
            <a:avLst/>
          </a:prstGeom>
        </p:spPr>
      </p:pic>
      <p:sp>
        <p:nvSpPr>
          <p:cNvPr id="24" name="Text 17"/>
          <p:cNvSpPr txBox="1"/>
          <p:nvPr/>
        </p:nvSpPr>
        <p:spPr>
          <a:xfrm>
            <a:off x="9424172"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25" name="Text 18"/>
          <p:cNvSpPr txBox="1"/>
          <p:nvPr/>
        </p:nvSpPr>
        <p:spPr>
          <a:xfrm>
            <a:off x="9515612"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Ohin: komputadór ko'alia no hakerek</a:t>
            </a:r>
            <a:endParaRPr lang="en-US" sz="1400" dirty="0"/>
          </a:p>
        </p:txBody>
      </p:sp>
      <p:sp>
        <p:nvSpPr>
          <p:cNvPr id="26" name="era-msg"/>
          <p:cNvSpPr/>
          <p:nvPr/>
        </p:nvSpPr>
        <p:spPr>
          <a:xfrm>
            <a:off x="548640" y="4343400"/>
            <a:ext cx="11094415" cy="1737360"/>
          </a:xfrm>
          <a:prstGeom prst="roundRect">
            <a:avLst>
              <a:gd name="adj" fmla="val 6316"/>
            </a:avLst>
          </a:prstGeom>
          <a:solidFill>
            <a:schemeClr val="tx2"/>
          </a:solidFill>
          <a:ln w="12700">
            <a:solidFill>
              <a:schemeClr val="tx2"/>
            </a:solidFill>
            <a:prstDash val="solid"/>
          </a:ln>
        </p:spPr>
      </p:sp>
      <p:sp>
        <p:nvSpPr>
          <p:cNvPr id="27" name="Text 20"/>
          <p:cNvSpPr txBox="1"/>
          <p:nvPr/>
        </p:nvSpPr>
        <p:spPr>
          <a:xfrm>
            <a:off x="914400" y="4343400"/>
            <a:ext cx="10362895" cy="1737360"/>
          </a:xfrm>
          <a:prstGeom prst="rect">
            <a:avLst/>
          </a:prstGeom>
          <a:noFill/>
          <a:ln/>
        </p:spPr>
        <p:txBody>
          <a:bodyPr wrap="square" lIns="0" tIns="0" rIns="0" bIns="0" rtlCol="0" anchor="ctr"/>
          <a:lstStyle/>
          <a:p>
            <a:pPr indent="0" marL="0">
              <a:buNone/>
            </a:pPr>
            <a:r>
              <a:rPr lang="en-US" sz="2200" b="1" dirty="0">
                <a:solidFill>
                  <a:schemeClr val="accent2"/>
                </a:solidFill>
              </a:rPr>
              <a:t>Ohin ita moris iha era teknolojia modernu.</a:t>
            </a:r>
            <a:endParaRPr lang="en-US" sz="1500" dirty="0"/>
          </a:p>
          <a:p>
            <a:pPr indent="0" marL="0">
              <a:buNone/>
            </a:pPr>
            <a:r>
              <a:rPr lang="en-US" sz="1700" dirty="0">
                <a:solidFill>
                  <a:schemeClr val="bg1"/>
                </a:solidFill>
              </a:rPr>
              <a:t>Organizasaun ne'ebé la adapta sei hela iha kotuk. Rede ba Rai la hein: ita harii ita-nia sistema rasik, ita jere rasik, tuir ita-nia hakarak.</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ohin ita aprende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10:06</a:t>
            </a:r>
            <a:endParaRPr lang="en-US" sz="1200" dirty="0"/>
          </a:p>
        </p:txBody>
      </p:sp>
      <p:sp>
        <p:nvSpPr>
          <p:cNvPr id="5" name="ts-py-sirkulu"/>
          <p:cNvSpPr/>
          <p:nvPr/>
        </p:nvSpPr>
        <p:spPr>
          <a:xfrm>
            <a:off x="914400" y="1600200"/>
            <a:ext cx="1737360" cy="1737360"/>
          </a:xfrm>
          <a:prstGeom prst="ellipse">
            <a:avLst/>
          </a:prstGeom>
          <a:solidFill>
            <a:schemeClr val="accent6"/>
          </a:solidFill>
          <a:ln w="12700">
            <a:solidFill>
              <a:schemeClr val="accent6"/>
            </a:solidFill>
            <a:prstDash val="solid"/>
          </a:ln>
        </p:spPr>
      </p:sp>
      <p:pic>
        <p:nvPicPr>
          <p:cNvPr id="6" name="ts-py-ikone" descr="preencoded.png">    </p:cNvPr>
          <p:cNvPicPr>
            <a:picLocks noChangeAspect="1"/>
          </p:cNvPicPr>
          <p:nvPr/>
        </p:nvPicPr>
        <p:blipFill>
          <a:blip r:embed="rId1"/>
          <a:stretch>
            <a:fillRect/>
          </a:stretch>
        </p:blipFill>
        <p:spPr>
          <a:xfrm>
            <a:off x="1331366" y="2017166"/>
            <a:ext cx="903427" cy="903427"/>
          </a:xfrm>
          <a:prstGeom prst="rect">
            <a:avLst/>
          </a:prstGeom>
        </p:spPr>
      </p:pic>
      <p:sp>
        <p:nvSpPr>
          <p:cNvPr id="7" name="Text 4"/>
          <p:cNvSpPr txBox="1"/>
          <p:nvPr/>
        </p:nvSpPr>
        <p:spPr>
          <a:xfrm>
            <a:off x="54864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8" name="ts-s"/>
          <p:cNvSpPr/>
          <p:nvPr/>
        </p:nvSpPr>
        <p:spPr>
          <a:xfrm>
            <a:off x="3017520" y="2468880"/>
            <a:ext cx="1188720" cy="914"/>
          </a:xfrm>
          <a:prstGeom prst="line">
            <a:avLst/>
          </a:prstGeom>
          <a:noFill/>
          <a:ln w="38100">
            <a:solidFill>
              <a:schemeClr val="accent1"/>
            </a:solidFill>
            <a:prstDash val="solid"/>
            <a:tailEnd type="triangle"/>
          </a:ln>
        </p:spPr>
      </p:sp>
      <p:sp>
        <p:nvSpPr>
          <p:cNvPr id="9" name="ts-rbr"/>
          <p:cNvSpPr/>
          <p:nvPr/>
        </p:nvSpPr>
        <p:spPr>
          <a:xfrm>
            <a:off x="4389120" y="1600200"/>
            <a:ext cx="1737360" cy="1737360"/>
          </a:xfrm>
          <a:prstGeom prst="ellipse">
            <a:avLst/>
          </a:prstGeom>
          <a:solidFill>
            <a:schemeClr val="bg2"/>
          </a:solidFill>
          <a:ln w="38100">
            <a:solidFill>
              <a:schemeClr val="accent1"/>
            </a:solidFill>
            <a:prstDash val="solid"/>
          </a:ln>
        </p:spPr>
      </p:sp>
      <p:pic>
        <p:nvPicPr>
          <p:cNvPr id="10" name="ts-logo" descr="/home/user/SMKRE/main/static/main/images/logo.png">    </p:cNvPr>
          <p:cNvPicPr>
            <a:picLocks noChangeAspect="1"/>
          </p:cNvPicPr>
          <p:nvPr/>
        </p:nvPicPr>
        <p:blipFill>
          <a:blip r:embed="rId2"/>
          <a:stretch>
            <a:fillRect/>
          </a:stretch>
        </p:blipFill>
        <p:spPr>
          <a:xfrm>
            <a:off x="4709160" y="1920240"/>
            <a:ext cx="1097280" cy="1097280"/>
          </a:xfrm>
          <a:prstGeom prst="rect">
            <a:avLst/>
          </a:prstGeom>
        </p:spPr>
      </p:pic>
      <p:sp>
        <p:nvSpPr>
          <p:cNvPr id="11" name="Text 7"/>
          <p:cNvSpPr txBox="1"/>
          <p:nvPr/>
        </p:nvSpPr>
        <p:spPr>
          <a:xfrm>
            <a:off x="402336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SIBAR-RbR</a:t>
            </a:r>
            <a:endParaRPr lang="en-US" sz="2000" dirty="0"/>
          </a:p>
        </p:txBody>
      </p:sp>
      <p:sp>
        <p:nvSpPr>
          <p:cNvPr id="12" name="Text 8"/>
          <p:cNvSpPr txBox="1"/>
          <p:nvPr/>
        </p:nvSpPr>
        <p:spPr>
          <a:xfrm>
            <a:off x="6675120" y="1554480"/>
            <a:ext cx="4967935" cy="23774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Tanba SIBAR-RbR,</a:t>
            </a:r>
            <a:endParaRPr lang="en-US" sz="3400" dirty="0"/>
          </a:p>
          <a:p>
            <a:pPr indent="0" marL="0">
              <a:buNone/>
            </a:pPr>
            <a:r>
              <a:rPr lang="en-US" sz="3400" b="1" dirty="0">
                <a:solidFill>
                  <a:schemeClr val="tx2"/>
                </a:solidFill>
                <a:latin typeface="Cambria" pitchFamily="34" charset="0"/>
                <a:ea typeface="Cambria" pitchFamily="34" charset="-122"/>
                <a:cs typeface="Cambria" pitchFamily="34" charset="-120"/>
              </a:rPr>
              <a:t>ita-nia sistema,</a:t>
            </a:r>
            <a:endParaRPr lang="en-US" sz="3400" dirty="0"/>
          </a:p>
          <a:p>
            <a:pPr indent="0" marL="0">
              <a:buNone/>
            </a:pPr>
            <a:r>
              <a:rPr lang="en-US" sz="3400" b="1" dirty="0">
                <a:solidFill>
                  <a:schemeClr val="accent1"/>
                </a:solidFill>
                <a:latin typeface="Cambria" pitchFamily="34" charset="0"/>
                <a:ea typeface="Cambria" pitchFamily="34" charset="-122"/>
                <a:cs typeface="Cambria" pitchFamily="34" charset="-120"/>
              </a:rPr>
              <a:t>harii ho Python.</a:t>
            </a:r>
            <a:endParaRPr lang="en-US" sz="3400" dirty="0"/>
          </a:p>
        </p:txBody>
      </p:sp>
      <p:sp>
        <p:nvSpPr>
          <p:cNvPr id="13" name="ts-k-0"/>
          <p:cNvSpPr/>
          <p:nvPr/>
        </p:nvSpPr>
        <p:spPr>
          <a:xfrm>
            <a:off x="548640" y="4434840"/>
            <a:ext cx="3423818" cy="1600200"/>
          </a:xfrm>
          <a:prstGeom prst="roundRect">
            <a:avLst>
              <a:gd name="adj" fmla="val 6857"/>
            </a:avLst>
          </a:prstGeom>
          <a:solidFill>
            <a:schemeClr val="bg2"/>
          </a:solidFill>
          <a:ln w="12700">
            <a:solidFill>
              <a:schemeClr val="bg2"/>
            </a:solidFill>
            <a:prstDash val="solid"/>
          </a:ln>
        </p:spPr>
      </p:sp>
      <p:sp>
        <p:nvSpPr>
          <p:cNvPr id="14" name="ts-ik-0-sirkulu"/>
          <p:cNvSpPr/>
          <p:nvPr/>
        </p:nvSpPr>
        <p:spPr>
          <a:xfrm>
            <a:off x="822960" y="4846320"/>
            <a:ext cx="777240" cy="777240"/>
          </a:xfrm>
          <a:prstGeom prst="ellipse">
            <a:avLst/>
          </a:prstGeom>
          <a:solidFill>
            <a:schemeClr val="accent6"/>
          </a:solidFill>
          <a:ln w="12700">
            <a:solidFill>
              <a:schemeClr val="accent6"/>
            </a:solidFill>
            <a:prstDash val="solid"/>
          </a:ln>
        </p:spPr>
      </p:sp>
      <p:pic>
        <p:nvPicPr>
          <p:cNvPr id="15" name="ts-ik-0-ikone" descr="preencoded.png">    </p:cNvPr>
          <p:cNvPicPr>
            <a:picLocks noChangeAspect="1"/>
          </p:cNvPicPr>
          <p:nvPr/>
        </p:nvPicPr>
        <p:blipFill>
          <a:blip r:embed="rId3"/>
          <a:stretch>
            <a:fillRect/>
          </a:stretch>
        </p:blipFill>
        <p:spPr>
          <a:xfrm>
            <a:off x="1009498" y="5032858"/>
            <a:ext cx="404165" cy="404165"/>
          </a:xfrm>
          <a:prstGeom prst="rect">
            <a:avLst/>
          </a:prstGeom>
        </p:spPr>
      </p:pic>
      <p:sp>
        <p:nvSpPr>
          <p:cNvPr id="16" name="Text 11"/>
          <p:cNvSpPr txBox="1"/>
          <p:nvPr/>
        </p:nvSpPr>
        <p:spPr>
          <a:xfrm>
            <a:off x="1783080"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Komprende sistema ne'ebé ita uza loron-loron</a:t>
            </a:r>
            <a:endParaRPr lang="en-US" sz="1600" dirty="0"/>
          </a:p>
        </p:txBody>
      </p:sp>
      <p:sp>
        <p:nvSpPr>
          <p:cNvPr id="17" name="ts-k-1"/>
          <p:cNvSpPr/>
          <p:nvPr/>
        </p:nvSpPr>
        <p:spPr>
          <a:xfrm>
            <a:off x="4246778" y="4434840"/>
            <a:ext cx="3423818" cy="1600200"/>
          </a:xfrm>
          <a:prstGeom prst="roundRect">
            <a:avLst>
              <a:gd name="adj" fmla="val 6857"/>
            </a:avLst>
          </a:prstGeom>
          <a:solidFill>
            <a:schemeClr val="bg2"/>
          </a:solidFill>
          <a:ln w="12700">
            <a:solidFill>
              <a:schemeClr val="bg2"/>
            </a:solidFill>
            <a:prstDash val="solid"/>
          </a:ln>
        </p:spPr>
      </p:sp>
      <p:sp>
        <p:nvSpPr>
          <p:cNvPr id="18" name="ts-ik-1-sirkulu"/>
          <p:cNvSpPr/>
          <p:nvPr/>
        </p:nvSpPr>
        <p:spPr>
          <a:xfrm>
            <a:off x="4521098" y="4846320"/>
            <a:ext cx="777240" cy="777240"/>
          </a:xfrm>
          <a:prstGeom prst="ellipse">
            <a:avLst/>
          </a:prstGeom>
          <a:solidFill>
            <a:schemeClr val="accent5"/>
          </a:solidFill>
          <a:ln w="12700">
            <a:solidFill>
              <a:schemeClr val="accent5"/>
            </a:solidFill>
            <a:prstDash val="solid"/>
          </a:ln>
        </p:spPr>
      </p:sp>
      <p:pic>
        <p:nvPicPr>
          <p:cNvPr id="19" name="ts-ik-1-ikone" descr="preencoded.png">    </p:cNvPr>
          <p:cNvPicPr>
            <a:picLocks noChangeAspect="1"/>
          </p:cNvPicPr>
          <p:nvPr/>
        </p:nvPicPr>
        <p:blipFill>
          <a:blip r:embed="rId4"/>
          <a:stretch>
            <a:fillRect/>
          </a:stretch>
        </p:blipFill>
        <p:spPr>
          <a:xfrm>
            <a:off x="4707636" y="5032858"/>
            <a:ext cx="404165" cy="404165"/>
          </a:xfrm>
          <a:prstGeom prst="rect">
            <a:avLst/>
          </a:prstGeom>
        </p:spPr>
      </p:pic>
      <p:sp>
        <p:nvSpPr>
          <p:cNvPr id="20" name="Text 14"/>
          <p:cNvSpPr txBox="1"/>
          <p:nvPr/>
        </p:nvSpPr>
        <p:spPr>
          <a:xfrm>
            <a:off x="5481218"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Ko'alia ho ekipa IT ho klaru</a:t>
            </a:r>
            <a:endParaRPr lang="en-US" sz="1600" dirty="0"/>
          </a:p>
        </p:txBody>
      </p:sp>
      <p:sp>
        <p:nvSpPr>
          <p:cNvPr id="21" name="ts-k-2"/>
          <p:cNvSpPr/>
          <p:nvPr/>
        </p:nvSpPr>
        <p:spPr>
          <a:xfrm>
            <a:off x="7944917" y="4434840"/>
            <a:ext cx="3423818" cy="1600200"/>
          </a:xfrm>
          <a:prstGeom prst="roundRect">
            <a:avLst>
              <a:gd name="adj" fmla="val 6857"/>
            </a:avLst>
          </a:prstGeom>
          <a:solidFill>
            <a:schemeClr val="bg2"/>
          </a:solidFill>
          <a:ln w="12700">
            <a:solidFill>
              <a:schemeClr val="bg2"/>
            </a:solidFill>
            <a:prstDash val="solid"/>
          </a:ln>
        </p:spPr>
      </p:sp>
      <p:sp>
        <p:nvSpPr>
          <p:cNvPr id="22" name="ts-ik-2-sirkulu"/>
          <p:cNvSpPr/>
          <p:nvPr/>
        </p:nvSpPr>
        <p:spPr>
          <a:xfrm>
            <a:off x="8219237" y="4846320"/>
            <a:ext cx="777240" cy="777240"/>
          </a:xfrm>
          <a:prstGeom prst="ellipse">
            <a:avLst/>
          </a:prstGeom>
          <a:solidFill>
            <a:schemeClr val="accent3"/>
          </a:solidFill>
          <a:ln w="12700">
            <a:solidFill>
              <a:schemeClr val="accent3"/>
            </a:solidFill>
            <a:prstDash val="solid"/>
          </a:ln>
        </p:spPr>
      </p:sp>
      <p:pic>
        <p:nvPicPr>
          <p:cNvPr id="23" name="ts-ik-2-ikone" descr="preencoded.png">    </p:cNvPr>
          <p:cNvPicPr>
            <a:picLocks noChangeAspect="1"/>
          </p:cNvPicPr>
          <p:nvPr/>
        </p:nvPicPr>
        <p:blipFill>
          <a:blip r:embed="rId5"/>
          <a:stretch>
            <a:fillRect/>
          </a:stretch>
        </p:blipFill>
        <p:spPr>
          <a:xfrm>
            <a:off x="8405774" y="5032858"/>
            <a:ext cx="404165" cy="404165"/>
          </a:xfrm>
          <a:prstGeom prst="rect">
            <a:avLst/>
          </a:prstGeom>
        </p:spPr>
      </p:pic>
      <p:sp>
        <p:nvSpPr>
          <p:cNvPr id="24" name="Text 17"/>
          <p:cNvSpPr txBox="1"/>
          <p:nvPr/>
        </p:nvSpPr>
        <p:spPr>
          <a:xfrm>
            <a:off x="9179357"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Prepara ba futuru: servidór rasik no AI</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Agenda ohin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10:08</a:t>
            </a:r>
            <a:endParaRPr lang="en-US" sz="1200" dirty="0"/>
          </a:p>
        </p:txBody>
      </p:sp>
      <p:sp>
        <p:nvSpPr>
          <p:cNvPr id="5" name="ag-l"/>
          <p:cNvSpPr/>
          <p:nvPr/>
        </p:nvSpPr>
        <p:spPr>
          <a:xfrm>
            <a:off x="2029968" y="1554480"/>
            <a:ext cx="0" cy="4389120"/>
          </a:xfrm>
          <a:prstGeom prst="line">
            <a:avLst/>
          </a:prstGeom>
          <a:noFill/>
          <a:ln w="25400">
            <a:solidFill>
              <a:schemeClr val="accent1"/>
            </a:solidFill>
            <a:prstDash val="solid"/>
          </a:ln>
        </p:spPr>
      </p:sp>
      <p:sp>
        <p:nvSpPr>
          <p:cNvPr id="6" name="Text 4"/>
          <p:cNvSpPr txBox="1"/>
          <p:nvPr/>
        </p:nvSpPr>
        <p:spPr>
          <a:xfrm>
            <a:off x="548640" y="13898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10:00</a:t>
            </a:r>
            <a:endParaRPr lang="en-US" sz="1600" dirty="0"/>
          </a:p>
        </p:txBody>
      </p:sp>
      <p:sp>
        <p:nvSpPr>
          <p:cNvPr id="7" name="ag-p-0"/>
          <p:cNvSpPr/>
          <p:nvPr/>
        </p:nvSpPr>
        <p:spPr>
          <a:xfrm>
            <a:off x="1920240" y="1444752"/>
            <a:ext cx="228600" cy="228600"/>
          </a:xfrm>
          <a:prstGeom prst="ellipse">
            <a:avLst/>
          </a:prstGeom>
          <a:solidFill>
            <a:schemeClr val="accent1"/>
          </a:solidFill>
          <a:ln w="25400">
            <a:solidFill>
              <a:schemeClr val="bg1"/>
            </a:solidFill>
            <a:prstDash val="solid"/>
          </a:ln>
        </p:spPr>
      </p:sp>
      <p:sp>
        <p:nvSpPr>
          <p:cNvPr id="8" name="Text 6"/>
          <p:cNvSpPr txBox="1"/>
          <p:nvPr/>
        </p:nvSpPr>
        <p:spPr>
          <a:xfrm>
            <a:off x="2423160" y="13533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Hahú</a:t>
            </a:r>
            <a:endParaRPr lang="en-US" sz="1700" dirty="0"/>
          </a:p>
        </p:txBody>
      </p:sp>
      <p:sp>
        <p:nvSpPr>
          <p:cNvPr id="9" name="Text 7"/>
          <p:cNvSpPr txBox="1"/>
          <p:nvPr/>
        </p:nvSpPr>
        <p:spPr>
          <a:xfrm>
            <a:off x="6492240" y="1380744"/>
            <a:ext cx="5150815" cy="411480"/>
          </a:xfrm>
          <a:prstGeom prst="rect">
            <a:avLst/>
          </a:prstGeom>
          <a:noFill/>
          <a:ln/>
        </p:spPr>
        <p:txBody>
          <a:bodyPr wrap="square" lIns="0" tIns="0" rIns="0" bIns="0" rtlCol="0" anchor="t"/>
          <a:lstStyle/>
          <a:p>
            <a:pPr indent="0" marL="0">
              <a:buNone/>
            </a:pPr>
            <a:r>
              <a:rPr lang="en-US" sz="1500" dirty="0">
                <a:solidFill>
                  <a:schemeClr val="tx1"/>
                </a:solidFill>
              </a:rPr>
              <a:t>Mundu muda · tanba sá Python</a:t>
            </a:r>
            <a:endParaRPr lang="en-US" sz="1500" dirty="0"/>
          </a:p>
        </p:txBody>
      </p:sp>
      <p:sp>
        <p:nvSpPr>
          <p:cNvPr id="10" name="Text 8"/>
          <p:cNvSpPr txBox="1"/>
          <p:nvPr/>
        </p:nvSpPr>
        <p:spPr>
          <a:xfrm>
            <a:off x="548640" y="19385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10:10</a:t>
            </a:r>
            <a:endParaRPr lang="en-US" sz="1600" dirty="0"/>
          </a:p>
        </p:txBody>
      </p:sp>
      <p:sp>
        <p:nvSpPr>
          <p:cNvPr id="11" name="ag-p-1"/>
          <p:cNvSpPr/>
          <p:nvPr/>
        </p:nvSpPr>
        <p:spPr>
          <a:xfrm>
            <a:off x="1920240" y="1993392"/>
            <a:ext cx="228600" cy="228600"/>
          </a:xfrm>
          <a:prstGeom prst="ellipse">
            <a:avLst/>
          </a:prstGeom>
          <a:solidFill>
            <a:schemeClr val="accent1"/>
          </a:solidFill>
          <a:ln w="25400">
            <a:solidFill>
              <a:schemeClr val="bg1"/>
            </a:solidFill>
            <a:prstDash val="solid"/>
          </a:ln>
        </p:spPr>
      </p:sp>
      <p:sp>
        <p:nvSpPr>
          <p:cNvPr id="12" name="Text 10"/>
          <p:cNvSpPr txBox="1"/>
          <p:nvPr/>
        </p:nvSpPr>
        <p:spPr>
          <a:xfrm>
            <a:off x="2423160" y="19019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Saida mak Python?</a:t>
            </a:r>
            <a:endParaRPr lang="en-US" sz="1700" dirty="0"/>
          </a:p>
        </p:txBody>
      </p:sp>
      <p:sp>
        <p:nvSpPr>
          <p:cNvPr id="13" name="Text 11"/>
          <p:cNvSpPr txBox="1"/>
          <p:nvPr/>
        </p:nvSpPr>
        <p:spPr>
          <a:xfrm>
            <a:off x="6492240" y="1929384"/>
            <a:ext cx="5150815" cy="411480"/>
          </a:xfrm>
          <a:prstGeom prst="rect">
            <a:avLst/>
          </a:prstGeom>
          <a:noFill/>
          <a:ln/>
        </p:spPr>
        <p:txBody>
          <a:bodyPr wrap="square" lIns="0" tIns="0" rIns="0" bIns="0" rtlCol="0" anchor="t"/>
          <a:lstStyle/>
          <a:p>
            <a:pPr indent="0" marL="0">
              <a:buNone/>
            </a:pPr>
            <a:r>
              <a:rPr lang="en-US" sz="1500" dirty="0">
                <a:solidFill>
                  <a:schemeClr val="tx1"/>
                </a:solidFill>
              </a:rPr>
              <a:t>Esplikasaun simples no ezemplu</a:t>
            </a:r>
            <a:endParaRPr lang="en-US" sz="1500" dirty="0"/>
          </a:p>
        </p:txBody>
      </p:sp>
      <p:sp>
        <p:nvSpPr>
          <p:cNvPr id="14" name="Text 12"/>
          <p:cNvSpPr txBox="1"/>
          <p:nvPr/>
        </p:nvSpPr>
        <p:spPr>
          <a:xfrm>
            <a:off x="548640" y="24871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10:25</a:t>
            </a:r>
            <a:endParaRPr lang="en-US" sz="1600" dirty="0"/>
          </a:p>
        </p:txBody>
      </p:sp>
      <p:sp>
        <p:nvSpPr>
          <p:cNvPr id="15" name="ag-p-2"/>
          <p:cNvSpPr/>
          <p:nvPr/>
        </p:nvSpPr>
        <p:spPr>
          <a:xfrm>
            <a:off x="1920240" y="2542032"/>
            <a:ext cx="228600" cy="228600"/>
          </a:xfrm>
          <a:prstGeom prst="ellipse">
            <a:avLst/>
          </a:prstGeom>
          <a:solidFill>
            <a:schemeClr val="accent1"/>
          </a:solidFill>
          <a:ln w="25400">
            <a:solidFill>
              <a:schemeClr val="bg1"/>
            </a:solidFill>
            <a:prstDash val="solid"/>
          </a:ln>
        </p:spPr>
      </p:sp>
      <p:sp>
        <p:nvSpPr>
          <p:cNvPr id="16" name="Text 14"/>
          <p:cNvSpPr txBox="1"/>
          <p:nvPr/>
        </p:nvSpPr>
        <p:spPr>
          <a:xfrm>
            <a:off x="2423160" y="24505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Istória Python</a:t>
            </a:r>
            <a:endParaRPr lang="en-US" sz="1700" dirty="0"/>
          </a:p>
        </p:txBody>
      </p:sp>
      <p:sp>
        <p:nvSpPr>
          <p:cNvPr id="17" name="Text 15"/>
          <p:cNvSpPr txBox="1"/>
          <p:nvPr/>
        </p:nvSpPr>
        <p:spPr>
          <a:xfrm>
            <a:off x="6492240" y="2478024"/>
            <a:ext cx="5150815" cy="411480"/>
          </a:xfrm>
          <a:prstGeom prst="rect">
            <a:avLst/>
          </a:prstGeom>
          <a:noFill/>
          <a:ln/>
        </p:spPr>
        <p:txBody>
          <a:bodyPr wrap="square" lIns="0" tIns="0" rIns="0" bIns="0" rtlCol="0" anchor="t"/>
          <a:lstStyle/>
          <a:p>
            <a:pPr indent="0" marL="0">
              <a:buNone/>
            </a:pPr>
            <a:r>
              <a:rPr lang="en-US" sz="1500" dirty="0">
                <a:solidFill>
                  <a:schemeClr val="tx1"/>
                </a:solidFill>
              </a:rPr>
              <a:t>Husi Natál 1989 to'o ohin</a:t>
            </a:r>
            <a:endParaRPr lang="en-US" sz="1500" dirty="0"/>
          </a:p>
        </p:txBody>
      </p:sp>
      <p:sp>
        <p:nvSpPr>
          <p:cNvPr id="18" name="Text 16"/>
          <p:cNvSpPr txBox="1"/>
          <p:nvPr/>
        </p:nvSpPr>
        <p:spPr>
          <a:xfrm>
            <a:off x="548640" y="3035808"/>
            <a:ext cx="1143000" cy="365760"/>
          </a:xfrm>
          <a:prstGeom prst="rect">
            <a:avLst/>
          </a:prstGeom>
          <a:noFill/>
          <a:ln/>
        </p:spPr>
        <p:txBody>
          <a:bodyPr wrap="square" lIns="0" tIns="0" rIns="0" bIns="0" rtlCol="0" anchor="t"/>
          <a:lstStyle/>
          <a:p>
            <a:pPr algn="r" indent="0" marL="0">
              <a:buNone/>
            </a:pPr>
            <a:r>
              <a:rPr lang="en-US" sz="1600" b="1" dirty="0">
                <a:solidFill>
                  <a:srgbClr val="5E6B66"/>
                </a:solidFill>
              </a:rPr>
              <a:t>10:45</a:t>
            </a:r>
            <a:endParaRPr lang="en-US" sz="1600" dirty="0"/>
          </a:p>
        </p:txBody>
      </p:sp>
      <p:sp>
        <p:nvSpPr>
          <p:cNvPr id="19" name="ag-p-3"/>
          <p:cNvSpPr/>
          <p:nvPr/>
        </p:nvSpPr>
        <p:spPr>
          <a:xfrm>
            <a:off x="1920240" y="3090672"/>
            <a:ext cx="228600" cy="228600"/>
          </a:xfrm>
          <a:prstGeom prst="ellipse">
            <a:avLst/>
          </a:prstGeom>
          <a:solidFill>
            <a:srgbClr val="A3ADB0"/>
          </a:solidFill>
          <a:ln w="25400">
            <a:solidFill>
              <a:schemeClr val="bg1"/>
            </a:solidFill>
            <a:prstDash val="solid"/>
          </a:ln>
        </p:spPr>
      </p:sp>
      <p:sp>
        <p:nvSpPr>
          <p:cNvPr id="20" name="Text 18"/>
          <p:cNvSpPr txBox="1"/>
          <p:nvPr/>
        </p:nvSpPr>
        <p:spPr>
          <a:xfrm>
            <a:off x="2423160" y="2999232"/>
            <a:ext cx="4023360" cy="411480"/>
          </a:xfrm>
          <a:prstGeom prst="rect">
            <a:avLst/>
          </a:prstGeom>
          <a:noFill/>
          <a:ln/>
        </p:spPr>
        <p:txBody>
          <a:bodyPr wrap="square" lIns="0" tIns="0" rIns="0" bIns="0" rtlCol="0" anchor="t"/>
          <a:lstStyle/>
          <a:p>
            <a:pPr indent="0" marL="0">
              <a:buNone/>
            </a:pPr>
            <a:r>
              <a:rPr lang="en-US" sz="1700" b="1" dirty="0">
                <a:solidFill>
                  <a:srgbClr val="5E6B66"/>
                </a:solidFill>
              </a:rPr>
              <a:t>Deskansa</a:t>
            </a:r>
            <a:endParaRPr lang="en-US" sz="1700" dirty="0"/>
          </a:p>
        </p:txBody>
      </p:sp>
      <p:sp>
        <p:nvSpPr>
          <p:cNvPr id="21" name="Text 19"/>
          <p:cNvSpPr txBox="1"/>
          <p:nvPr/>
        </p:nvSpPr>
        <p:spPr>
          <a:xfrm>
            <a:off x="6492240" y="3026664"/>
            <a:ext cx="5150815" cy="411480"/>
          </a:xfrm>
          <a:prstGeom prst="rect">
            <a:avLst/>
          </a:prstGeom>
          <a:noFill/>
          <a:ln/>
        </p:spPr>
        <p:txBody>
          <a:bodyPr wrap="square" lIns="0" tIns="0" rIns="0" bIns="0" rtlCol="0" anchor="t"/>
          <a:lstStyle/>
          <a:p>
            <a:pPr indent="0" marL="0">
              <a:buNone/>
            </a:pPr>
            <a:r>
              <a:rPr lang="en-US" sz="1500" dirty="0">
                <a:solidFill>
                  <a:srgbClr val="5E6B66"/>
                </a:solidFill>
              </a:rPr>
              <a:t>Minutu 10</a:t>
            </a:r>
            <a:endParaRPr lang="en-US" sz="1500" dirty="0"/>
          </a:p>
        </p:txBody>
      </p:sp>
      <p:sp>
        <p:nvSpPr>
          <p:cNvPr id="22" name="Text 20"/>
          <p:cNvSpPr txBox="1"/>
          <p:nvPr/>
        </p:nvSpPr>
        <p:spPr>
          <a:xfrm>
            <a:off x="548640" y="358444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10:55</a:t>
            </a:r>
            <a:endParaRPr lang="en-US" sz="1600" dirty="0"/>
          </a:p>
        </p:txBody>
      </p:sp>
      <p:sp>
        <p:nvSpPr>
          <p:cNvPr id="23" name="ag-p-4"/>
          <p:cNvSpPr/>
          <p:nvPr/>
        </p:nvSpPr>
        <p:spPr>
          <a:xfrm>
            <a:off x="1920240" y="3639312"/>
            <a:ext cx="228600" cy="228600"/>
          </a:xfrm>
          <a:prstGeom prst="ellipse">
            <a:avLst/>
          </a:prstGeom>
          <a:solidFill>
            <a:schemeClr val="accent1"/>
          </a:solidFill>
          <a:ln w="25400">
            <a:solidFill>
              <a:schemeClr val="bg1"/>
            </a:solidFill>
            <a:prstDash val="solid"/>
          </a:ln>
        </p:spPr>
      </p:sp>
      <p:sp>
        <p:nvSpPr>
          <p:cNvPr id="24" name="Text 22"/>
          <p:cNvSpPr txBox="1"/>
          <p:nvPr/>
        </p:nvSpPr>
        <p:spPr>
          <a:xfrm>
            <a:off x="2423160" y="3547872"/>
            <a:ext cx="4023360" cy="411480"/>
          </a:xfrm>
          <a:prstGeom prst="rect">
            <a:avLst/>
          </a:prstGeom>
          <a:noFill/>
          <a:ln/>
        </p:spPr>
        <p:txBody>
          <a:bodyPr wrap="square" lIns="0" tIns="0" rIns="0" bIns="0" rtlCol="0" anchor="t"/>
          <a:lstStyle/>
          <a:p>
            <a:pPr indent="0" marL="0">
              <a:buNone/>
            </a:pPr>
            <a:r>
              <a:rPr lang="en-US" sz="1700" b="1" dirty="0">
                <a:solidFill>
                  <a:schemeClr val="tx2"/>
                </a:solidFill>
              </a:rPr>
              <a:t>Tanba sá Python?</a:t>
            </a:r>
            <a:endParaRPr lang="en-US" sz="1700" dirty="0"/>
          </a:p>
        </p:txBody>
      </p:sp>
      <p:sp>
        <p:nvSpPr>
          <p:cNvPr id="25" name="Text 23"/>
          <p:cNvSpPr txBox="1"/>
          <p:nvPr/>
        </p:nvSpPr>
        <p:spPr>
          <a:xfrm>
            <a:off x="6492240" y="3575304"/>
            <a:ext cx="5150815" cy="411480"/>
          </a:xfrm>
          <a:prstGeom prst="rect">
            <a:avLst/>
          </a:prstGeom>
          <a:noFill/>
          <a:ln/>
        </p:spPr>
        <p:txBody>
          <a:bodyPr wrap="square" lIns="0" tIns="0" rIns="0" bIns="0" rtlCol="0" anchor="t"/>
          <a:lstStyle/>
          <a:p>
            <a:pPr indent="0" marL="0">
              <a:buNone/>
            </a:pPr>
            <a:r>
              <a:rPr lang="en-US" sz="1500" dirty="0">
                <a:solidFill>
                  <a:schemeClr val="tx1"/>
                </a:solidFill>
              </a:rPr>
              <a:t>Fásil aprende · aplikasaun mundu · ita bele aprende</a:t>
            </a:r>
            <a:endParaRPr lang="en-US" sz="1500" dirty="0"/>
          </a:p>
        </p:txBody>
      </p:sp>
      <p:sp>
        <p:nvSpPr>
          <p:cNvPr id="26" name="Text 24"/>
          <p:cNvSpPr txBox="1"/>
          <p:nvPr/>
        </p:nvSpPr>
        <p:spPr>
          <a:xfrm>
            <a:off x="548640" y="41330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11:10</a:t>
            </a:r>
            <a:endParaRPr lang="en-US" sz="1600" dirty="0"/>
          </a:p>
        </p:txBody>
      </p:sp>
      <p:sp>
        <p:nvSpPr>
          <p:cNvPr id="27" name="ag-p-5"/>
          <p:cNvSpPr/>
          <p:nvPr/>
        </p:nvSpPr>
        <p:spPr>
          <a:xfrm>
            <a:off x="1920240" y="4187952"/>
            <a:ext cx="228600" cy="228600"/>
          </a:xfrm>
          <a:prstGeom prst="ellipse">
            <a:avLst/>
          </a:prstGeom>
          <a:solidFill>
            <a:schemeClr val="accent1"/>
          </a:solidFill>
          <a:ln w="25400">
            <a:solidFill>
              <a:schemeClr val="bg1"/>
            </a:solidFill>
            <a:prstDash val="solid"/>
          </a:ln>
        </p:spPr>
      </p:sp>
      <p:sp>
        <p:nvSpPr>
          <p:cNvPr id="28" name="Text 26"/>
          <p:cNvSpPr txBox="1"/>
          <p:nvPr/>
        </p:nvSpPr>
        <p:spPr>
          <a:xfrm>
            <a:off x="2423160" y="40965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Python iha Rede ba Rai</a:t>
            </a:r>
            <a:endParaRPr lang="en-US" sz="1700" dirty="0"/>
          </a:p>
        </p:txBody>
      </p:sp>
      <p:sp>
        <p:nvSpPr>
          <p:cNvPr id="29" name="Text 27"/>
          <p:cNvSpPr txBox="1"/>
          <p:nvPr/>
        </p:nvSpPr>
        <p:spPr>
          <a:xfrm>
            <a:off x="6492240" y="4123944"/>
            <a:ext cx="5150815" cy="411480"/>
          </a:xfrm>
          <a:prstGeom prst="rect">
            <a:avLst/>
          </a:prstGeom>
          <a:noFill/>
          <a:ln/>
        </p:spPr>
        <p:txBody>
          <a:bodyPr wrap="square" lIns="0" tIns="0" rIns="0" bIns="0" rtlCol="0" anchor="t"/>
          <a:lstStyle/>
          <a:p>
            <a:pPr indent="0" marL="0">
              <a:buNone/>
            </a:pPr>
            <a:r>
              <a:rPr lang="en-US" sz="1500" dirty="0">
                <a:solidFill>
                  <a:schemeClr val="tx1"/>
                </a:solidFill>
              </a:rPr>
              <a:t>SIBAR-RbR · istória jestaun dadus</a:t>
            </a:r>
            <a:endParaRPr lang="en-US" sz="1500" dirty="0"/>
          </a:p>
        </p:txBody>
      </p:sp>
      <p:sp>
        <p:nvSpPr>
          <p:cNvPr id="30" name="Text 28"/>
          <p:cNvSpPr txBox="1"/>
          <p:nvPr/>
        </p:nvSpPr>
        <p:spPr>
          <a:xfrm>
            <a:off x="548640" y="46817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11:22</a:t>
            </a:r>
            <a:endParaRPr lang="en-US" sz="1600" dirty="0"/>
          </a:p>
        </p:txBody>
      </p:sp>
      <p:sp>
        <p:nvSpPr>
          <p:cNvPr id="31" name="ag-p-6"/>
          <p:cNvSpPr/>
          <p:nvPr/>
        </p:nvSpPr>
        <p:spPr>
          <a:xfrm>
            <a:off x="1920240" y="4736592"/>
            <a:ext cx="228600" cy="228600"/>
          </a:xfrm>
          <a:prstGeom prst="ellipse">
            <a:avLst/>
          </a:prstGeom>
          <a:solidFill>
            <a:schemeClr val="accent1"/>
          </a:solidFill>
          <a:ln w="25400">
            <a:solidFill>
              <a:schemeClr val="bg1"/>
            </a:solidFill>
            <a:prstDash val="solid"/>
          </a:ln>
        </p:spPr>
      </p:sp>
      <p:sp>
        <p:nvSpPr>
          <p:cNvPr id="32" name="Text 30"/>
          <p:cNvSpPr txBox="1"/>
          <p:nvPr/>
        </p:nvSpPr>
        <p:spPr>
          <a:xfrm>
            <a:off x="2423160" y="46451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Kódigu → Live Dashboard</a:t>
            </a:r>
            <a:endParaRPr lang="en-US" sz="1700" dirty="0"/>
          </a:p>
        </p:txBody>
      </p:sp>
      <p:sp>
        <p:nvSpPr>
          <p:cNvPr id="33" name="Text 31"/>
          <p:cNvSpPr txBox="1"/>
          <p:nvPr/>
        </p:nvSpPr>
        <p:spPr>
          <a:xfrm>
            <a:off x="6492240" y="4672584"/>
            <a:ext cx="5150815" cy="411480"/>
          </a:xfrm>
          <a:prstGeom prst="rect">
            <a:avLst/>
          </a:prstGeom>
          <a:noFill/>
          <a:ln/>
        </p:spPr>
        <p:txBody>
          <a:bodyPr wrap="square" lIns="0" tIns="0" rIns="0" bIns="0" rtlCol="0" anchor="t"/>
          <a:lstStyle/>
          <a:p>
            <a:pPr indent="0" marL="0">
              <a:buNone/>
            </a:pPr>
            <a:r>
              <a:rPr lang="en-US" sz="1500" dirty="0">
                <a:solidFill>
                  <a:schemeClr val="tx1"/>
                </a:solidFill>
              </a:rPr>
              <a:t>Kódigu iha karuk, rezultadu iha kuana</a:t>
            </a:r>
            <a:endParaRPr lang="en-US" sz="1500" dirty="0"/>
          </a:p>
        </p:txBody>
      </p:sp>
      <p:sp>
        <p:nvSpPr>
          <p:cNvPr id="34" name="Text 32"/>
          <p:cNvSpPr txBox="1"/>
          <p:nvPr/>
        </p:nvSpPr>
        <p:spPr>
          <a:xfrm>
            <a:off x="548640" y="52303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11:35</a:t>
            </a:r>
            <a:endParaRPr lang="en-US" sz="1600" dirty="0"/>
          </a:p>
        </p:txBody>
      </p:sp>
      <p:sp>
        <p:nvSpPr>
          <p:cNvPr id="35" name="ag-p-7"/>
          <p:cNvSpPr/>
          <p:nvPr/>
        </p:nvSpPr>
        <p:spPr>
          <a:xfrm>
            <a:off x="1920240" y="5285232"/>
            <a:ext cx="228600" cy="228600"/>
          </a:xfrm>
          <a:prstGeom prst="ellipse">
            <a:avLst/>
          </a:prstGeom>
          <a:solidFill>
            <a:schemeClr val="accent1"/>
          </a:solidFill>
          <a:ln w="25400">
            <a:solidFill>
              <a:schemeClr val="bg1"/>
            </a:solidFill>
            <a:prstDash val="solid"/>
          </a:ln>
        </p:spPr>
      </p:sp>
      <p:sp>
        <p:nvSpPr>
          <p:cNvPr id="36" name="Text 34"/>
          <p:cNvSpPr txBox="1"/>
          <p:nvPr/>
        </p:nvSpPr>
        <p:spPr>
          <a:xfrm>
            <a:off x="2423160" y="51937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Futuru: ita-nia rasik</a:t>
            </a:r>
            <a:endParaRPr lang="en-US" sz="1700" dirty="0"/>
          </a:p>
        </p:txBody>
      </p:sp>
      <p:sp>
        <p:nvSpPr>
          <p:cNvPr id="37" name="Text 35"/>
          <p:cNvSpPr txBox="1"/>
          <p:nvPr/>
        </p:nvSpPr>
        <p:spPr>
          <a:xfrm>
            <a:off x="6492240" y="5221224"/>
            <a:ext cx="5150815" cy="411480"/>
          </a:xfrm>
          <a:prstGeom prst="rect">
            <a:avLst/>
          </a:prstGeom>
          <a:noFill/>
          <a:ln/>
        </p:spPr>
        <p:txBody>
          <a:bodyPr wrap="square" lIns="0" tIns="0" rIns="0" bIns="0" rtlCol="0" anchor="t"/>
          <a:lstStyle/>
          <a:p>
            <a:pPr indent="0" marL="0">
              <a:buNone/>
            </a:pPr>
            <a:r>
              <a:rPr lang="en-US" sz="1500" dirty="0">
                <a:solidFill>
                  <a:schemeClr val="tx1"/>
                </a:solidFill>
              </a:rPr>
              <a:t>Servidór rasik · ajente AI</a:t>
            </a:r>
            <a:endParaRPr lang="en-US" sz="1500" dirty="0"/>
          </a:p>
        </p:txBody>
      </p:sp>
      <p:sp>
        <p:nvSpPr>
          <p:cNvPr id="38" name="Text 36"/>
          <p:cNvSpPr txBox="1"/>
          <p:nvPr/>
        </p:nvSpPr>
        <p:spPr>
          <a:xfrm>
            <a:off x="548640" y="577900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11:43</a:t>
            </a:r>
            <a:endParaRPr lang="en-US" sz="1600" dirty="0"/>
          </a:p>
        </p:txBody>
      </p:sp>
      <p:sp>
        <p:nvSpPr>
          <p:cNvPr id="39" name="ag-p-8"/>
          <p:cNvSpPr/>
          <p:nvPr/>
        </p:nvSpPr>
        <p:spPr>
          <a:xfrm>
            <a:off x="1920240" y="5833872"/>
            <a:ext cx="228600" cy="228600"/>
          </a:xfrm>
          <a:prstGeom prst="ellipse">
            <a:avLst/>
          </a:prstGeom>
          <a:solidFill>
            <a:schemeClr val="accent1"/>
          </a:solidFill>
          <a:ln w="25400">
            <a:solidFill>
              <a:schemeClr val="bg1"/>
            </a:solidFill>
            <a:prstDash val="solid"/>
          </a:ln>
        </p:spPr>
      </p:sp>
      <p:sp>
        <p:nvSpPr>
          <p:cNvPr id="40" name="Text 38"/>
          <p:cNvSpPr txBox="1"/>
          <p:nvPr/>
        </p:nvSpPr>
        <p:spPr>
          <a:xfrm>
            <a:off x="2423160" y="5742432"/>
            <a:ext cx="4023360" cy="411480"/>
          </a:xfrm>
          <a:prstGeom prst="rect">
            <a:avLst/>
          </a:prstGeom>
          <a:noFill/>
          <a:ln/>
        </p:spPr>
        <p:txBody>
          <a:bodyPr wrap="square" lIns="0" tIns="0" rIns="0" bIns="0" rtlCol="0" anchor="t"/>
          <a:lstStyle/>
          <a:p>
            <a:pPr indent="0" marL="0">
              <a:buNone/>
            </a:pPr>
            <a:r>
              <a:rPr lang="en-US" sz="1700" b="1" dirty="0">
                <a:solidFill>
                  <a:schemeClr val="tx2"/>
                </a:solidFill>
              </a:rPr>
              <a:t>Diskusaun grupu no perguntas</a:t>
            </a:r>
            <a:endParaRPr lang="en-US" sz="1700" dirty="0"/>
          </a:p>
        </p:txBody>
      </p:sp>
      <p:sp>
        <p:nvSpPr>
          <p:cNvPr id="41" name="Text 39"/>
          <p:cNvSpPr txBox="1"/>
          <p:nvPr/>
        </p:nvSpPr>
        <p:spPr>
          <a:xfrm>
            <a:off x="6492240" y="5769864"/>
            <a:ext cx="5150815" cy="411480"/>
          </a:xfrm>
          <a:prstGeom prst="rect">
            <a:avLst/>
          </a:prstGeom>
          <a:noFill/>
          <a:ln/>
        </p:spPr>
        <p:txBody>
          <a:bodyPr wrap="square" lIns="0" tIns="0" rIns="0" bIns="0" rtlCol="0" anchor="t"/>
          <a:lstStyle/>
          <a:p>
            <a:pPr indent="0" marL="0">
              <a:buNone/>
            </a:pPr>
            <a:r>
              <a:rPr lang="en-US" sz="1500" dirty="0">
                <a:solidFill>
                  <a:schemeClr val="tx1"/>
                </a:solidFill>
              </a:rPr>
              <a:t>Grupu 5 · aprezenta · to'o 12:00</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Saida mak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Esplikasaun simples no ezemplu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01</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10:10 – 10:25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mak lian programasaun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10:10</a:t>
            </a:r>
            <a:endParaRPr lang="en-US" sz="1200" dirty="0"/>
          </a:p>
        </p:txBody>
      </p:sp>
      <p:sp>
        <p:nvSpPr>
          <p:cNvPr id="5" name="def"/>
          <p:cNvSpPr/>
          <p:nvPr/>
        </p:nvSpPr>
        <p:spPr>
          <a:xfrm>
            <a:off x="548640" y="1417320"/>
            <a:ext cx="11094415" cy="1280160"/>
          </a:xfrm>
          <a:prstGeom prst="roundRect">
            <a:avLst>
              <a:gd name="adj" fmla="val 8571"/>
            </a:avLst>
          </a:prstGeom>
          <a:solidFill>
            <a:schemeClr val="tx2"/>
          </a:solidFill>
          <a:ln w="12700">
            <a:solidFill>
              <a:schemeClr val="tx2"/>
            </a:solidFill>
            <a:prstDash val="solid"/>
          </a:ln>
        </p:spPr>
      </p:sp>
      <p:sp>
        <p:nvSpPr>
          <p:cNvPr id="6" name="Text 4"/>
          <p:cNvSpPr txBox="1"/>
          <p:nvPr/>
        </p:nvSpPr>
        <p:spPr>
          <a:xfrm>
            <a:off x="914400" y="1417320"/>
            <a:ext cx="10362895" cy="128016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Python </a:t>
            </a:r>
            <a:pPr indent="0" marL="0">
              <a:buNone/>
            </a:pPr>
            <a:r>
              <a:rPr lang="en-US" sz="2600" dirty="0">
                <a:solidFill>
                  <a:schemeClr val="bg1"/>
                </a:solidFill>
                <a:latin typeface="Cambria" pitchFamily="34" charset="0"/>
                <a:ea typeface="Cambria" pitchFamily="34" charset="-122"/>
                <a:cs typeface="Cambria" pitchFamily="34" charset="-120"/>
              </a:rPr>
              <a:t>= lian ne'ebé ema uza atu fó ordem ba komputadór.</a:t>
            </a:r>
            <a:endParaRPr lang="en-US" sz="2600" dirty="0"/>
          </a:p>
        </p:txBody>
      </p:sp>
      <p:sp>
        <p:nvSpPr>
          <p:cNvPr id="7" name="fl-0-sirkulu"/>
          <p:cNvSpPr/>
          <p:nvPr/>
        </p:nvSpPr>
        <p:spPr>
          <a:xfrm>
            <a:off x="1051560" y="3063240"/>
            <a:ext cx="1188720" cy="1188720"/>
          </a:xfrm>
          <a:prstGeom prst="ellipse">
            <a:avLst/>
          </a:prstGeom>
          <a:solidFill>
            <a:schemeClr val="accent3"/>
          </a:solidFill>
          <a:ln w="12700">
            <a:solidFill>
              <a:schemeClr val="accent3"/>
            </a:solidFill>
            <a:prstDash val="solid"/>
          </a:ln>
        </p:spPr>
      </p:sp>
      <p:pic>
        <p:nvPicPr>
          <p:cNvPr id="8" name="fl-0-ikone" descr="preencoded.png">    </p:cNvPr>
          <p:cNvPicPr>
            <a:picLocks noChangeAspect="1"/>
          </p:cNvPicPr>
          <p:nvPr/>
        </p:nvPicPr>
        <p:blipFill>
          <a:blip r:embed="rId1"/>
          <a:stretch>
            <a:fillRect/>
          </a:stretch>
        </p:blipFill>
        <p:spPr>
          <a:xfrm>
            <a:off x="1336853" y="3348533"/>
            <a:ext cx="618134" cy="618134"/>
          </a:xfrm>
          <a:prstGeom prst="rect">
            <a:avLst/>
          </a:prstGeom>
        </p:spPr>
      </p:pic>
      <p:sp>
        <p:nvSpPr>
          <p:cNvPr id="9" name="Text 6"/>
          <p:cNvSpPr txBox="1"/>
          <p:nvPr/>
        </p:nvSpPr>
        <p:spPr>
          <a:xfrm>
            <a:off x="54864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Ita</a:t>
            </a:r>
            <a:endParaRPr lang="en-US" sz="2000" dirty="0"/>
          </a:p>
        </p:txBody>
      </p:sp>
      <p:sp>
        <p:nvSpPr>
          <p:cNvPr id="10" name="Text 7"/>
          <p:cNvSpPr txBox="1"/>
          <p:nvPr/>
        </p:nvSpPr>
        <p:spPr>
          <a:xfrm>
            <a:off x="54864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Hakarak hatene: "Kazu eviksaun hira iha Ermera?"</a:t>
            </a:r>
            <a:endParaRPr lang="en-US" sz="1400" dirty="0"/>
          </a:p>
        </p:txBody>
      </p:sp>
      <p:sp>
        <p:nvSpPr>
          <p:cNvPr id="11" name="fl-s-0"/>
          <p:cNvSpPr/>
          <p:nvPr/>
        </p:nvSpPr>
        <p:spPr>
          <a:xfrm>
            <a:off x="2377440" y="3657600"/>
            <a:ext cx="1371600" cy="914"/>
          </a:xfrm>
          <a:prstGeom prst="line">
            <a:avLst/>
          </a:prstGeom>
          <a:noFill/>
          <a:ln w="28575">
            <a:solidFill>
              <a:schemeClr val="tx2"/>
            </a:solidFill>
            <a:prstDash val="solid"/>
            <a:tailEnd type="triangle"/>
          </a:ln>
        </p:spPr>
      </p:sp>
      <p:sp>
        <p:nvSpPr>
          <p:cNvPr id="12" name="fl-1-sirkulu"/>
          <p:cNvSpPr/>
          <p:nvPr/>
        </p:nvSpPr>
        <p:spPr>
          <a:xfrm>
            <a:off x="3886200" y="3063240"/>
            <a:ext cx="1188720" cy="1188720"/>
          </a:xfrm>
          <a:prstGeom prst="ellipse">
            <a:avLst/>
          </a:prstGeom>
          <a:solidFill>
            <a:schemeClr val="accent6"/>
          </a:solidFill>
          <a:ln w="12700">
            <a:solidFill>
              <a:schemeClr val="accent6"/>
            </a:solidFill>
            <a:prstDash val="solid"/>
          </a:ln>
        </p:spPr>
      </p:sp>
      <p:pic>
        <p:nvPicPr>
          <p:cNvPr id="13" name="fl-1-ikone" descr="preencoded.png">    </p:cNvPr>
          <p:cNvPicPr>
            <a:picLocks noChangeAspect="1"/>
          </p:cNvPicPr>
          <p:nvPr/>
        </p:nvPicPr>
        <p:blipFill>
          <a:blip r:embed="rId2"/>
          <a:stretch>
            <a:fillRect/>
          </a:stretch>
        </p:blipFill>
        <p:spPr>
          <a:xfrm>
            <a:off x="4171493" y="3348533"/>
            <a:ext cx="618134" cy="618134"/>
          </a:xfrm>
          <a:prstGeom prst="rect">
            <a:avLst/>
          </a:prstGeom>
        </p:spPr>
      </p:pic>
      <p:sp>
        <p:nvSpPr>
          <p:cNvPr id="14" name="Text 10"/>
          <p:cNvSpPr txBox="1"/>
          <p:nvPr/>
        </p:nvSpPr>
        <p:spPr>
          <a:xfrm>
            <a:off x="338328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15" name="Text 11"/>
          <p:cNvSpPr txBox="1"/>
          <p:nvPr/>
        </p:nvSpPr>
        <p:spPr>
          <a:xfrm>
            <a:off x="338328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Hakerek ordem ne'ebé komputadór komprende</a:t>
            </a:r>
            <a:endParaRPr lang="en-US" sz="1400" dirty="0"/>
          </a:p>
        </p:txBody>
      </p:sp>
      <p:sp>
        <p:nvSpPr>
          <p:cNvPr id="16" name="fl-s-1"/>
          <p:cNvSpPr/>
          <p:nvPr/>
        </p:nvSpPr>
        <p:spPr>
          <a:xfrm>
            <a:off x="5212080" y="3657600"/>
            <a:ext cx="1371600" cy="914"/>
          </a:xfrm>
          <a:prstGeom prst="line">
            <a:avLst/>
          </a:prstGeom>
          <a:noFill/>
          <a:ln w="28575">
            <a:solidFill>
              <a:schemeClr val="tx2"/>
            </a:solidFill>
            <a:prstDash val="solid"/>
            <a:tailEnd type="triangle"/>
          </a:ln>
        </p:spPr>
      </p:sp>
      <p:sp>
        <p:nvSpPr>
          <p:cNvPr id="17" name="fl-2-sirkulu"/>
          <p:cNvSpPr/>
          <p:nvPr/>
        </p:nvSpPr>
        <p:spPr>
          <a:xfrm>
            <a:off x="6720840" y="3063240"/>
            <a:ext cx="1188720" cy="1188720"/>
          </a:xfrm>
          <a:prstGeom prst="ellipse">
            <a:avLst/>
          </a:prstGeom>
          <a:solidFill>
            <a:schemeClr val="accent5"/>
          </a:solidFill>
          <a:ln w="12700">
            <a:solidFill>
              <a:schemeClr val="accent5"/>
            </a:solidFill>
            <a:prstDash val="solid"/>
          </a:ln>
        </p:spPr>
      </p:sp>
      <p:pic>
        <p:nvPicPr>
          <p:cNvPr id="18" name="fl-2-ikone" descr="preencoded.png">    </p:cNvPr>
          <p:cNvPicPr>
            <a:picLocks noChangeAspect="1"/>
          </p:cNvPicPr>
          <p:nvPr/>
        </p:nvPicPr>
        <p:blipFill>
          <a:blip r:embed="rId3"/>
          <a:stretch>
            <a:fillRect/>
          </a:stretch>
        </p:blipFill>
        <p:spPr>
          <a:xfrm>
            <a:off x="7006133" y="3348533"/>
            <a:ext cx="618134" cy="618134"/>
          </a:xfrm>
          <a:prstGeom prst="rect">
            <a:avLst/>
          </a:prstGeom>
        </p:spPr>
      </p:pic>
      <p:sp>
        <p:nvSpPr>
          <p:cNvPr id="19" name="Text 14"/>
          <p:cNvSpPr txBox="1"/>
          <p:nvPr/>
        </p:nvSpPr>
        <p:spPr>
          <a:xfrm>
            <a:off x="621792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Komputadór</a:t>
            </a:r>
            <a:endParaRPr lang="en-US" sz="2000" dirty="0"/>
          </a:p>
        </p:txBody>
      </p:sp>
      <p:sp>
        <p:nvSpPr>
          <p:cNvPr id="20" name="Text 15"/>
          <p:cNvSpPr txBox="1"/>
          <p:nvPr/>
        </p:nvSpPr>
        <p:spPr>
          <a:xfrm>
            <a:off x="621792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Buka iha dadus, konta lalais</a:t>
            </a:r>
            <a:endParaRPr lang="en-US" sz="1400" dirty="0"/>
          </a:p>
        </p:txBody>
      </p:sp>
      <p:sp>
        <p:nvSpPr>
          <p:cNvPr id="21" name="fl-s-2"/>
          <p:cNvSpPr/>
          <p:nvPr/>
        </p:nvSpPr>
        <p:spPr>
          <a:xfrm>
            <a:off x="8046720" y="3657600"/>
            <a:ext cx="1371600" cy="914"/>
          </a:xfrm>
          <a:prstGeom prst="line">
            <a:avLst/>
          </a:prstGeom>
          <a:noFill/>
          <a:ln w="28575">
            <a:solidFill>
              <a:schemeClr val="tx2"/>
            </a:solidFill>
            <a:prstDash val="solid"/>
            <a:tailEnd type="triangle"/>
          </a:ln>
        </p:spPr>
      </p:sp>
      <p:sp>
        <p:nvSpPr>
          <p:cNvPr id="22" name="fl-3-sirkulu"/>
          <p:cNvSpPr/>
          <p:nvPr/>
        </p:nvSpPr>
        <p:spPr>
          <a:xfrm>
            <a:off x="9555480" y="3063240"/>
            <a:ext cx="1188720" cy="1188720"/>
          </a:xfrm>
          <a:prstGeom prst="ellipse">
            <a:avLst/>
          </a:prstGeom>
          <a:solidFill>
            <a:schemeClr val="accent1"/>
          </a:solidFill>
          <a:ln w="12700">
            <a:solidFill>
              <a:schemeClr val="accent1"/>
            </a:solidFill>
            <a:prstDash val="solid"/>
          </a:ln>
        </p:spPr>
      </p:sp>
      <p:pic>
        <p:nvPicPr>
          <p:cNvPr id="23" name="fl-3-ikone" descr="preencoded.png">    </p:cNvPr>
          <p:cNvPicPr>
            <a:picLocks noChangeAspect="1"/>
          </p:cNvPicPr>
          <p:nvPr/>
        </p:nvPicPr>
        <p:blipFill>
          <a:blip r:embed="rId4"/>
          <a:stretch>
            <a:fillRect/>
          </a:stretch>
        </p:blipFill>
        <p:spPr>
          <a:xfrm>
            <a:off x="9840773" y="3348533"/>
            <a:ext cx="618134" cy="618134"/>
          </a:xfrm>
          <a:prstGeom prst="rect">
            <a:avLst/>
          </a:prstGeom>
        </p:spPr>
      </p:pic>
      <p:sp>
        <p:nvSpPr>
          <p:cNvPr id="24" name="Text 18"/>
          <p:cNvSpPr txBox="1"/>
          <p:nvPr/>
        </p:nvSpPr>
        <p:spPr>
          <a:xfrm>
            <a:off x="905256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Rezultadu</a:t>
            </a:r>
            <a:endParaRPr lang="en-US" sz="2000" dirty="0"/>
          </a:p>
        </p:txBody>
      </p:sp>
      <p:sp>
        <p:nvSpPr>
          <p:cNvPr id="25" name="Text 19"/>
          <p:cNvSpPr txBox="1"/>
          <p:nvPr/>
        </p:nvSpPr>
        <p:spPr>
          <a:xfrm>
            <a:off x="905256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"Kazu eviksaun iha Ermera: 9"</a:t>
            </a:r>
            <a:endParaRPr lang="en-US" sz="1400" dirty="0"/>
          </a:p>
        </p:txBody>
      </p:sp>
      <p:sp>
        <p:nvSpPr>
          <p:cNvPr id="26" name="Text 20"/>
          <p:cNvSpPr txBox="1"/>
          <p:nvPr/>
        </p:nvSpPr>
        <p:spPr>
          <a:xfrm>
            <a:off x="548640" y="5943600"/>
            <a:ext cx="11094415" cy="320040"/>
          </a:xfrm>
          <a:prstGeom prst="rect">
            <a:avLst/>
          </a:prstGeom>
          <a:noFill/>
          <a:ln/>
        </p:spPr>
        <p:txBody>
          <a:bodyPr wrap="square" lIns="0" tIns="0" rIns="0" bIns="0" rtlCol="0" anchor="t"/>
          <a:lstStyle/>
          <a:p>
            <a:pPr algn="ctr" indent="0" marL="0">
              <a:buNone/>
            </a:pPr>
            <a:r>
              <a:rPr lang="en-US" sz="1200" i="1" dirty="0">
                <a:solidFill>
                  <a:srgbClr val="5E6B66"/>
                </a:solidFill>
              </a:rPr>
              <a:t>Ezemplu ho númeru simu de'it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Karakterístika: regra simples liu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10:14</a:t>
            </a:r>
            <a:endParaRPr lang="en-US" sz="1200" dirty="0"/>
          </a:p>
        </p:txBody>
      </p:sp>
      <p:sp>
        <p:nvSpPr>
          <p:cNvPr id="5" name="Text 3"/>
          <p:cNvSpPr txBox="1"/>
          <p:nvPr/>
        </p:nvSpPr>
        <p:spPr>
          <a:xfrm>
            <a:off x="548640" y="1325880"/>
            <a:ext cx="5669280" cy="365760"/>
          </a:xfrm>
          <a:prstGeom prst="rect">
            <a:avLst/>
          </a:prstGeom>
          <a:noFill/>
          <a:ln/>
        </p:spPr>
        <p:txBody>
          <a:bodyPr wrap="square" lIns="0" tIns="0" rIns="0" bIns="0" rtlCol="0" anchor="t"/>
          <a:lstStyle/>
          <a:p>
            <a:pPr indent="0" marL="0">
              <a:buNone/>
            </a:pPr>
            <a:r>
              <a:rPr lang="en-US" sz="1500" b="1" dirty="0">
                <a:solidFill>
                  <a:schemeClr val="accent4"/>
                </a:solidFill>
              </a:rPr>
              <a:t>Lian seluk (Java): liña 5, tanda kurung barak</a:t>
            </a:r>
            <a:endParaRPr lang="en-US" sz="1500" dirty="0"/>
          </a:p>
        </p:txBody>
      </p:sp>
      <p:sp>
        <p:nvSpPr>
          <p:cNvPr id="6" name="kj"/>
          <p:cNvSpPr/>
          <p:nvPr/>
        </p:nvSpPr>
        <p:spPr>
          <a:xfrm>
            <a:off x="548640" y="1737360"/>
            <a:ext cx="5669280" cy="2377440"/>
          </a:xfrm>
          <a:prstGeom prst="roundRect">
            <a:avLst>
              <a:gd name="adj" fmla="val 3846"/>
            </a:avLst>
          </a:prstGeom>
          <a:solidFill>
            <a:schemeClr val="tx1"/>
          </a:solidFill>
          <a:ln w="12700">
            <a:solidFill>
              <a:schemeClr val="tx1"/>
            </a:solidFill>
            <a:prstDash val="solid"/>
          </a:ln>
        </p:spPr>
      </p:sp>
      <p:sp>
        <p:nvSpPr>
          <p:cNvPr id="7" name="kj-t"/>
          <p:cNvSpPr txBox="1"/>
          <p:nvPr/>
        </p:nvSpPr>
        <p:spPr>
          <a:xfrm>
            <a:off x="822960" y="1965960"/>
            <a:ext cx="5120640" cy="192024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public class Main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public static void main(String[] args)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System.out.println("Kazu eviksaun foun");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8" name="Text 6"/>
          <p:cNvSpPr txBox="1"/>
          <p:nvPr/>
        </p:nvSpPr>
        <p:spPr>
          <a:xfrm>
            <a:off x="6583680" y="1325880"/>
            <a:ext cx="5059375" cy="365760"/>
          </a:xfrm>
          <a:prstGeom prst="rect">
            <a:avLst/>
          </a:prstGeom>
          <a:noFill/>
          <a:ln/>
        </p:spPr>
        <p:txBody>
          <a:bodyPr wrap="square" lIns="0" tIns="0" rIns="0" bIns="0" rtlCol="0" anchor="t"/>
          <a:lstStyle/>
          <a:p>
            <a:pPr indent="0" marL="0">
              <a:buNone/>
            </a:pPr>
            <a:r>
              <a:rPr lang="en-US" sz="1500" b="1" dirty="0">
                <a:solidFill>
                  <a:schemeClr val="accent1"/>
                </a:solidFill>
              </a:rPr>
              <a:t>Python: liña 1, hanesan lia-Inglés baibain</a:t>
            </a:r>
            <a:endParaRPr lang="en-US" sz="1500" dirty="0"/>
          </a:p>
        </p:txBody>
      </p:sp>
      <p:sp>
        <p:nvSpPr>
          <p:cNvPr id="9" name="kp"/>
          <p:cNvSpPr/>
          <p:nvPr/>
        </p:nvSpPr>
        <p:spPr>
          <a:xfrm>
            <a:off x="6583680" y="1737360"/>
            <a:ext cx="5059375" cy="2377440"/>
          </a:xfrm>
          <a:prstGeom prst="roundRect">
            <a:avLst>
              <a:gd name="adj" fmla="val 3846"/>
            </a:avLst>
          </a:prstGeom>
          <a:solidFill>
            <a:schemeClr val="tx1"/>
          </a:solidFill>
          <a:ln w="12700">
            <a:solidFill>
              <a:schemeClr val="tx1"/>
            </a:solidFill>
            <a:prstDash val="solid"/>
          </a:ln>
        </p:spPr>
      </p:sp>
      <p:sp>
        <p:nvSpPr>
          <p:cNvPr id="10" name="kp-t"/>
          <p:cNvSpPr txBox="1"/>
          <p:nvPr/>
        </p:nvSpPr>
        <p:spPr>
          <a:xfrm>
            <a:off x="6858000" y="1965960"/>
            <a:ext cx="4510735" cy="1920240"/>
          </a:xfrm>
          <a:prstGeom prst="rect">
            <a:avLst/>
          </a:prstGeom>
          <a:noFill/>
          <a:ln/>
        </p:spPr>
        <p:txBody>
          <a:bodyPr wrap="square" lIns="0" tIns="0" rIns="0" bIns="0" rtlCol="0" anchor="t"/>
          <a:lstStyle/>
          <a:p>
            <a:pPr indent="0" marL="0">
              <a:buNone/>
            </a:pPr>
            <a:r>
              <a:rPr lang="en-US" sz="2000" dirty="0">
                <a:solidFill>
                  <a:schemeClr val="bg1"/>
                </a:solidFill>
                <a:latin typeface="Courier New" pitchFamily="34" charset="0"/>
                <a:ea typeface="Courier New" pitchFamily="34" charset="-122"/>
                <a:cs typeface="Courier New" pitchFamily="34" charset="-120"/>
              </a:rPr>
              <a:t>print("Kazu eviksaun foun")</a:t>
            </a:r>
            <a:endParaRPr lang="en-US" sz="2000" dirty="0"/>
          </a:p>
        </p:txBody>
      </p:sp>
      <p:sp>
        <p:nvSpPr>
          <p:cNvPr id="11" name="Text 9"/>
          <p:cNvSpPr txBox="1"/>
          <p:nvPr/>
        </p:nvSpPr>
        <p:spPr>
          <a:xfrm>
            <a:off x="548640" y="4206240"/>
            <a:ext cx="11094415" cy="365760"/>
          </a:xfrm>
          <a:prstGeom prst="rect">
            <a:avLst/>
          </a:prstGeom>
          <a:noFill/>
          <a:ln/>
        </p:spPr>
        <p:txBody>
          <a:bodyPr wrap="square" lIns="0" tIns="0" rIns="0" bIns="0" rtlCol="0" anchor="t"/>
          <a:lstStyle/>
          <a:p>
            <a:pPr algn="ctr" indent="0" marL="0">
              <a:buNone/>
            </a:pPr>
            <a:r>
              <a:rPr lang="en-US" sz="1400" i="1" dirty="0">
                <a:solidFill>
                  <a:srgbClr val="5E6B66"/>
                </a:solidFill>
              </a:rPr>
              <a:t>Rezultadu rua hanesan: ekran hatudu "Kazu eviksaun foun"</a:t>
            </a:r>
            <a:endParaRPr lang="en-US" sz="1400" dirty="0"/>
          </a:p>
        </p:txBody>
      </p:sp>
      <p:sp>
        <p:nvSpPr>
          <p:cNvPr id="12" name="kr-0"/>
          <p:cNvSpPr/>
          <p:nvPr/>
        </p:nvSpPr>
        <p:spPr>
          <a:xfrm>
            <a:off x="548640" y="4709160"/>
            <a:ext cx="3423818" cy="1417320"/>
          </a:xfrm>
          <a:prstGeom prst="roundRect">
            <a:avLst>
              <a:gd name="adj" fmla="val 7742"/>
            </a:avLst>
          </a:prstGeom>
          <a:solidFill>
            <a:schemeClr val="bg2"/>
          </a:solidFill>
          <a:ln w="12700">
            <a:solidFill>
              <a:schemeClr val="bg2"/>
            </a:solidFill>
            <a:prstDash val="solid"/>
          </a:ln>
        </p:spPr>
      </p:sp>
      <p:sp>
        <p:nvSpPr>
          <p:cNvPr id="13" name="kr-ik-0-sirkulu"/>
          <p:cNvSpPr/>
          <p:nvPr/>
        </p:nvSpPr>
        <p:spPr>
          <a:xfrm>
            <a:off x="777240" y="5029200"/>
            <a:ext cx="777240" cy="777240"/>
          </a:xfrm>
          <a:prstGeom prst="ellipse">
            <a:avLst/>
          </a:prstGeom>
          <a:solidFill>
            <a:schemeClr val="accent1"/>
          </a:solidFill>
          <a:ln w="12700">
            <a:solidFill>
              <a:schemeClr val="accent1"/>
            </a:solidFill>
            <a:prstDash val="solid"/>
          </a:ln>
        </p:spPr>
      </p:sp>
      <p:pic>
        <p:nvPicPr>
          <p:cNvPr id="14" name="kr-ik-0-ikone" descr="preencoded.png">    </p:cNvPr>
          <p:cNvPicPr>
            <a:picLocks noChangeAspect="1"/>
          </p:cNvPicPr>
          <p:nvPr/>
        </p:nvPicPr>
        <p:blipFill>
          <a:blip r:embed="rId1"/>
          <a:stretch>
            <a:fillRect/>
          </a:stretch>
        </p:blipFill>
        <p:spPr>
          <a:xfrm>
            <a:off x="963778" y="5215738"/>
            <a:ext cx="404165" cy="404165"/>
          </a:xfrm>
          <a:prstGeom prst="rect">
            <a:avLst/>
          </a:prstGeom>
        </p:spPr>
      </p:pic>
      <p:sp>
        <p:nvSpPr>
          <p:cNvPr id="15" name="Text 12"/>
          <p:cNvSpPr txBox="1"/>
          <p:nvPr/>
        </p:nvSpPr>
        <p:spPr>
          <a:xfrm>
            <a:off x="1737360"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Fásil lee</a:t>
            </a:r>
            <a:endParaRPr lang="en-US" sz="1700" dirty="0"/>
          </a:p>
        </p:txBody>
      </p:sp>
      <p:sp>
        <p:nvSpPr>
          <p:cNvPr id="16" name="Text 13"/>
          <p:cNvSpPr txBox="1"/>
          <p:nvPr/>
        </p:nvSpPr>
        <p:spPr>
          <a:xfrm>
            <a:off x="1737360"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Liafuan Inglés simples: print, if, for</a:t>
            </a:r>
            <a:endParaRPr lang="en-US" sz="1300" dirty="0"/>
          </a:p>
        </p:txBody>
      </p:sp>
      <p:sp>
        <p:nvSpPr>
          <p:cNvPr id="17" name="kr-1"/>
          <p:cNvSpPr/>
          <p:nvPr/>
        </p:nvSpPr>
        <p:spPr>
          <a:xfrm>
            <a:off x="4246778" y="4709160"/>
            <a:ext cx="3423818" cy="1417320"/>
          </a:xfrm>
          <a:prstGeom prst="roundRect">
            <a:avLst>
              <a:gd name="adj" fmla="val 7742"/>
            </a:avLst>
          </a:prstGeom>
          <a:solidFill>
            <a:schemeClr val="bg2"/>
          </a:solidFill>
          <a:ln w="12700">
            <a:solidFill>
              <a:schemeClr val="bg2"/>
            </a:solidFill>
            <a:prstDash val="solid"/>
          </a:ln>
        </p:spPr>
      </p:sp>
      <p:sp>
        <p:nvSpPr>
          <p:cNvPr id="18" name="kr-ik-1-sirkulu"/>
          <p:cNvSpPr/>
          <p:nvPr/>
        </p:nvSpPr>
        <p:spPr>
          <a:xfrm>
            <a:off x="4475378" y="5029200"/>
            <a:ext cx="777240" cy="777240"/>
          </a:xfrm>
          <a:prstGeom prst="ellipse">
            <a:avLst/>
          </a:prstGeom>
          <a:solidFill>
            <a:schemeClr val="accent6"/>
          </a:solidFill>
          <a:ln w="12700">
            <a:solidFill>
              <a:schemeClr val="accent6"/>
            </a:solidFill>
            <a:prstDash val="solid"/>
          </a:ln>
        </p:spPr>
      </p:sp>
      <p:pic>
        <p:nvPicPr>
          <p:cNvPr id="19" name="kr-ik-1-ikone" descr="preencoded.png">    </p:cNvPr>
          <p:cNvPicPr>
            <a:picLocks noChangeAspect="1"/>
          </p:cNvPicPr>
          <p:nvPr/>
        </p:nvPicPr>
        <p:blipFill>
          <a:blip r:embed="rId2"/>
          <a:stretch>
            <a:fillRect/>
          </a:stretch>
        </p:blipFill>
        <p:spPr>
          <a:xfrm>
            <a:off x="4661916" y="5215738"/>
            <a:ext cx="404165" cy="404165"/>
          </a:xfrm>
          <a:prstGeom prst="rect">
            <a:avLst/>
          </a:prstGeom>
        </p:spPr>
      </p:pic>
      <p:sp>
        <p:nvSpPr>
          <p:cNvPr id="20" name="Text 16"/>
          <p:cNvSpPr txBox="1"/>
          <p:nvPr/>
        </p:nvSpPr>
        <p:spPr>
          <a:xfrm>
            <a:off x="5435498"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Liña uitoan</a:t>
            </a:r>
            <a:endParaRPr lang="en-US" sz="1700" dirty="0"/>
          </a:p>
        </p:txBody>
      </p:sp>
      <p:sp>
        <p:nvSpPr>
          <p:cNvPr id="21" name="Text 17"/>
          <p:cNvSpPr txBox="1"/>
          <p:nvPr/>
        </p:nvSpPr>
        <p:spPr>
          <a:xfrm>
            <a:off x="5435498"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Servisu hanesan, kódigu badak liu</a:t>
            </a:r>
            <a:endParaRPr lang="en-US" sz="1300" dirty="0"/>
          </a:p>
        </p:txBody>
      </p:sp>
      <p:sp>
        <p:nvSpPr>
          <p:cNvPr id="22" name="kr-2"/>
          <p:cNvSpPr/>
          <p:nvPr/>
        </p:nvSpPr>
        <p:spPr>
          <a:xfrm>
            <a:off x="7944917" y="4709160"/>
            <a:ext cx="3423818" cy="1417320"/>
          </a:xfrm>
          <a:prstGeom prst="roundRect">
            <a:avLst>
              <a:gd name="adj" fmla="val 7742"/>
            </a:avLst>
          </a:prstGeom>
          <a:solidFill>
            <a:schemeClr val="bg2"/>
          </a:solidFill>
          <a:ln w="12700">
            <a:solidFill>
              <a:schemeClr val="bg2"/>
            </a:solidFill>
            <a:prstDash val="solid"/>
          </a:ln>
        </p:spPr>
      </p:sp>
      <p:sp>
        <p:nvSpPr>
          <p:cNvPr id="23" name="kr-ik-2-sirkulu"/>
          <p:cNvSpPr/>
          <p:nvPr/>
        </p:nvSpPr>
        <p:spPr>
          <a:xfrm>
            <a:off x="8173517" y="5029200"/>
            <a:ext cx="777240" cy="777240"/>
          </a:xfrm>
          <a:prstGeom prst="ellipse">
            <a:avLst/>
          </a:prstGeom>
          <a:solidFill>
            <a:schemeClr val="accent5"/>
          </a:solidFill>
          <a:ln w="12700">
            <a:solidFill>
              <a:schemeClr val="accent5"/>
            </a:solidFill>
            <a:prstDash val="solid"/>
          </a:ln>
        </p:spPr>
      </p:sp>
      <p:pic>
        <p:nvPicPr>
          <p:cNvPr id="24" name="kr-ik-2-ikone" descr="preencoded.png">    </p:cNvPr>
          <p:cNvPicPr>
            <a:picLocks noChangeAspect="1"/>
          </p:cNvPicPr>
          <p:nvPr/>
        </p:nvPicPr>
        <p:blipFill>
          <a:blip r:embed="rId3"/>
          <a:stretch>
            <a:fillRect/>
          </a:stretch>
        </p:blipFill>
        <p:spPr>
          <a:xfrm>
            <a:off x="8360054" y="5215738"/>
            <a:ext cx="404165" cy="404165"/>
          </a:xfrm>
          <a:prstGeom prst="rect">
            <a:avLst/>
          </a:prstGeom>
        </p:spPr>
      </p:pic>
      <p:sp>
        <p:nvSpPr>
          <p:cNvPr id="25" name="Text 20"/>
          <p:cNvSpPr txBox="1"/>
          <p:nvPr/>
        </p:nvSpPr>
        <p:spPr>
          <a:xfrm>
            <a:off x="9133637"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Di'ak ba hahú</a:t>
            </a:r>
            <a:endParaRPr lang="en-US" sz="1700" dirty="0"/>
          </a:p>
        </p:txBody>
      </p:sp>
      <p:sp>
        <p:nvSpPr>
          <p:cNvPr id="26" name="Text 21"/>
          <p:cNvSpPr txBox="1"/>
          <p:nvPr/>
        </p:nvSpPr>
        <p:spPr>
          <a:xfrm>
            <a:off x="9133637"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Eskola no universidade hanorin Python dahuluk</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Ezemplu: haruka komputadór hakerek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10:18</a:t>
            </a:r>
            <a:endParaRPr lang="en-US" sz="1200" dirty="0"/>
          </a:p>
        </p:txBody>
      </p:sp>
      <p:sp>
        <p:nvSpPr>
          <p:cNvPr id="5" name="ez-n-0"/>
          <p:cNvSpPr/>
          <p:nvPr/>
        </p:nvSpPr>
        <p:spPr>
          <a:xfrm>
            <a:off x="548640" y="1783080"/>
            <a:ext cx="548640" cy="548640"/>
          </a:xfrm>
          <a:prstGeom prst="ellipse">
            <a:avLst/>
          </a:prstGeom>
          <a:solidFill>
            <a:schemeClr val="accent1"/>
          </a:solidFill>
          <a:ln w="12700">
            <a:solidFill>
              <a:schemeClr val="accent1"/>
            </a:solidFill>
            <a:prstDash val="solid"/>
          </a:ln>
        </p:spPr>
      </p:sp>
      <p:sp>
        <p:nvSpPr>
          <p:cNvPr id="6" name="ez-n-0-n"/>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ez-k-0"/>
          <p:cNvSpPr/>
          <p:nvPr/>
        </p:nvSpPr>
        <p:spPr>
          <a:xfrm>
            <a:off x="1325880" y="1371600"/>
            <a:ext cx="5120640" cy="1417320"/>
          </a:xfrm>
          <a:prstGeom prst="roundRect">
            <a:avLst>
              <a:gd name="adj" fmla="val 6452"/>
            </a:avLst>
          </a:prstGeom>
          <a:solidFill>
            <a:schemeClr val="tx1"/>
          </a:solidFill>
          <a:ln w="12700">
            <a:solidFill>
              <a:schemeClr val="tx1"/>
            </a:solidFill>
            <a:prstDash val="solid"/>
          </a:ln>
        </p:spPr>
      </p:sp>
      <p:sp>
        <p:nvSpPr>
          <p:cNvPr id="8" name="ez-k-0-t"/>
          <p:cNvSpPr txBox="1"/>
          <p:nvPr/>
        </p:nvSpPr>
        <p:spPr>
          <a:xfrm>
            <a:off x="1600200" y="160020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print("Olá Mundu")</a:t>
            </a:r>
            <a:endParaRPr lang="en-US" sz="1400" dirty="0"/>
          </a:p>
        </p:txBody>
      </p:sp>
      <p:sp>
        <p:nvSpPr>
          <p:cNvPr id="9" name="ez-s-0"/>
          <p:cNvSpPr/>
          <p:nvPr/>
        </p:nvSpPr>
        <p:spPr>
          <a:xfrm>
            <a:off x="6537960" y="2084832"/>
            <a:ext cx="457200" cy="914"/>
          </a:xfrm>
          <a:prstGeom prst="line">
            <a:avLst/>
          </a:prstGeom>
          <a:noFill/>
          <a:ln w="28575">
            <a:solidFill>
              <a:schemeClr val="accent1"/>
            </a:solidFill>
            <a:prstDash val="solid"/>
            <a:tailEnd type="triangle"/>
          </a:ln>
        </p:spPr>
      </p:sp>
      <p:sp>
        <p:nvSpPr>
          <p:cNvPr id="10" name="ez-r-0"/>
          <p:cNvSpPr/>
          <p:nvPr/>
        </p:nvSpPr>
        <p:spPr>
          <a:xfrm>
            <a:off x="7086600" y="1371600"/>
            <a:ext cx="2194560" cy="1417320"/>
          </a:xfrm>
          <a:prstGeom prst="roundRect">
            <a:avLst>
              <a:gd name="adj" fmla="val 6452"/>
            </a:avLst>
          </a:prstGeom>
          <a:solidFill>
            <a:schemeClr val="bg2"/>
          </a:solidFill>
          <a:ln w="15875">
            <a:solidFill>
              <a:schemeClr val="accent1"/>
            </a:solidFill>
            <a:prstDash val="solid"/>
          </a:ln>
        </p:spPr>
      </p:sp>
      <p:sp>
        <p:nvSpPr>
          <p:cNvPr id="11" name="ez-r-0-l"/>
          <p:cNvSpPr txBox="1"/>
          <p:nvPr/>
        </p:nvSpPr>
        <p:spPr>
          <a:xfrm>
            <a:off x="7360920" y="153619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12" name="ez-r-0-t"/>
          <p:cNvSpPr txBox="1"/>
          <p:nvPr/>
        </p:nvSpPr>
        <p:spPr>
          <a:xfrm>
            <a:off x="7360920" y="182880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Olá Mundu</a:t>
            </a:r>
            <a:endParaRPr lang="en-US" sz="1500" dirty="0"/>
          </a:p>
        </p:txBody>
      </p:sp>
      <p:sp>
        <p:nvSpPr>
          <p:cNvPr id="13" name="Text 11"/>
          <p:cNvSpPr txBox="1"/>
          <p:nvPr/>
        </p:nvSpPr>
        <p:spPr>
          <a:xfrm>
            <a:off x="9464040" y="137160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Haruka komputadór hakerek "Olá Mundu". Remata.</a:t>
            </a:r>
            <a:endParaRPr lang="en-US" sz="1400" dirty="0"/>
          </a:p>
        </p:txBody>
      </p:sp>
      <p:sp>
        <p:nvSpPr>
          <p:cNvPr id="14" name="ez-n-1"/>
          <p:cNvSpPr/>
          <p:nvPr/>
        </p:nvSpPr>
        <p:spPr>
          <a:xfrm>
            <a:off x="548640" y="3429000"/>
            <a:ext cx="548640" cy="548640"/>
          </a:xfrm>
          <a:prstGeom prst="ellipse">
            <a:avLst/>
          </a:prstGeom>
          <a:solidFill>
            <a:schemeClr val="accent5"/>
          </a:solidFill>
          <a:ln w="12700">
            <a:solidFill>
              <a:schemeClr val="accent5"/>
            </a:solidFill>
            <a:prstDash val="solid"/>
          </a:ln>
        </p:spPr>
      </p:sp>
      <p:sp>
        <p:nvSpPr>
          <p:cNvPr id="15" name="ez-n-1-n"/>
          <p:cNvSpPr txBox="1"/>
          <p:nvPr/>
        </p:nvSpPr>
        <p:spPr>
          <a:xfrm>
            <a:off x="548640" y="34290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ez-k-1"/>
          <p:cNvSpPr/>
          <p:nvPr/>
        </p:nvSpPr>
        <p:spPr>
          <a:xfrm>
            <a:off x="1325880" y="3017520"/>
            <a:ext cx="5120640" cy="1417320"/>
          </a:xfrm>
          <a:prstGeom prst="roundRect">
            <a:avLst>
              <a:gd name="adj" fmla="val 6452"/>
            </a:avLst>
          </a:prstGeom>
          <a:solidFill>
            <a:schemeClr val="tx1"/>
          </a:solidFill>
          <a:ln w="12700">
            <a:solidFill>
              <a:schemeClr val="tx1"/>
            </a:solidFill>
            <a:prstDash val="solid"/>
          </a:ln>
        </p:spPr>
      </p:sp>
      <p:sp>
        <p:nvSpPr>
          <p:cNvPr id="17" name="ez-k-1-t"/>
          <p:cNvSpPr txBox="1"/>
          <p:nvPr/>
        </p:nvSpPr>
        <p:spPr>
          <a:xfrm>
            <a:off x="1600200" y="324612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uma_kain = 12 + 8</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print("Uma-kain afetadu:", uma_kain)</a:t>
            </a:r>
            <a:endParaRPr lang="en-US" sz="1400" dirty="0"/>
          </a:p>
        </p:txBody>
      </p:sp>
      <p:sp>
        <p:nvSpPr>
          <p:cNvPr id="18" name="ez-s-1"/>
          <p:cNvSpPr/>
          <p:nvPr/>
        </p:nvSpPr>
        <p:spPr>
          <a:xfrm>
            <a:off x="6537960" y="3730752"/>
            <a:ext cx="457200" cy="914"/>
          </a:xfrm>
          <a:prstGeom prst="line">
            <a:avLst/>
          </a:prstGeom>
          <a:noFill/>
          <a:ln w="28575">
            <a:solidFill>
              <a:schemeClr val="accent1"/>
            </a:solidFill>
            <a:prstDash val="solid"/>
            <a:tailEnd type="triangle"/>
          </a:ln>
        </p:spPr>
      </p:sp>
      <p:sp>
        <p:nvSpPr>
          <p:cNvPr id="19" name="ez-r-1"/>
          <p:cNvSpPr/>
          <p:nvPr/>
        </p:nvSpPr>
        <p:spPr>
          <a:xfrm>
            <a:off x="7086600" y="3017520"/>
            <a:ext cx="2194560" cy="1417320"/>
          </a:xfrm>
          <a:prstGeom prst="roundRect">
            <a:avLst>
              <a:gd name="adj" fmla="val 6452"/>
            </a:avLst>
          </a:prstGeom>
          <a:solidFill>
            <a:schemeClr val="bg2"/>
          </a:solidFill>
          <a:ln w="15875">
            <a:solidFill>
              <a:schemeClr val="accent1"/>
            </a:solidFill>
            <a:prstDash val="solid"/>
          </a:ln>
        </p:spPr>
      </p:sp>
      <p:sp>
        <p:nvSpPr>
          <p:cNvPr id="20" name="ez-r-1-l"/>
          <p:cNvSpPr txBox="1"/>
          <p:nvPr/>
        </p:nvSpPr>
        <p:spPr>
          <a:xfrm>
            <a:off x="7360920" y="318211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21" name="ez-r-1-t"/>
          <p:cNvSpPr txBox="1"/>
          <p:nvPr/>
        </p:nvSpPr>
        <p:spPr>
          <a:xfrm>
            <a:off x="7360920" y="347472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Uma-kain afetadu: 20</a:t>
            </a:r>
            <a:endParaRPr lang="en-US" sz="1500" dirty="0"/>
          </a:p>
        </p:txBody>
      </p:sp>
      <p:sp>
        <p:nvSpPr>
          <p:cNvPr id="22" name="Text 20"/>
          <p:cNvSpPr txBox="1"/>
          <p:nvPr/>
        </p:nvSpPr>
        <p:spPr>
          <a:xfrm>
            <a:off x="9464040" y="301752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Komputadór soma uma-kain husi aldeia rua.</a:t>
            </a:r>
            <a:endParaRPr lang="en-US" sz="1400" dirty="0"/>
          </a:p>
        </p:txBody>
      </p:sp>
      <p:sp>
        <p:nvSpPr>
          <p:cNvPr id="23" name="ez-n-2"/>
          <p:cNvSpPr/>
          <p:nvPr/>
        </p:nvSpPr>
        <p:spPr>
          <a:xfrm>
            <a:off x="548640" y="5074920"/>
            <a:ext cx="548640" cy="548640"/>
          </a:xfrm>
          <a:prstGeom prst="ellipse">
            <a:avLst/>
          </a:prstGeom>
          <a:solidFill>
            <a:schemeClr val="accent3"/>
          </a:solidFill>
          <a:ln w="12700">
            <a:solidFill>
              <a:schemeClr val="accent3"/>
            </a:solidFill>
            <a:prstDash val="solid"/>
          </a:ln>
        </p:spPr>
      </p:sp>
      <p:sp>
        <p:nvSpPr>
          <p:cNvPr id="24" name="ez-n-2-n"/>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5" name="ez-k-2"/>
          <p:cNvSpPr/>
          <p:nvPr/>
        </p:nvSpPr>
        <p:spPr>
          <a:xfrm>
            <a:off x="1325880" y="4663440"/>
            <a:ext cx="5120640" cy="1417320"/>
          </a:xfrm>
          <a:prstGeom prst="roundRect">
            <a:avLst>
              <a:gd name="adj" fmla="val 6452"/>
            </a:avLst>
          </a:prstGeom>
          <a:solidFill>
            <a:schemeClr val="tx1"/>
          </a:solidFill>
          <a:ln w="12700">
            <a:solidFill>
              <a:schemeClr val="tx1"/>
            </a:solidFill>
            <a:prstDash val="solid"/>
          </a:ln>
        </p:spPr>
      </p:sp>
      <p:sp>
        <p:nvSpPr>
          <p:cNvPr id="26" name="ez-k-2-t"/>
          <p:cNvSpPr txBox="1"/>
          <p:nvPr/>
        </p:nvSpPr>
        <p:spPr>
          <a:xfrm>
            <a:off x="1600200" y="489204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if 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print("Kazu urjente!")</a:t>
            </a:r>
            <a:endParaRPr lang="en-US" sz="1400" dirty="0"/>
          </a:p>
        </p:txBody>
      </p:sp>
      <p:sp>
        <p:nvSpPr>
          <p:cNvPr id="27" name="ez-s-2"/>
          <p:cNvSpPr/>
          <p:nvPr/>
        </p:nvSpPr>
        <p:spPr>
          <a:xfrm>
            <a:off x="6537960" y="5376672"/>
            <a:ext cx="457200" cy="914"/>
          </a:xfrm>
          <a:prstGeom prst="line">
            <a:avLst/>
          </a:prstGeom>
          <a:noFill/>
          <a:ln w="28575">
            <a:solidFill>
              <a:schemeClr val="accent1"/>
            </a:solidFill>
            <a:prstDash val="solid"/>
            <a:tailEnd type="triangle"/>
          </a:ln>
        </p:spPr>
      </p:sp>
      <p:sp>
        <p:nvSpPr>
          <p:cNvPr id="28" name="ez-r-2"/>
          <p:cNvSpPr/>
          <p:nvPr/>
        </p:nvSpPr>
        <p:spPr>
          <a:xfrm>
            <a:off x="7086600" y="4663440"/>
            <a:ext cx="2194560" cy="1417320"/>
          </a:xfrm>
          <a:prstGeom prst="roundRect">
            <a:avLst>
              <a:gd name="adj" fmla="val 6452"/>
            </a:avLst>
          </a:prstGeom>
          <a:solidFill>
            <a:schemeClr val="bg2"/>
          </a:solidFill>
          <a:ln w="15875">
            <a:solidFill>
              <a:schemeClr val="accent1"/>
            </a:solidFill>
            <a:prstDash val="solid"/>
          </a:ln>
        </p:spPr>
      </p:sp>
      <p:sp>
        <p:nvSpPr>
          <p:cNvPr id="29" name="ez-r-2-l"/>
          <p:cNvSpPr txBox="1"/>
          <p:nvPr/>
        </p:nvSpPr>
        <p:spPr>
          <a:xfrm>
            <a:off x="7360920" y="482803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30" name="ez-r-2-t"/>
          <p:cNvSpPr txBox="1"/>
          <p:nvPr/>
        </p:nvSpPr>
        <p:spPr>
          <a:xfrm>
            <a:off x="7360920" y="512064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Kazu urjente!</a:t>
            </a:r>
            <a:endParaRPr lang="en-US" sz="1500" dirty="0"/>
          </a:p>
        </p:txBody>
      </p:sp>
      <p:sp>
        <p:nvSpPr>
          <p:cNvPr id="31" name="Text 29"/>
          <p:cNvSpPr txBox="1"/>
          <p:nvPr/>
        </p:nvSpPr>
        <p:spPr>
          <a:xfrm>
            <a:off x="9464040" y="466344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Se eviksaun akontese ona, hatudu "urjente".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ba saida?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10:21</a:t>
            </a:r>
            <a:endParaRPr lang="en-US" sz="1200" dirty="0"/>
          </a:p>
        </p:txBody>
      </p:sp>
      <p:sp>
        <p:nvSpPr>
          <p:cNvPr id="5" name="bs-0"/>
          <p:cNvSpPr/>
          <p:nvPr/>
        </p:nvSpPr>
        <p:spPr>
          <a:xfrm>
            <a:off x="548640" y="1463040"/>
            <a:ext cx="2545004" cy="4572000"/>
          </a:xfrm>
          <a:prstGeom prst="roundRect">
            <a:avLst>
              <a:gd name="adj" fmla="val 4312"/>
            </a:avLst>
          </a:prstGeom>
          <a:solidFill>
            <a:schemeClr val="bg2"/>
          </a:solidFill>
          <a:ln w="12700">
            <a:solidFill>
              <a:schemeClr val="bg2"/>
            </a:solidFill>
            <a:prstDash val="solid"/>
          </a:ln>
        </p:spPr>
      </p:sp>
      <p:sp>
        <p:nvSpPr>
          <p:cNvPr id="6" name="bs-ik-0-sirkulu"/>
          <p:cNvSpPr/>
          <p:nvPr/>
        </p:nvSpPr>
        <p:spPr>
          <a:xfrm>
            <a:off x="1135342" y="1828800"/>
            <a:ext cx="1371600" cy="1371600"/>
          </a:xfrm>
          <a:prstGeom prst="ellipse">
            <a:avLst/>
          </a:prstGeom>
          <a:solidFill>
            <a:schemeClr val="accent5"/>
          </a:solidFill>
          <a:ln w="12700">
            <a:solidFill>
              <a:schemeClr val="accent5"/>
            </a:solidFill>
            <a:prstDash val="solid"/>
          </a:ln>
        </p:spPr>
      </p:sp>
      <p:pic>
        <p:nvPicPr>
          <p:cNvPr id="7" name="bs-ik-0-ikone" descr="preencoded.png">    </p:cNvPr>
          <p:cNvPicPr>
            <a:picLocks noChangeAspect="1"/>
          </p:cNvPicPr>
          <p:nvPr/>
        </p:nvPicPr>
        <p:blipFill>
          <a:blip r:embed="rId1"/>
          <a:stretch>
            <a:fillRect/>
          </a:stretch>
        </p:blipFill>
        <p:spPr>
          <a:xfrm>
            <a:off x="1464526" y="2157984"/>
            <a:ext cx="713232" cy="713232"/>
          </a:xfrm>
          <a:prstGeom prst="rect">
            <a:avLst/>
          </a:prstGeom>
        </p:spPr>
      </p:pic>
      <p:sp>
        <p:nvSpPr>
          <p:cNvPr id="8" name="Text 5"/>
          <p:cNvSpPr txBox="1"/>
          <p:nvPr/>
        </p:nvSpPr>
        <p:spPr>
          <a:xfrm>
            <a:off x="685800"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Website</a:t>
            </a:r>
            <a:endParaRPr lang="en-US" sz="1900" dirty="0"/>
          </a:p>
        </p:txBody>
      </p:sp>
      <p:sp>
        <p:nvSpPr>
          <p:cNvPr id="9" name="Text 6"/>
          <p:cNvSpPr txBox="1"/>
          <p:nvPr/>
        </p:nvSpPr>
        <p:spPr>
          <a:xfrm>
            <a:off x="777240"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Instagram, YouTube no SIBAR-RbR</a:t>
            </a:r>
            <a:endParaRPr lang="en-US" sz="1500" dirty="0"/>
          </a:p>
        </p:txBody>
      </p:sp>
      <p:sp>
        <p:nvSpPr>
          <p:cNvPr id="10" name="bs-1"/>
          <p:cNvSpPr/>
          <p:nvPr/>
        </p:nvSpPr>
        <p:spPr>
          <a:xfrm>
            <a:off x="3322244" y="1463040"/>
            <a:ext cx="2545004" cy="4572000"/>
          </a:xfrm>
          <a:prstGeom prst="roundRect">
            <a:avLst>
              <a:gd name="adj" fmla="val 4312"/>
            </a:avLst>
          </a:prstGeom>
          <a:solidFill>
            <a:schemeClr val="bg2"/>
          </a:solidFill>
          <a:ln w="12700">
            <a:solidFill>
              <a:schemeClr val="bg2"/>
            </a:solidFill>
            <a:prstDash val="solid"/>
          </a:ln>
        </p:spPr>
      </p:sp>
      <p:sp>
        <p:nvSpPr>
          <p:cNvPr id="11" name="bs-ik-1-sirkulu"/>
          <p:cNvSpPr/>
          <p:nvPr/>
        </p:nvSpPr>
        <p:spPr>
          <a:xfrm>
            <a:off x="3908946" y="1828800"/>
            <a:ext cx="1371600" cy="1371600"/>
          </a:xfrm>
          <a:prstGeom prst="ellipse">
            <a:avLst/>
          </a:prstGeom>
          <a:solidFill>
            <a:schemeClr val="accent3"/>
          </a:solidFill>
          <a:ln w="12700">
            <a:solidFill>
              <a:schemeClr val="accent3"/>
            </a:solidFill>
            <a:prstDash val="solid"/>
          </a:ln>
        </p:spPr>
      </p:sp>
      <p:pic>
        <p:nvPicPr>
          <p:cNvPr id="12" name="bs-ik-1-ikone" descr="preencoded.png">    </p:cNvPr>
          <p:cNvPicPr>
            <a:picLocks noChangeAspect="1"/>
          </p:cNvPicPr>
          <p:nvPr/>
        </p:nvPicPr>
        <p:blipFill>
          <a:blip r:embed="rId2"/>
          <a:stretch>
            <a:fillRect/>
          </a:stretch>
        </p:blipFill>
        <p:spPr>
          <a:xfrm>
            <a:off x="4238130" y="2157984"/>
            <a:ext cx="713232" cy="713232"/>
          </a:xfrm>
          <a:prstGeom prst="rect">
            <a:avLst/>
          </a:prstGeom>
        </p:spPr>
      </p:pic>
      <p:sp>
        <p:nvSpPr>
          <p:cNvPr id="13" name="Text 9"/>
          <p:cNvSpPr txBox="1"/>
          <p:nvPr/>
        </p:nvSpPr>
        <p:spPr>
          <a:xfrm>
            <a:off x="3459404"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Aplikasaun</a:t>
            </a:r>
            <a:endParaRPr lang="en-US" sz="1900" dirty="0"/>
          </a:p>
        </p:txBody>
      </p:sp>
      <p:sp>
        <p:nvSpPr>
          <p:cNvPr id="14" name="Text 10"/>
          <p:cNvSpPr txBox="1"/>
          <p:nvPr/>
        </p:nvSpPr>
        <p:spPr>
          <a:xfrm>
            <a:off x="3550844"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Software no servidór ba app HP (app offline SIBAR-RbR)</a:t>
            </a:r>
            <a:endParaRPr lang="en-US" sz="1500" dirty="0"/>
          </a:p>
        </p:txBody>
      </p:sp>
      <p:sp>
        <p:nvSpPr>
          <p:cNvPr id="15" name="bs-2"/>
          <p:cNvSpPr/>
          <p:nvPr/>
        </p:nvSpPr>
        <p:spPr>
          <a:xfrm>
            <a:off x="6095848" y="1463040"/>
            <a:ext cx="2545004" cy="4572000"/>
          </a:xfrm>
          <a:prstGeom prst="roundRect">
            <a:avLst>
              <a:gd name="adj" fmla="val 4312"/>
            </a:avLst>
          </a:prstGeom>
          <a:solidFill>
            <a:schemeClr val="bg2"/>
          </a:solidFill>
          <a:ln w="12700">
            <a:solidFill>
              <a:schemeClr val="bg2"/>
            </a:solidFill>
            <a:prstDash val="solid"/>
          </a:ln>
        </p:spPr>
      </p:sp>
      <p:sp>
        <p:nvSpPr>
          <p:cNvPr id="16" name="bs-ik-2-sirkulu"/>
          <p:cNvSpPr/>
          <p:nvPr/>
        </p:nvSpPr>
        <p:spPr>
          <a:xfrm>
            <a:off x="6682550" y="1828800"/>
            <a:ext cx="1371600" cy="1371600"/>
          </a:xfrm>
          <a:prstGeom prst="ellipse">
            <a:avLst/>
          </a:prstGeom>
          <a:solidFill>
            <a:schemeClr val="accent4"/>
          </a:solidFill>
          <a:ln w="12700">
            <a:solidFill>
              <a:schemeClr val="accent4"/>
            </a:solidFill>
            <a:prstDash val="solid"/>
          </a:ln>
        </p:spPr>
      </p:sp>
      <p:pic>
        <p:nvPicPr>
          <p:cNvPr id="17" name="bs-ik-2-ikone" descr="preencoded.png">    </p:cNvPr>
          <p:cNvPicPr>
            <a:picLocks noChangeAspect="1"/>
          </p:cNvPicPr>
          <p:nvPr/>
        </p:nvPicPr>
        <p:blipFill>
          <a:blip r:embed="rId3"/>
          <a:stretch>
            <a:fillRect/>
          </a:stretch>
        </p:blipFill>
        <p:spPr>
          <a:xfrm>
            <a:off x="7011734" y="2157984"/>
            <a:ext cx="713232" cy="713232"/>
          </a:xfrm>
          <a:prstGeom prst="rect">
            <a:avLst/>
          </a:prstGeom>
        </p:spPr>
      </p:pic>
      <p:sp>
        <p:nvSpPr>
          <p:cNvPr id="18" name="Text 13"/>
          <p:cNvSpPr txBox="1"/>
          <p:nvPr/>
        </p:nvSpPr>
        <p:spPr>
          <a:xfrm>
            <a:off x="6233008"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19" name="Text 14"/>
          <p:cNvSpPr txBox="1"/>
          <p:nvPr/>
        </p:nvSpPr>
        <p:spPr>
          <a:xfrm>
            <a:off x="6324448"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ChatGPT, Claude, Gemini: treinu ho Python</a:t>
            </a:r>
            <a:endParaRPr lang="en-US" sz="1500" dirty="0"/>
          </a:p>
        </p:txBody>
      </p:sp>
      <p:sp>
        <p:nvSpPr>
          <p:cNvPr id="20" name="bs-3"/>
          <p:cNvSpPr/>
          <p:nvPr/>
        </p:nvSpPr>
        <p:spPr>
          <a:xfrm>
            <a:off x="8869451" y="1463040"/>
            <a:ext cx="2545004" cy="4572000"/>
          </a:xfrm>
          <a:prstGeom prst="roundRect">
            <a:avLst>
              <a:gd name="adj" fmla="val 4312"/>
            </a:avLst>
          </a:prstGeom>
          <a:solidFill>
            <a:schemeClr val="bg2"/>
          </a:solidFill>
          <a:ln w="12700">
            <a:solidFill>
              <a:schemeClr val="bg2"/>
            </a:solidFill>
            <a:prstDash val="solid"/>
          </a:ln>
        </p:spPr>
      </p:sp>
      <p:sp>
        <p:nvSpPr>
          <p:cNvPr id="21" name="bs-ik-3-sirkulu"/>
          <p:cNvSpPr/>
          <p:nvPr/>
        </p:nvSpPr>
        <p:spPr>
          <a:xfrm>
            <a:off x="9456153" y="1828800"/>
            <a:ext cx="1371600" cy="1371600"/>
          </a:xfrm>
          <a:prstGeom prst="ellipse">
            <a:avLst/>
          </a:prstGeom>
          <a:solidFill>
            <a:schemeClr val="accent1"/>
          </a:solidFill>
          <a:ln w="12700">
            <a:solidFill>
              <a:schemeClr val="accent1"/>
            </a:solidFill>
            <a:prstDash val="solid"/>
          </a:ln>
        </p:spPr>
      </p:sp>
      <p:pic>
        <p:nvPicPr>
          <p:cNvPr id="22" name="bs-ik-3-ikone" descr="preencoded.png">    </p:cNvPr>
          <p:cNvPicPr>
            <a:picLocks noChangeAspect="1"/>
          </p:cNvPicPr>
          <p:nvPr/>
        </p:nvPicPr>
        <p:blipFill>
          <a:blip r:embed="rId4"/>
          <a:stretch>
            <a:fillRect/>
          </a:stretch>
        </p:blipFill>
        <p:spPr>
          <a:xfrm>
            <a:off x="9785337" y="2157984"/>
            <a:ext cx="713232" cy="713232"/>
          </a:xfrm>
          <a:prstGeom prst="rect">
            <a:avLst/>
          </a:prstGeom>
        </p:spPr>
      </p:pic>
      <p:sp>
        <p:nvSpPr>
          <p:cNvPr id="23" name="Text 17"/>
          <p:cNvSpPr txBox="1"/>
          <p:nvPr/>
        </p:nvSpPr>
        <p:spPr>
          <a:xfrm>
            <a:off x="9006611"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Prosesa dadus</a:t>
            </a:r>
            <a:endParaRPr lang="en-US" sz="1900" dirty="0"/>
          </a:p>
        </p:txBody>
      </p:sp>
      <p:sp>
        <p:nvSpPr>
          <p:cNvPr id="24" name="Text 18"/>
          <p:cNvSpPr txBox="1"/>
          <p:nvPr/>
        </p:nvSpPr>
        <p:spPr>
          <a:xfrm>
            <a:off x="9098051"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Konta kazu eviksaun, gráfiku, relatóriu, mapa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Istória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Husi projetu ki'ik iha Natál 1989 to'o lian númeru 1 iha mundu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02</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10:25 – 10:45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Hahú: Natál 1989 iha Amsterdam</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10:25</a:t>
            </a:r>
            <a:endParaRPr lang="en-US" sz="1200" dirty="0"/>
          </a:p>
        </p:txBody>
      </p:sp>
      <p:sp>
        <p:nvSpPr>
          <p:cNvPr id="5" name="guido-k"/>
          <p:cNvSpPr/>
          <p:nvPr/>
        </p:nvSpPr>
        <p:spPr>
          <a:xfrm>
            <a:off x="548640" y="1325880"/>
            <a:ext cx="1554480" cy="1554480"/>
          </a:xfrm>
          <a:prstGeom prst="ellipse">
            <a:avLst/>
          </a:prstGeom>
          <a:solidFill>
            <a:schemeClr val="bg1"/>
          </a:solidFill>
          <a:ln w="25400">
            <a:solidFill>
              <a:schemeClr val="accent1"/>
            </a:solidFill>
            <a:prstDash val="solid"/>
          </a:ln>
        </p:spPr>
      </p:sp>
      <p:pic>
        <p:nvPicPr>
          <p:cNvPr id="6" name="guido" descr="/tmp/claude-0/-home-user-sjamci/3266590f-78d1-5366-b61d-23553f70b1cc/scratchpad/foto/guido.jpg">    </p:cNvPr>
          <p:cNvPicPr>
            <a:picLocks noChangeAspect="1"/>
          </p:cNvPicPr>
          <p:nvPr/>
        </p:nvPicPr>
        <p:blipFill>
          <a:blip r:embed="rId1"/>
          <a:stretch>
            <a:fillRect/>
          </a:stretch>
        </p:blipFill>
        <p:spPr>
          <a:xfrm>
            <a:off x="594360" y="1371600"/>
            <a:ext cx="1463040" cy="1463040"/>
          </a:xfrm>
          <a:prstGeom prst="ellipse">
            <a:avLst/>
          </a:prstGeom>
        </p:spPr>
      </p:pic>
      <p:sp>
        <p:nvSpPr>
          <p:cNvPr id="7" name="Text 4"/>
          <p:cNvSpPr txBox="1"/>
          <p:nvPr/>
        </p:nvSpPr>
        <p:spPr>
          <a:xfrm>
            <a:off x="2331720" y="1508760"/>
            <a:ext cx="5486400"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Guido van Rossum</a:t>
            </a:r>
            <a:endParaRPr lang="en-US" sz="2800" dirty="0"/>
          </a:p>
        </p:txBody>
      </p:sp>
      <p:sp>
        <p:nvSpPr>
          <p:cNvPr id="8" name="Text 5"/>
          <p:cNvSpPr txBox="1"/>
          <p:nvPr/>
        </p:nvSpPr>
        <p:spPr>
          <a:xfrm>
            <a:off x="2331720" y="2057400"/>
            <a:ext cx="5486400" cy="411480"/>
          </a:xfrm>
          <a:prstGeom prst="rect">
            <a:avLst/>
          </a:prstGeom>
          <a:noFill/>
          <a:ln/>
        </p:spPr>
        <p:txBody>
          <a:bodyPr wrap="square" lIns="0" tIns="0" rIns="0" bIns="0" rtlCol="0" anchor="t"/>
          <a:lstStyle/>
          <a:p>
            <a:pPr indent="0" marL="0">
              <a:buNone/>
            </a:pPr>
            <a:r>
              <a:rPr lang="en-US" sz="1600" dirty="0">
                <a:solidFill>
                  <a:srgbClr val="5E6B66"/>
                </a:solidFill>
              </a:rPr>
              <a:t>Programadór Olandés · kriadór Python</a:t>
            </a:r>
            <a:endParaRPr lang="en-US" sz="1600" dirty="0"/>
          </a:p>
        </p:txBody>
      </p:sp>
      <p:sp>
        <p:nvSpPr>
          <p:cNvPr id="9" name="f-0"/>
          <p:cNvSpPr/>
          <p:nvPr/>
        </p:nvSpPr>
        <p:spPr>
          <a:xfrm>
            <a:off x="548640" y="3017520"/>
            <a:ext cx="5410048" cy="1417320"/>
          </a:xfrm>
          <a:prstGeom prst="roundRect">
            <a:avLst>
              <a:gd name="adj" fmla="val 7742"/>
            </a:avLst>
          </a:prstGeom>
          <a:solidFill>
            <a:schemeClr val="bg2"/>
          </a:solidFill>
          <a:ln w="12700">
            <a:solidFill>
              <a:schemeClr val="bg2"/>
            </a:solidFill>
            <a:prstDash val="solid"/>
          </a:ln>
        </p:spPr>
      </p:sp>
      <p:sp>
        <p:nvSpPr>
          <p:cNvPr id="10" name="f-ik-0-sirkulu"/>
          <p:cNvSpPr/>
          <p:nvPr/>
        </p:nvSpPr>
        <p:spPr>
          <a:xfrm>
            <a:off x="777240" y="3337560"/>
            <a:ext cx="777240" cy="777240"/>
          </a:xfrm>
          <a:prstGeom prst="ellipse">
            <a:avLst/>
          </a:prstGeom>
          <a:solidFill>
            <a:schemeClr val="accent1"/>
          </a:solidFill>
          <a:ln w="12700">
            <a:solidFill>
              <a:schemeClr val="accent1"/>
            </a:solidFill>
            <a:prstDash val="solid"/>
          </a:ln>
        </p:spPr>
      </p:sp>
      <p:pic>
        <p:nvPicPr>
          <p:cNvPr id="11" name="f-ik-0-ikone" descr="preencoded.png">    </p:cNvPr>
          <p:cNvPicPr>
            <a:picLocks noChangeAspect="1"/>
          </p:cNvPicPr>
          <p:nvPr/>
        </p:nvPicPr>
        <p:blipFill>
          <a:blip r:embed="rId2"/>
          <a:stretch>
            <a:fillRect/>
          </a:stretch>
        </p:blipFill>
        <p:spPr>
          <a:xfrm>
            <a:off x="963778" y="3524098"/>
            <a:ext cx="404165" cy="404165"/>
          </a:xfrm>
          <a:prstGeom prst="rect">
            <a:avLst/>
          </a:prstGeom>
        </p:spPr>
      </p:pic>
      <p:sp>
        <p:nvSpPr>
          <p:cNvPr id="12" name="Text 8"/>
          <p:cNvSpPr txBox="1"/>
          <p:nvPr/>
        </p:nvSpPr>
        <p:spPr>
          <a:xfrm>
            <a:off x="1737360"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Fatin</a:t>
            </a:r>
            <a:endParaRPr lang="en-US" sz="1700" dirty="0"/>
          </a:p>
        </p:txBody>
      </p:sp>
      <p:sp>
        <p:nvSpPr>
          <p:cNvPr id="13" name="Text 9"/>
          <p:cNvSpPr txBox="1"/>
          <p:nvPr/>
        </p:nvSpPr>
        <p:spPr>
          <a:xfrm>
            <a:off x="1737360"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CWI (Centrum Wiskunde &amp; Informatica), sentru peskiza matemátika no informátika iha Amsterdam, Olanda.</a:t>
            </a:r>
            <a:endParaRPr lang="en-US" sz="1400" dirty="0"/>
          </a:p>
        </p:txBody>
      </p:sp>
      <p:sp>
        <p:nvSpPr>
          <p:cNvPr id="14" name="f-1"/>
          <p:cNvSpPr/>
          <p:nvPr/>
        </p:nvSpPr>
        <p:spPr>
          <a:xfrm>
            <a:off x="6233008" y="3017520"/>
            <a:ext cx="5410048" cy="1417320"/>
          </a:xfrm>
          <a:prstGeom prst="roundRect">
            <a:avLst>
              <a:gd name="adj" fmla="val 7742"/>
            </a:avLst>
          </a:prstGeom>
          <a:solidFill>
            <a:schemeClr val="bg2"/>
          </a:solidFill>
          <a:ln w="12700">
            <a:solidFill>
              <a:schemeClr val="bg2"/>
            </a:solidFill>
            <a:prstDash val="solid"/>
          </a:ln>
        </p:spPr>
      </p:sp>
      <p:sp>
        <p:nvSpPr>
          <p:cNvPr id="15" name="f-ik-1-sirkulu"/>
          <p:cNvSpPr/>
          <p:nvPr/>
        </p:nvSpPr>
        <p:spPr>
          <a:xfrm>
            <a:off x="6461608" y="3337560"/>
            <a:ext cx="777240" cy="777240"/>
          </a:xfrm>
          <a:prstGeom prst="ellipse">
            <a:avLst/>
          </a:prstGeom>
          <a:solidFill>
            <a:schemeClr val="accent3"/>
          </a:solidFill>
          <a:ln w="12700">
            <a:solidFill>
              <a:schemeClr val="accent3"/>
            </a:solidFill>
            <a:prstDash val="solid"/>
          </a:ln>
        </p:spPr>
      </p:sp>
      <p:pic>
        <p:nvPicPr>
          <p:cNvPr id="16" name="f-ik-1-ikone" descr="preencoded.png">    </p:cNvPr>
          <p:cNvPicPr>
            <a:picLocks noChangeAspect="1"/>
          </p:cNvPicPr>
          <p:nvPr/>
        </p:nvPicPr>
        <p:blipFill>
          <a:blip r:embed="rId3"/>
          <a:stretch>
            <a:fillRect/>
          </a:stretch>
        </p:blipFill>
        <p:spPr>
          <a:xfrm>
            <a:off x="6648145" y="3524098"/>
            <a:ext cx="404165" cy="404165"/>
          </a:xfrm>
          <a:prstGeom prst="rect">
            <a:avLst/>
          </a:prstGeom>
        </p:spPr>
      </p:pic>
      <p:sp>
        <p:nvSpPr>
          <p:cNvPr id="17" name="Text 12"/>
          <p:cNvSpPr txBox="1"/>
          <p:nvPr/>
        </p:nvSpPr>
        <p:spPr>
          <a:xfrm>
            <a:off x="7421728"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Bainhira</a:t>
            </a:r>
            <a:endParaRPr lang="en-US" sz="1700" dirty="0"/>
          </a:p>
        </p:txBody>
      </p:sp>
      <p:sp>
        <p:nvSpPr>
          <p:cNvPr id="18" name="Text 13"/>
          <p:cNvSpPr txBox="1"/>
          <p:nvPr/>
        </p:nvSpPr>
        <p:spPr>
          <a:xfrm>
            <a:off x="7421728"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Dezembru 1989: Guido hahú Python hanesan projetu passatempu durante feriadu Natál.</a:t>
            </a:r>
            <a:endParaRPr lang="en-US" sz="1400" dirty="0"/>
          </a:p>
        </p:txBody>
      </p:sp>
      <p:sp>
        <p:nvSpPr>
          <p:cNvPr id="19" name="f-2"/>
          <p:cNvSpPr/>
          <p:nvPr/>
        </p:nvSpPr>
        <p:spPr>
          <a:xfrm>
            <a:off x="548640" y="4617720"/>
            <a:ext cx="5410048" cy="1417320"/>
          </a:xfrm>
          <a:prstGeom prst="roundRect">
            <a:avLst>
              <a:gd name="adj" fmla="val 7742"/>
            </a:avLst>
          </a:prstGeom>
          <a:solidFill>
            <a:schemeClr val="bg2"/>
          </a:solidFill>
          <a:ln w="12700">
            <a:solidFill>
              <a:schemeClr val="bg2"/>
            </a:solidFill>
            <a:prstDash val="solid"/>
          </a:ln>
        </p:spPr>
      </p:sp>
      <p:sp>
        <p:nvSpPr>
          <p:cNvPr id="20" name="f-ik-2-sirkulu"/>
          <p:cNvSpPr/>
          <p:nvPr/>
        </p:nvSpPr>
        <p:spPr>
          <a:xfrm>
            <a:off x="777240" y="4937760"/>
            <a:ext cx="777240" cy="777240"/>
          </a:xfrm>
          <a:prstGeom prst="ellipse">
            <a:avLst/>
          </a:prstGeom>
          <a:solidFill>
            <a:schemeClr val="accent6"/>
          </a:solidFill>
          <a:ln w="12700">
            <a:solidFill>
              <a:schemeClr val="accent6"/>
            </a:solidFill>
            <a:prstDash val="solid"/>
          </a:ln>
        </p:spPr>
      </p:sp>
      <p:pic>
        <p:nvPicPr>
          <p:cNvPr id="21" name="f-ik-2-ikone" descr="preencoded.png">    </p:cNvPr>
          <p:cNvPicPr>
            <a:picLocks noChangeAspect="1"/>
          </p:cNvPicPr>
          <p:nvPr/>
        </p:nvPicPr>
        <p:blipFill>
          <a:blip r:embed="rId4"/>
          <a:stretch>
            <a:fillRect/>
          </a:stretch>
        </p:blipFill>
        <p:spPr>
          <a:xfrm>
            <a:off x="963778" y="5124298"/>
            <a:ext cx="404165" cy="404165"/>
          </a:xfrm>
          <a:prstGeom prst="rect">
            <a:avLst/>
          </a:prstGeom>
        </p:spPr>
      </p:pic>
      <p:sp>
        <p:nvSpPr>
          <p:cNvPr id="22" name="Text 16"/>
          <p:cNvSpPr txBox="1"/>
          <p:nvPr/>
        </p:nvSpPr>
        <p:spPr>
          <a:xfrm>
            <a:off x="1737360"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Inspirasaun</a:t>
            </a:r>
            <a:endParaRPr lang="en-US" sz="1700" dirty="0"/>
          </a:p>
        </p:txBody>
      </p:sp>
      <p:sp>
        <p:nvSpPr>
          <p:cNvPr id="23" name="Text 17"/>
          <p:cNvSpPr txBox="1"/>
          <p:nvPr/>
        </p:nvSpPr>
        <p:spPr>
          <a:xfrm>
            <a:off x="1737360"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Lian ABC (iha CWI), maibé Guido hakarak lian ida ne'ebé simples no bele aumenta funsaun.</a:t>
            </a:r>
            <a:endParaRPr lang="en-US" sz="1400" dirty="0"/>
          </a:p>
        </p:txBody>
      </p:sp>
      <p:sp>
        <p:nvSpPr>
          <p:cNvPr id="24" name="f-3"/>
          <p:cNvSpPr/>
          <p:nvPr/>
        </p:nvSpPr>
        <p:spPr>
          <a:xfrm>
            <a:off x="6233008" y="4617720"/>
            <a:ext cx="5410048" cy="1417320"/>
          </a:xfrm>
          <a:prstGeom prst="roundRect">
            <a:avLst>
              <a:gd name="adj" fmla="val 7742"/>
            </a:avLst>
          </a:prstGeom>
          <a:solidFill>
            <a:schemeClr val="bg2"/>
          </a:solidFill>
          <a:ln w="12700">
            <a:solidFill>
              <a:schemeClr val="bg2"/>
            </a:solidFill>
            <a:prstDash val="solid"/>
          </a:ln>
        </p:spPr>
      </p:sp>
      <p:sp>
        <p:nvSpPr>
          <p:cNvPr id="25" name="f-ik-3-sirkulu"/>
          <p:cNvSpPr/>
          <p:nvPr/>
        </p:nvSpPr>
        <p:spPr>
          <a:xfrm>
            <a:off x="6461608" y="4937760"/>
            <a:ext cx="777240" cy="777240"/>
          </a:xfrm>
          <a:prstGeom prst="ellipse">
            <a:avLst/>
          </a:prstGeom>
          <a:solidFill>
            <a:schemeClr val="accent4"/>
          </a:solidFill>
          <a:ln w="12700">
            <a:solidFill>
              <a:schemeClr val="accent4"/>
            </a:solidFill>
            <a:prstDash val="solid"/>
          </a:ln>
        </p:spPr>
      </p:sp>
      <p:pic>
        <p:nvPicPr>
          <p:cNvPr id="26" name="f-ik-3-ikone" descr="preencoded.png">    </p:cNvPr>
          <p:cNvPicPr>
            <a:picLocks noChangeAspect="1"/>
          </p:cNvPicPr>
          <p:nvPr/>
        </p:nvPicPr>
        <p:blipFill>
          <a:blip r:embed="rId5"/>
          <a:stretch>
            <a:fillRect/>
          </a:stretch>
        </p:blipFill>
        <p:spPr>
          <a:xfrm>
            <a:off x="6648145" y="5124298"/>
            <a:ext cx="404165" cy="404165"/>
          </a:xfrm>
          <a:prstGeom prst="rect">
            <a:avLst/>
          </a:prstGeom>
        </p:spPr>
      </p:pic>
      <p:sp>
        <p:nvSpPr>
          <p:cNvPr id="27" name="Text 20"/>
          <p:cNvSpPr txBox="1"/>
          <p:nvPr/>
        </p:nvSpPr>
        <p:spPr>
          <a:xfrm>
            <a:off x="7421728"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Naran</a:t>
            </a:r>
            <a:endParaRPr lang="en-US" sz="1700" dirty="0"/>
          </a:p>
        </p:txBody>
      </p:sp>
      <p:sp>
        <p:nvSpPr>
          <p:cNvPr id="28" name="Text 21"/>
          <p:cNvSpPr txBox="1"/>
          <p:nvPr/>
        </p:nvSpPr>
        <p:spPr>
          <a:xfrm>
            <a:off x="7421728"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La'ós husi samea! Husi programa komédia BBC "Monty Python's Flying Circus".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Liña tempu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10:29</a:t>
            </a:r>
            <a:endParaRPr lang="en-US" sz="1200" dirty="0"/>
          </a:p>
        </p:txBody>
      </p:sp>
      <p:sp>
        <p:nvSpPr>
          <p:cNvPr id="5" name="tl-l"/>
          <p:cNvSpPr/>
          <p:nvPr/>
        </p:nvSpPr>
        <p:spPr>
          <a:xfrm>
            <a:off x="1005840" y="3063240"/>
            <a:ext cx="10180015" cy="0"/>
          </a:xfrm>
          <a:prstGeom prst="line">
            <a:avLst/>
          </a:prstGeom>
          <a:noFill/>
          <a:ln w="38100">
            <a:solidFill>
              <a:schemeClr val="accent1"/>
            </a:solidFill>
            <a:prstDash val="solid"/>
          </a:ln>
        </p:spPr>
      </p:sp>
      <p:sp>
        <p:nvSpPr>
          <p:cNvPr id="6" name="tl-p-0"/>
          <p:cNvSpPr/>
          <p:nvPr/>
        </p:nvSpPr>
        <p:spPr>
          <a:xfrm>
            <a:off x="850392" y="2907792"/>
            <a:ext cx="310896" cy="310896"/>
          </a:xfrm>
          <a:prstGeom prst="ellipse">
            <a:avLst/>
          </a:prstGeom>
          <a:solidFill>
            <a:schemeClr val="accent1"/>
          </a:solidFill>
          <a:ln w="25400">
            <a:solidFill>
              <a:schemeClr val="bg1"/>
            </a:solidFill>
            <a:prstDash val="solid"/>
          </a:ln>
        </p:spPr>
      </p:sp>
      <p:sp>
        <p:nvSpPr>
          <p:cNvPr id="7" name="Text 5"/>
          <p:cNvSpPr txBox="1"/>
          <p:nvPr/>
        </p:nvSpPr>
        <p:spPr>
          <a:xfrm>
            <a:off x="320040"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1989</a:t>
            </a:r>
            <a:endParaRPr lang="en-US" sz="1900" dirty="0"/>
          </a:p>
        </p:txBody>
      </p:sp>
      <p:sp>
        <p:nvSpPr>
          <p:cNvPr id="8" name="Text 6"/>
          <p:cNvSpPr txBox="1"/>
          <p:nvPr/>
        </p:nvSpPr>
        <p:spPr>
          <a:xfrm>
            <a:off x="274320"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Hahú</a:t>
            </a:r>
            <a:endParaRPr lang="en-US" sz="1400" dirty="0"/>
          </a:p>
        </p:txBody>
      </p:sp>
      <p:sp>
        <p:nvSpPr>
          <p:cNvPr id="9" name="Text 7"/>
          <p:cNvSpPr txBox="1"/>
          <p:nvPr/>
        </p:nvSpPr>
        <p:spPr>
          <a:xfrm>
            <a:off x="274320"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Projetu Natál Guido</a:t>
            </a:r>
            <a:endParaRPr lang="en-US" sz="1200" dirty="0"/>
          </a:p>
        </p:txBody>
      </p:sp>
      <p:sp>
        <p:nvSpPr>
          <p:cNvPr id="10" name="tl-p-1"/>
          <p:cNvSpPr/>
          <p:nvPr/>
        </p:nvSpPr>
        <p:spPr>
          <a:xfrm>
            <a:off x="2122894" y="2907792"/>
            <a:ext cx="310896" cy="310896"/>
          </a:xfrm>
          <a:prstGeom prst="ellipse">
            <a:avLst/>
          </a:prstGeom>
          <a:solidFill>
            <a:schemeClr val="accent5"/>
          </a:solidFill>
          <a:ln w="25400">
            <a:solidFill>
              <a:schemeClr val="bg1"/>
            </a:solidFill>
            <a:prstDash val="solid"/>
          </a:ln>
        </p:spPr>
      </p:sp>
      <p:sp>
        <p:nvSpPr>
          <p:cNvPr id="11" name="Text 9"/>
          <p:cNvSpPr txBox="1"/>
          <p:nvPr/>
        </p:nvSpPr>
        <p:spPr>
          <a:xfrm>
            <a:off x="1592542"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1991</a:t>
            </a:r>
            <a:endParaRPr lang="en-US" sz="1900" dirty="0"/>
          </a:p>
        </p:txBody>
      </p:sp>
      <p:sp>
        <p:nvSpPr>
          <p:cNvPr id="12" name="Text 10"/>
          <p:cNvSpPr txBox="1"/>
          <p:nvPr/>
        </p:nvSpPr>
        <p:spPr>
          <a:xfrm>
            <a:off x="1546822"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Públiku</a:t>
            </a:r>
            <a:endParaRPr lang="en-US" sz="1400" dirty="0"/>
          </a:p>
        </p:txBody>
      </p:sp>
      <p:sp>
        <p:nvSpPr>
          <p:cNvPr id="13" name="Text 11"/>
          <p:cNvSpPr txBox="1"/>
          <p:nvPr/>
        </p:nvSpPr>
        <p:spPr>
          <a:xfrm>
            <a:off x="1546822"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0.9.0 (Fevereiru)</a:t>
            </a:r>
            <a:endParaRPr lang="en-US" sz="1200" dirty="0"/>
          </a:p>
        </p:txBody>
      </p:sp>
      <p:sp>
        <p:nvSpPr>
          <p:cNvPr id="14" name="tl-p-2"/>
          <p:cNvSpPr/>
          <p:nvPr/>
        </p:nvSpPr>
        <p:spPr>
          <a:xfrm>
            <a:off x="3395396" y="2907792"/>
            <a:ext cx="310896" cy="310896"/>
          </a:xfrm>
          <a:prstGeom prst="ellipse">
            <a:avLst/>
          </a:prstGeom>
          <a:solidFill>
            <a:schemeClr val="accent6"/>
          </a:solidFill>
          <a:ln w="25400">
            <a:solidFill>
              <a:schemeClr val="bg1"/>
            </a:solidFill>
            <a:prstDash val="solid"/>
          </a:ln>
        </p:spPr>
      </p:sp>
      <p:sp>
        <p:nvSpPr>
          <p:cNvPr id="15" name="Text 13"/>
          <p:cNvSpPr txBox="1"/>
          <p:nvPr/>
        </p:nvSpPr>
        <p:spPr>
          <a:xfrm>
            <a:off x="2865044"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1994</a:t>
            </a:r>
            <a:endParaRPr lang="en-US" sz="1900" dirty="0"/>
          </a:p>
        </p:txBody>
      </p:sp>
      <p:sp>
        <p:nvSpPr>
          <p:cNvPr id="16" name="Text 14"/>
          <p:cNvSpPr txBox="1"/>
          <p:nvPr/>
        </p:nvSpPr>
        <p:spPr>
          <a:xfrm>
            <a:off x="2819324"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1.0</a:t>
            </a:r>
            <a:endParaRPr lang="en-US" sz="1400" dirty="0"/>
          </a:p>
        </p:txBody>
      </p:sp>
      <p:sp>
        <p:nvSpPr>
          <p:cNvPr id="17" name="Text 15"/>
          <p:cNvSpPr txBox="1"/>
          <p:nvPr/>
        </p:nvSpPr>
        <p:spPr>
          <a:xfrm>
            <a:off x="2819324"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estável dahuluk</a:t>
            </a:r>
            <a:endParaRPr lang="en-US" sz="1200" dirty="0"/>
          </a:p>
        </p:txBody>
      </p:sp>
      <p:sp>
        <p:nvSpPr>
          <p:cNvPr id="18" name="tl-p-3"/>
          <p:cNvSpPr/>
          <p:nvPr/>
        </p:nvSpPr>
        <p:spPr>
          <a:xfrm>
            <a:off x="4667898" y="2907792"/>
            <a:ext cx="310896" cy="310896"/>
          </a:xfrm>
          <a:prstGeom prst="ellipse">
            <a:avLst/>
          </a:prstGeom>
          <a:solidFill>
            <a:schemeClr val="accent3"/>
          </a:solidFill>
          <a:ln w="25400">
            <a:solidFill>
              <a:schemeClr val="bg1"/>
            </a:solidFill>
            <a:prstDash val="solid"/>
          </a:ln>
        </p:spPr>
      </p:sp>
      <p:sp>
        <p:nvSpPr>
          <p:cNvPr id="19" name="Text 17"/>
          <p:cNvSpPr txBox="1"/>
          <p:nvPr/>
        </p:nvSpPr>
        <p:spPr>
          <a:xfrm>
            <a:off x="4137546"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2000</a:t>
            </a:r>
            <a:endParaRPr lang="en-US" sz="1900" dirty="0"/>
          </a:p>
        </p:txBody>
      </p:sp>
      <p:sp>
        <p:nvSpPr>
          <p:cNvPr id="20" name="Text 18"/>
          <p:cNvSpPr txBox="1"/>
          <p:nvPr/>
        </p:nvSpPr>
        <p:spPr>
          <a:xfrm>
            <a:off x="4091826"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2.0</a:t>
            </a:r>
            <a:endParaRPr lang="en-US" sz="1400" dirty="0"/>
          </a:p>
        </p:txBody>
      </p:sp>
      <p:sp>
        <p:nvSpPr>
          <p:cNvPr id="21" name="Text 19"/>
          <p:cNvSpPr txBox="1"/>
          <p:nvPr/>
        </p:nvSpPr>
        <p:spPr>
          <a:xfrm>
            <a:off x="4091826"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Lista foun, Unicode</a:t>
            </a:r>
            <a:endParaRPr lang="en-US" sz="1200" dirty="0"/>
          </a:p>
        </p:txBody>
      </p:sp>
      <p:sp>
        <p:nvSpPr>
          <p:cNvPr id="22" name="tl-p-4"/>
          <p:cNvSpPr/>
          <p:nvPr/>
        </p:nvSpPr>
        <p:spPr>
          <a:xfrm>
            <a:off x="5940400" y="2907792"/>
            <a:ext cx="310896" cy="310896"/>
          </a:xfrm>
          <a:prstGeom prst="ellipse">
            <a:avLst/>
          </a:prstGeom>
          <a:solidFill>
            <a:schemeClr val="accent1"/>
          </a:solidFill>
          <a:ln w="25400">
            <a:solidFill>
              <a:schemeClr val="bg1"/>
            </a:solidFill>
            <a:prstDash val="solid"/>
          </a:ln>
        </p:spPr>
      </p:sp>
      <p:sp>
        <p:nvSpPr>
          <p:cNvPr id="23" name="Text 21"/>
          <p:cNvSpPr txBox="1"/>
          <p:nvPr/>
        </p:nvSpPr>
        <p:spPr>
          <a:xfrm>
            <a:off x="5410048"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2001</a:t>
            </a:r>
            <a:endParaRPr lang="en-US" sz="1900" dirty="0"/>
          </a:p>
        </p:txBody>
      </p:sp>
      <p:sp>
        <p:nvSpPr>
          <p:cNvPr id="24" name="Text 22"/>
          <p:cNvSpPr txBox="1"/>
          <p:nvPr/>
        </p:nvSpPr>
        <p:spPr>
          <a:xfrm>
            <a:off x="5364328"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PSF</a:t>
            </a:r>
            <a:endParaRPr lang="en-US" sz="1400" dirty="0"/>
          </a:p>
        </p:txBody>
      </p:sp>
      <p:sp>
        <p:nvSpPr>
          <p:cNvPr id="25" name="Text 23"/>
          <p:cNvSpPr txBox="1"/>
          <p:nvPr/>
        </p:nvSpPr>
        <p:spPr>
          <a:xfrm>
            <a:off x="5364328"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Fundasaun Python harii</a:t>
            </a:r>
            <a:endParaRPr lang="en-US" sz="1200" dirty="0"/>
          </a:p>
        </p:txBody>
      </p:sp>
      <p:sp>
        <p:nvSpPr>
          <p:cNvPr id="26" name="tl-p-5"/>
          <p:cNvSpPr/>
          <p:nvPr/>
        </p:nvSpPr>
        <p:spPr>
          <a:xfrm>
            <a:off x="7212902" y="2907792"/>
            <a:ext cx="310896" cy="310896"/>
          </a:xfrm>
          <a:prstGeom prst="ellipse">
            <a:avLst/>
          </a:prstGeom>
          <a:solidFill>
            <a:schemeClr val="accent5"/>
          </a:solidFill>
          <a:ln w="25400">
            <a:solidFill>
              <a:schemeClr val="bg1"/>
            </a:solidFill>
            <a:prstDash val="solid"/>
          </a:ln>
        </p:spPr>
      </p:sp>
      <p:sp>
        <p:nvSpPr>
          <p:cNvPr id="27" name="Text 25"/>
          <p:cNvSpPr txBox="1"/>
          <p:nvPr/>
        </p:nvSpPr>
        <p:spPr>
          <a:xfrm>
            <a:off x="6682550"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2008</a:t>
            </a:r>
            <a:endParaRPr lang="en-US" sz="1900" dirty="0"/>
          </a:p>
        </p:txBody>
      </p:sp>
      <p:sp>
        <p:nvSpPr>
          <p:cNvPr id="28" name="Text 26"/>
          <p:cNvSpPr txBox="1"/>
          <p:nvPr/>
        </p:nvSpPr>
        <p:spPr>
          <a:xfrm>
            <a:off x="6636830"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3.0</a:t>
            </a:r>
            <a:endParaRPr lang="en-US" sz="1400" dirty="0"/>
          </a:p>
        </p:txBody>
      </p:sp>
      <p:sp>
        <p:nvSpPr>
          <p:cNvPr id="29" name="Text 27"/>
          <p:cNvSpPr txBox="1"/>
          <p:nvPr/>
        </p:nvSpPr>
        <p:spPr>
          <a:xfrm>
            <a:off x="6636830"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di'ak liu, la kompatível ho 2</a:t>
            </a:r>
            <a:endParaRPr lang="en-US" sz="1200" dirty="0"/>
          </a:p>
        </p:txBody>
      </p:sp>
      <p:sp>
        <p:nvSpPr>
          <p:cNvPr id="30" name="tl-p-6"/>
          <p:cNvSpPr/>
          <p:nvPr/>
        </p:nvSpPr>
        <p:spPr>
          <a:xfrm>
            <a:off x="8485403" y="2907792"/>
            <a:ext cx="310896" cy="310896"/>
          </a:xfrm>
          <a:prstGeom prst="ellipse">
            <a:avLst/>
          </a:prstGeom>
          <a:solidFill>
            <a:schemeClr val="accent6"/>
          </a:solidFill>
          <a:ln w="25400">
            <a:solidFill>
              <a:schemeClr val="bg1"/>
            </a:solidFill>
            <a:prstDash val="solid"/>
          </a:ln>
        </p:spPr>
      </p:sp>
      <p:sp>
        <p:nvSpPr>
          <p:cNvPr id="31" name="Text 29"/>
          <p:cNvSpPr txBox="1"/>
          <p:nvPr/>
        </p:nvSpPr>
        <p:spPr>
          <a:xfrm>
            <a:off x="7955051"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2020</a:t>
            </a:r>
            <a:endParaRPr lang="en-US" sz="1900" dirty="0"/>
          </a:p>
        </p:txBody>
      </p:sp>
      <p:sp>
        <p:nvSpPr>
          <p:cNvPr id="32" name="Text 30"/>
          <p:cNvSpPr txBox="1"/>
          <p:nvPr/>
        </p:nvSpPr>
        <p:spPr>
          <a:xfrm>
            <a:off x="7909331"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Py2 remata</a:t>
            </a:r>
            <a:endParaRPr lang="en-US" sz="1400" dirty="0"/>
          </a:p>
        </p:txBody>
      </p:sp>
      <p:sp>
        <p:nvSpPr>
          <p:cNvPr id="33" name="Text 31"/>
          <p:cNvSpPr txBox="1"/>
          <p:nvPr/>
        </p:nvSpPr>
        <p:spPr>
          <a:xfrm>
            <a:off x="7909331"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Suporte remata 1 Janeiru</a:t>
            </a:r>
            <a:endParaRPr lang="en-US" sz="1200" dirty="0"/>
          </a:p>
        </p:txBody>
      </p:sp>
      <p:sp>
        <p:nvSpPr>
          <p:cNvPr id="34" name="tl-p-7"/>
          <p:cNvSpPr/>
          <p:nvPr/>
        </p:nvSpPr>
        <p:spPr>
          <a:xfrm>
            <a:off x="9757905" y="2907792"/>
            <a:ext cx="310896" cy="310896"/>
          </a:xfrm>
          <a:prstGeom prst="ellipse">
            <a:avLst/>
          </a:prstGeom>
          <a:solidFill>
            <a:schemeClr val="accent3"/>
          </a:solidFill>
          <a:ln w="25400">
            <a:solidFill>
              <a:schemeClr val="bg1"/>
            </a:solidFill>
            <a:prstDash val="solid"/>
          </a:ln>
        </p:spPr>
      </p:sp>
      <p:sp>
        <p:nvSpPr>
          <p:cNvPr id="35" name="Text 33"/>
          <p:cNvSpPr txBox="1"/>
          <p:nvPr/>
        </p:nvSpPr>
        <p:spPr>
          <a:xfrm>
            <a:off x="9227553"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2021</a:t>
            </a:r>
            <a:endParaRPr lang="en-US" sz="1900" dirty="0"/>
          </a:p>
        </p:txBody>
      </p:sp>
      <p:sp>
        <p:nvSpPr>
          <p:cNvPr id="36" name="Text 34"/>
          <p:cNvSpPr txBox="1"/>
          <p:nvPr/>
        </p:nvSpPr>
        <p:spPr>
          <a:xfrm>
            <a:off x="9181833"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Númeru 1</a:t>
            </a:r>
            <a:endParaRPr lang="en-US" sz="1400" dirty="0"/>
          </a:p>
        </p:txBody>
      </p:sp>
      <p:sp>
        <p:nvSpPr>
          <p:cNvPr id="37" name="Text 35"/>
          <p:cNvSpPr txBox="1"/>
          <p:nvPr/>
        </p:nvSpPr>
        <p:spPr>
          <a:xfrm>
            <a:off x="9181833"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populár liu (TIOBE)</a:t>
            </a:r>
            <a:endParaRPr lang="en-US" sz="1200" dirty="0"/>
          </a:p>
        </p:txBody>
      </p:sp>
      <p:sp>
        <p:nvSpPr>
          <p:cNvPr id="38" name="tl-p-8"/>
          <p:cNvSpPr/>
          <p:nvPr/>
        </p:nvSpPr>
        <p:spPr>
          <a:xfrm>
            <a:off x="11030407" y="2907792"/>
            <a:ext cx="310896" cy="310896"/>
          </a:xfrm>
          <a:prstGeom prst="ellipse">
            <a:avLst/>
          </a:prstGeom>
          <a:solidFill>
            <a:schemeClr val="accent1"/>
          </a:solidFill>
          <a:ln w="25400">
            <a:solidFill>
              <a:schemeClr val="bg1"/>
            </a:solidFill>
            <a:prstDash val="solid"/>
          </a:ln>
        </p:spPr>
      </p:sp>
      <p:sp>
        <p:nvSpPr>
          <p:cNvPr id="39" name="Text 37"/>
          <p:cNvSpPr txBox="1"/>
          <p:nvPr/>
        </p:nvSpPr>
        <p:spPr>
          <a:xfrm>
            <a:off x="10500055"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2025</a:t>
            </a:r>
            <a:endParaRPr lang="en-US" sz="1900" dirty="0"/>
          </a:p>
        </p:txBody>
      </p:sp>
      <p:sp>
        <p:nvSpPr>
          <p:cNvPr id="40" name="Text 38"/>
          <p:cNvSpPr txBox="1"/>
          <p:nvPr/>
        </p:nvSpPr>
        <p:spPr>
          <a:xfrm>
            <a:off x="10454335"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3.14</a:t>
            </a:r>
            <a:endParaRPr lang="en-US" sz="1400" dirty="0"/>
          </a:p>
        </p:txBody>
      </p:sp>
      <p:sp>
        <p:nvSpPr>
          <p:cNvPr id="41" name="Text 39"/>
          <p:cNvSpPr txBox="1"/>
          <p:nvPr/>
        </p:nvSpPr>
        <p:spPr>
          <a:xfrm>
            <a:off x="10454335"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foun kada Outubru</a:t>
            </a:r>
            <a:endParaRPr lang="en-US" sz="1200" dirty="0"/>
          </a:p>
        </p:txBody>
      </p:sp>
      <p:sp>
        <p:nvSpPr>
          <p:cNvPr id="42" name="Text 40"/>
          <p:cNvSpPr txBox="1"/>
          <p:nvPr/>
        </p:nvSpPr>
        <p:spPr>
          <a:xfrm>
            <a:off x="548640" y="5852160"/>
            <a:ext cx="11094415" cy="411480"/>
          </a:xfrm>
          <a:prstGeom prst="rect">
            <a:avLst/>
          </a:prstGeom>
          <a:noFill/>
          <a:ln/>
        </p:spPr>
        <p:txBody>
          <a:bodyPr wrap="square" lIns="0" tIns="0" rIns="0" bIns="0" rtlCol="0" anchor="t"/>
          <a:lstStyle/>
          <a:p>
            <a:pPr algn="ctr" indent="0" marL="0">
              <a:buNone/>
            </a:pPr>
            <a:r>
              <a:rPr lang="en-US" sz="1500" i="1" dirty="0">
                <a:solidFill>
                  <a:srgbClr val="5E6B66"/>
                </a:solidFill>
              </a:rPr>
              <a:t>Python ohin: tinan 35 resin. Versaun foun sai kada tinan iha fulan Outubru.</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Versaun boot tolu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10:34</a:t>
            </a:r>
            <a:endParaRPr lang="en-US" sz="1200" dirty="0"/>
          </a:p>
        </p:txBody>
      </p:sp>
      <p:sp>
        <p:nvSpPr>
          <p:cNvPr id="5" name="v-cab-0"/>
          <p:cNvSpPr/>
          <p:nvPr/>
        </p:nvSpPr>
        <p:spPr>
          <a:xfrm>
            <a:off x="548640" y="1463040"/>
            <a:ext cx="3423818" cy="1143000"/>
          </a:xfrm>
          <a:prstGeom prst="roundRect">
            <a:avLst>
              <a:gd name="adj" fmla="val 9600"/>
            </a:avLst>
          </a:prstGeom>
          <a:solidFill>
            <a:schemeClr val="accent6"/>
          </a:solidFill>
          <a:ln w="12700">
            <a:solidFill>
              <a:schemeClr val="accent6"/>
            </a:solidFill>
            <a:prstDash val="solid"/>
          </a:ln>
        </p:spPr>
      </p:sp>
      <p:sp>
        <p:nvSpPr>
          <p:cNvPr id="6" name="Text 4"/>
          <p:cNvSpPr txBox="1"/>
          <p:nvPr/>
        </p:nvSpPr>
        <p:spPr>
          <a:xfrm>
            <a:off x="548640"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1</a:t>
            </a:r>
            <a:endParaRPr lang="en-US" sz="2800" dirty="0"/>
          </a:p>
        </p:txBody>
      </p:sp>
      <p:sp>
        <p:nvSpPr>
          <p:cNvPr id="7" name="Text 5"/>
          <p:cNvSpPr txBox="1"/>
          <p:nvPr/>
        </p:nvSpPr>
        <p:spPr>
          <a:xfrm>
            <a:off x="548640"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1994</a:t>
            </a:r>
            <a:endParaRPr lang="en-US" sz="1600" dirty="0"/>
          </a:p>
        </p:txBody>
      </p:sp>
      <p:sp>
        <p:nvSpPr>
          <p:cNvPr id="8" name="v-0"/>
          <p:cNvSpPr/>
          <p:nvPr/>
        </p:nvSpPr>
        <p:spPr>
          <a:xfrm>
            <a:off x="548640" y="2788920"/>
            <a:ext cx="3423818" cy="3291840"/>
          </a:xfrm>
          <a:prstGeom prst="roundRect">
            <a:avLst>
              <a:gd name="adj" fmla="val 3333"/>
            </a:avLst>
          </a:prstGeom>
          <a:solidFill>
            <a:schemeClr val="bg2"/>
          </a:solidFill>
          <a:ln w="12700">
            <a:solidFill>
              <a:schemeClr val="bg2"/>
            </a:solidFill>
            <a:prstDash val="solid"/>
          </a:ln>
        </p:spPr>
      </p:sp>
      <p:sp>
        <p:nvSpPr>
          <p:cNvPr id="9" name="Text 7"/>
          <p:cNvSpPr txBox="1"/>
          <p:nvPr/>
        </p:nvSpPr>
        <p:spPr>
          <a:xfrm>
            <a:off x="822960"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Baze lian: funsaun, lista, dicionáriu</a:t>
            </a:r>
            <a:endParaRPr lang="en-US" sz="1500" dirty="0"/>
          </a:p>
          <a:p>
            <a:pPr marL="342900" indent="-342900">
              <a:spcAft>
                <a:spcPts val="1400"/>
              </a:spcAft>
              <a:buSzPct val="100000"/>
              <a:buChar char="•"/>
            </a:pPr>
            <a:r>
              <a:rPr lang="en-US" sz="1500" dirty="0">
                <a:solidFill>
                  <a:schemeClr val="tx1"/>
                </a:solidFill>
              </a:rPr>
              <a:t>Komunidade ki'ik, uza iha peskiza</a:t>
            </a:r>
            <a:endParaRPr lang="en-US" sz="1500" dirty="0"/>
          </a:p>
          <a:p>
            <a:pPr marL="342900" indent="-342900">
              <a:spcAft>
                <a:spcPts val="1400"/>
              </a:spcAft>
              <a:buSzPct val="100000"/>
              <a:buChar char="•"/>
            </a:pPr>
            <a:r>
              <a:rPr lang="en-US" sz="1500" dirty="0">
                <a:solidFill>
                  <a:schemeClr val="tx1"/>
                </a:solidFill>
              </a:rPr>
              <a:t>1995: Guido muda ba CNRI iha Estadus Unidus</a:t>
            </a:r>
            <a:endParaRPr lang="en-US" sz="1500" dirty="0"/>
          </a:p>
        </p:txBody>
      </p:sp>
      <p:sp>
        <p:nvSpPr>
          <p:cNvPr id="10" name="v-cab-1"/>
          <p:cNvSpPr/>
          <p:nvPr/>
        </p:nvSpPr>
        <p:spPr>
          <a:xfrm>
            <a:off x="4246778" y="1463040"/>
            <a:ext cx="3423818" cy="1143000"/>
          </a:xfrm>
          <a:prstGeom prst="roundRect">
            <a:avLst>
              <a:gd name="adj" fmla="val 9600"/>
            </a:avLst>
          </a:prstGeom>
          <a:solidFill>
            <a:schemeClr val="accent5"/>
          </a:solidFill>
          <a:ln w="12700">
            <a:solidFill>
              <a:schemeClr val="accent5"/>
            </a:solidFill>
            <a:prstDash val="solid"/>
          </a:ln>
        </p:spPr>
      </p:sp>
      <p:sp>
        <p:nvSpPr>
          <p:cNvPr id="11" name="Text 9"/>
          <p:cNvSpPr txBox="1"/>
          <p:nvPr/>
        </p:nvSpPr>
        <p:spPr>
          <a:xfrm>
            <a:off x="4246778"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2</a:t>
            </a:r>
            <a:endParaRPr lang="en-US" sz="2800" dirty="0"/>
          </a:p>
        </p:txBody>
      </p:sp>
      <p:sp>
        <p:nvSpPr>
          <p:cNvPr id="12" name="Text 10"/>
          <p:cNvSpPr txBox="1"/>
          <p:nvPr/>
        </p:nvSpPr>
        <p:spPr>
          <a:xfrm>
            <a:off x="4246778"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2000</a:t>
            </a:r>
            <a:endParaRPr lang="en-US" sz="1600" dirty="0"/>
          </a:p>
        </p:txBody>
      </p:sp>
      <p:sp>
        <p:nvSpPr>
          <p:cNvPr id="13" name="v-1"/>
          <p:cNvSpPr/>
          <p:nvPr/>
        </p:nvSpPr>
        <p:spPr>
          <a:xfrm>
            <a:off x="4246778" y="2788920"/>
            <a:ext cx="3423818" cy="329184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4521098"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List comprehension, Unicode</a:t>
            </a:r>
            <a:endParaRPr lang="en-US" sz="1500" dirty="0"/>
          </a:p>
          <a:p>
            <a:pPr marL="342900" indent="-342900">
              <a:spcAft>
                <a:spcPts val="1400"/>
              </a:spcAft>
              <a:buSzPct val="100000"/>
              <a:buChar char="•"/>
            </a:pPr>
            <a:r>
              <a:rPr lang="en-US" sz="1500" dirty="0">
                <a:solidFill>
                  <a:schemeClr val="tx1"/>
                </a:solidFill>
              </a:rPr>
              <a:t>Komunidade boot: web no sistema</a:t>
            </a:r>
            <a:endParaRPr lang="en-US" sz="1500" dirty="0"/>
          </a:p>
          <a:p>
            <a:pPr marL="342900" indent="-342900">
              <a:spcAft>
                <a:spcPts val="1400"/>
              </a:spcAft>
              <a:buSzPct val="100000"/>
              <a:buChar char="•"/>
            </a:pPr>
            <a:r>
              <a:rPr lang="en-US" sz="1500" dirty="0">
                <a:solidFill>
                  <a:schemeClr val="tx1"/>
                </a:solidFill>
              </a:rPr>
              <a:t>Remata 1 Janeiru 2020 (2.7.18 ikus)</a:t>
            </a:r>
            <a:endParaRPr lang="en-US" sz="1500" dirty="0"/>
          </a:p>
        </p:txBody>
      </p:sp>
      <p:sp>
        <p:nvSpPr>
          <p:cNvPr id="15" name="v-cab-2"/>
          <p:cNvSpPr/>
          <p:nvPr/>
        </p:nvSpPr>
        <p:spPr>
          <a:xfrm>
            <a:off x="7944917" y="1463040"/>
            <a:ext cx="3423818" cy="1143000"/>
          </a:xfrm>
          <a:prstGeom prst="roundRect">
            <a:avLst>
              <a:gd name="adj" fmla="val 9600"/>
            </a:avLst>
          </a:prstGeom>
          <a:solidFill>
            <a:schemeClr val="accent1"/>
          </a:solidFill>
          <a:ln w="12700">
            <a:solidFill>
              <a:schemeClr val="accent1"/>
            </a:solidFill>
            <a:prstDash val="solid"/>
          </a:ln>
        </p:spPr>
      </p:sp>
      <p:sp>
        <p:nvSpPr>
          <p:cNvPr id="16" name="Text 14"/>
          <p:cNvSpPr txBox="1"/>
          <p:nvPr/>
        </p:nvSpPr>
        <p:spPr>
          <a:xfrm>
            <a:off x="7944917"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3</a:t>
            </a:r>
            <a:endParaRPr lang="en-US" sz="2800" dirty="0"/>
          </a:p>
        </p:txBody>
      </p:sp>
      <p:sp>
        <p:nvSpPr>
          <p:cNvPr id="17" name="Text 15"/>
          <p:cNvSpPr txBox="1"/>
          <p:nvPr/>
        </p:nvSpPr>
        <p:spPr>
          <a:xfrm>
            <a:off x="7944917"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2008 – ohin</a:t>
            </a:r>
            <a:endParaRPr lang="en-US" sz="1600" dirty="0"/>
          </a:p>
        </p:txBody>
      </p:sp>
      <p:sp>
        <p:nvSpPr>
          <p:cNvPr id="18" name="v-2"/>
          <p:cNvSpPr/>
          <p:nvPr/>
        </p:nvSpPr>
        <p:spPr>
          <a:xfrm>
            <a:off x="7944917" y="2788920"/>
            <a:ext cx="3423818" cy="329184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8219237"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Hadi'a sala uluk; testu Unicode baze</a:t>
            </a:r>
            <a:endParaRPr lang="en-US" sz="1500" dirty="0"/>
          </a:p>
          <a:p>
            <a:pPr marL="342900" indent="-342900">
              <a:spcAft>
                <a:spcPts val="1400"/>
              </a:spcAft>
              <a:buSzPct val="100000"/>
              <a:buChar char="•"/>
            </a:pPr>
            <a:r>
              <a:rPr lang="en-US" sz="1500" dirty="0">
                <a:solidFill>
                  <a:schemeClr val="tx1"/>
                </a:solidFill>
              </a:rPr>
              <a:t>Lian ba siénsia dadus no AI</a:t>
            </a:r>
            <a:endParaRPr lang="en-US" sz="1500" dirty="0"/>
          </a:p>
          <a:p>
            <a:pPr marL="342900" indent="-342900">
              <a:spcAft>
                <a:spcPts val="1400"/>
              </a:spcAft>
              <a:buSzPct val="100000"/>
              <a:buChar char="•"/>
            </a:pPr>
            <a:r>
              <a:rPr lang="en-US" sz="1500" dirty="0">
                <a:solidFill>
                  <a:schemeClr val="tx1"/>
                </a:solidFill>
              </a:rPr>
              <a:t>SIBAR-RbR uza Python 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Komunidade no filozofia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10:38</a:t>
            </a:r>
            <a:endParaRPr lang="en-US" sz="1200" dirty="0"/>
          </a:p>
        </p:txBody>
      </p:sp>
      <p:sp>
        <p:nvSpPr>
          <p:cNvPr id="5" name="g2-k"/>
          <p:cNvSpPr/>
          <p:nvPr/>
        </p:nvSpPr>
        <p:spPr>
          <a:xfrm>
            <a:off x="548640" y="1371600"/>
            <a:ext cx="1234440" cy="1234440"/>
          </a:xfrm>
          <a:prstGeom prst="ellipse">
            <a:avLst/>
          </a:prstGeom>
          <a:solidFill>
            <a:schemeClr val="bg1"/>
          </a:solidFill>
          <a:ln w="25400">
            <a:solidFill>
              <a:schemeClr val="accent1"/>
            </a:solidFill>
            <a:prstDash val="solid"/>
          </a:ln>
        </p:spPr>
      </p:sp>
      <p:pic>
        <p:nvPicPr>
          <p:cNvPr id="6" name="g2" descr="/tmp/claude-0/-home-user-sjamci/3266590f-78d1-5366-b61d-23553f70b1cc/scratchpad/foto/guido.jpg">    </p:cNvPr>
          <p:cNvPicPr>
            <a:picLocks noChangeAspect="1"/>
          </p:cNvPicPr>
          <p:nvPr/>
        </p:nvPicPr>
        <p:blipFill>
          <a:blip r:embed="rId1"/>
          <a:stretch>
            <a:fillRect/>
          </a:stretch>
        </p:blipFill>
        <p:spPr>
          <a:xfrm>
            <a:off x="594360" y="1417320"/>
            <a:ext cx="1143000" cy="1143000"/>
          </a:xfrm>
          <a:prstGeom prst="ellipse">
            <a:avLst/>
          </a:prstGeom>
        </p:spPr>
      </p:pic>
      <p:sp>
        <p:nvSpPr>
          <p:cNvPr id="7" name="Text 4"/>
          <p:cNvSpPr txBox="1"/>
          <p:nvPr/>
        </p:nvSpPr>
        <p:spPr>
          <a:xfrm>
            <a:off x="1920240" y="1508760"/>
            <a:ext cx="1737360" cy="1005840"/>
          </a:xfrm>
          <a:prstGeom prst="rect">
            <a:avLst/>
          </a:prstGeom>
          <a:noFill/>
          <a:ln/>
        </p:spPr>
        <p:txBody>
          <a:bodyPr wrap="square" lIns="0" tIns="0" rIns="0" bIns="0" rtlCol="0" anchor="ctr"/>
          <a:lstStyle/>
          <a:p>
            <a:pPr indent="0" marL="0">
              <a:buNone/>
            </a:pPr>
            <a:r>
              <a:rPr lang="en-US" sz="1400" b="1" dirty="0">
                <a:solidFill>
                  <a:schemeClr val="tx2"/>
                </a:solidFill>
              </a:rPr>
              <a:t>Guido van Rossum</a:t>
            </a:r>
            <a:endParaRPr lang="en-US" sz="1400" dirty="0"/>
          </a:p>
          <a:p>
            <a:pPr indent="0" marL="0">
              <a:buNone/>
            </a:pPr>
            <a:r>
              <a:rPr lang="en-US" sz="1200" dirty="0">
                <a:solidFill>
                  <a:srgbClr val="5E6B66"/>
                </a:solidFill>
              </a:rPr>
              <a:t>Kriadór · lider (BDFL) to'o 2018</a:t>
            </a:r>
            <a:endParaRPr lang="en-US" sz="1400" dirty="0"/>
          </a:p>
        </p:txBody>
      </p:sp>
      <p:sp>
        <p:nvSpPr>
          <p:cNvPr id="8" name="tim"/>
          <p:cNvSpPr/>
          <p:nvPr/>
        </p:nvSpPr>
        <p:spPr>
          <a:xfrm>
            <a:off x="3749040" y="1417320"/>
            <a:ext cx="1143000" cy="1143000"/>
          </a:xfrm>
          <a:prstGeom prst="ellipse">
            <a:avLst/>
          </a:prstGeom>
          <a:solidFill>
            <a:srgbClr val="DCE3E0"/>
          </a:solidFill>
          <a:ln w="25400">
            <a:solidFill>
              <a:schemeClr val="accent1"/>
            </a:solidFill>
            <a:prstDash val="dash"/>
          </a:ln>
        </p:spPr>
      </p:sp>
      <p:pic>
        <p:nvPicPr>
          <p:cNvPr id="9" name="tim-ik" descr="preencoded.png">    </p:cNvPr>
          <p:cNvPicPr>
            <a:picLocks noChangeAspect="1"/>
          </p:cNvPicPr>
          <p:nvPr/>
        </p:nvPicPr>
        <p:blipFill>
          <a:blip r:embed="rId2"/>
          <a:stretch>
            <a:fillRect/>
          </a:stretch>
        </p:blipFill>
        <p:spPr>
          <a:xfrm>
            <a:off x="4069080" y="1737360"/>
            <a:ext cx="502920" cy="502920"/>
          </a:xfrm>
          <a:prstGeom prst="rect">
            <a:avLst/>
          </a:prstGeom>
        </p:spPr>
      </p:pic>
      <p:sp>
        <p:nvSpPr>
          <p:cNvPr id="10" name="Text 6"/>
          <p:cNvSpPr txBox="1"/>
          <p:nvPr/>
        </p:nvSpPr>
        <p:spPr>
          <a:xfrm>
            <a:off x="5074920" y="1508760"/>
            <a:ext cx="1463040" cy="1005840"/>
          </a:xfrm>
          <a:prstGeom prst="rect">
            <a:avLst/>
          </a:prstGeom>
          <a:noFill/>
          <a:ln/>
        </p:spPr>
        <p:txBody>
          <a:bodyPr wrap="square" lIns="0" tIns="0" rIns="0" bIns="0" rtlCol="0" anchor="ctr"/>
          <a:lstStyle/>
          <a:p>
            <a:pPr indent="0" marL="0">
              <a:buNone/>
            </a:pPr>
            <a:r>
              <a:rPr lang="en-US" sz="1400" b="1" dirty="0">
                <a:solidFill>
                  <a:schemeClr val="tx2"/>
                </a:solidFill>
              </a:rPr>
              <a:t>Tim Peters</a:t>
            </a:r>
            <a:endParaRPr lang="en-US" sz="1400" dirty="0"/>
          </a:p>
          <a:p>
            <a:pPr indent="0" marL="0">
              <a:buNone/>
            </a:pPr>
            <a:r>
              <a:rPr lang="en-US" sz="1200" dirty="0">
                <a:solidFill>
                  <a:srgbClr val="5E6B66"/>
                </a:solidFill>
              </a:rPr>
              <a:t>Autór "Zen of Python"</a:t>
            </a:r>
            <a:endParaRPr lang="en-US" sz="1400" dirty="0"/>
          </a:p>
        </p:txBody>
      </p:sp>
      <p:sp>
        <p:nvSpPr>
          <p:cNvPr id="11" name="Text 7"/>
          <p:cNvSpPr txBox="1"/>
          <p:nvPr/>
        </p:nvSpPr>
        <p:spPr>
          <a:xfrm>
            <a:off x="548640" y="2880360"/>
            <a:ext cx="5943600" cy="329184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chemeClr val="tx2"/>
                </a:solidFill>
              </a:rPr>
              <a:t>2001 · PSF:</a:t>
            </a:r>
            <a:pPr indent="0" marL="0">
              <a:spcAft>
                <a:spcPts val="1200"/>
              </a:spcAft>
              <a:buNone/>
            </a:pPr>
            <a:r>
              <a:rPr lang="en-US" sz="1500" dirty="0">
                <a:solidFill>
                  <a:schemeClr val="tx1"/>
                </a:solidFill>
              </a:rPr>
              <a:t> Python Software Foundation, organizasaun la ho lukru, fó Python gratuitu ba ema hotu.</a:t>
            </a:r>
            <a:endParaRPr lang="en-US" sz="1500" dirty="0"/>
          </a:p>
          <a:p>
            <a:pPr marL="342900" indent="-342900">
              <a:spcAft>
                <a:spcPts val="1200"/>
              </a:spcAft>
              <a:buSzPct val="100000"/>
              <a:buChar char="•"/>
            </a:pPr>
            <a:r>
              <a:rPr lang="en-US" sz="1500" b="1" dirty="0">
                <a:solidFill>
                  <a:schemeClr val="tx2"/>
                </a:solidFill>
              </a:rPr>
              <a:t>2018 · Guido sai:</a:t>
            </a:r>
            <a:pPr indent="0" marL="0">
              <a:spcAft>
                <a:spcPts val="1200"/>
              </a:spcAft>
              <a:buNone/>
            </a:pPr>
            <a:r>
              <a:rPr lang="en-US" sz="1500" dirty="0">
                <a:solidFill>
                  <a:schemeClr val="tx1"/>
                </a:solidFill>
              </a:rPr>
              <a:t> Guido mak "lider ba moris tomak" (BDFL); iha 2018 nia rezigna.</a:t>
            </a:r>
            <a:endParaRPr lang="en-US" sz="1500" dirty="0"/>
          </a:p>
          <a:p>
            <a:pPr marL="342900" indent="-342900">
              <a:spcAft>
                <a:spcPts val="1200"/>
              </a:spcAft>
              <a:buSzPct val="100000"/>
              <a:buChar char="•"/>
            </a:pPr>
            <a:r>
              <a:rPr lang="en-US" sz="1500" b="1" dirty="0">
                <a:solidFill>
                  <a:schemeClr val="tx2"/>
                </a:solidFill>
              </a:rPr>
              <a:t>2019 · Konsellu:</a:t>
            </a:r>
            <a:pPr indent="0" marL="0">
              <a:spcAft>
                <a:spcPts val="1200"/>
              </a:spcAft>
              <a:buNone/>
            </a:pPr>
            <a:r>
              <a:rPr lang="en-US" sz="1500" dirty="0">
                <a:solidFill>
                  <a:schemeClr val="tx1"/>
                </a:solidFill>
              </a:rPr>
              <a:t> Konsellu Steering ema na'in 5, eleitu husi komunidade, foti desizaun.</a:t>
            </a:r>
            <a:endParaRPr lang="en-US" sz="1500" dirty="0"/>
          </a:p>
          <a:p>
            <a:pPr marL="342900" indent="-342900">
              <a:spcAft>
                <a:spcPts val="1200"/>
              </a:spcAft>
              <a:buSzPct val="100000"/>
              <a:buChar char="•"/>
            </a:pPr>
            <a:r>
              <a:rPr lang="en-US" sz="1500" b="1" dirty="0">
                <a:solidFill>
                  <a:schemeClr val="tx2"/>
                </a:solidFill>
              </a:rPr>
              <a:t>Komunidade:</a:t>
            </a:r>
            <a:pPr indent="0" marL="0">
              <a:spcAft>
                <a:spcPts val="1200"/>
              </a:spcAft>
              <a:buNone/>
            </a:pPr>
            <a:r>
              <a:rPr lang="en-US" sz="1500" dirty="0">
                <a:solidFill>
                  <a:schemeClr val="tx1"/>
                </a:solidFill>
              </a:rPr>
              <a:t> Programadór rihun ba rihun iha mundu tomak hadi'a Python, la ho selu.</a:t>
            </a:r>
            <a:endParaRPr lang="en-US" sz="1500" dirty="0"/>
          </a:p>
        </p:txBody>
      </p:sp>
      <p:sp>
        <p:nvSpPr>
          <p:cNvPr id="12" name="zen"/>
          <p:cNvSpPr/>
          <p:nvPr/>
        </p:nvSpPr>
        <p:spPr>
          <a:xfrm>
            <a:off x="6766560" y="1417320"/>
            <a:ext cx="4876495" cy="4709160"/>
          </a:xfrm>
          <a:prstGeom prst="roundRect">
            <a:avLst>
              <a:gd name="adj" fmla="val 2330"/>
            </a:avLst>
          </a:prstGeom>
          <a:solidFill>
            <a:schemeClr val="tx2"/>
          </a:solidFill>
          <a:ln w="12700">
            <a:solidFill>
              <a:schemeClr val="tx2"/>
            </a:solidFill>
            <a:prstDash val="solid"/>
          </a:ln>
        </p:spPr>
      </p:sp>
      <p:sp>
        <p:nvSpPr>
          <p:cNvPr id="13" name="zen-ik-sirkulu"/>
          <p:cNvSpPr/>
          <p:nvPr/>
        </p:nvSpPr>
        <p:spPr>
          <a:xfrm>
            <a:off x="7040880" y="1645920"/>
            <a:ext cx="731520" cy="731520"/>
          </a:xfrm>
          <a:prstGeom prst="ellipse">
            <a:avLst/>
          </a:prstGeom>
          <a:solidFill>
            <a:schemeClr val="accent2"/>
          </a:solidFill>
          <a:ln w="12700">
            <a:solidFill>
              <a:schemeClr val="accent2"/>
            </a:solidFill>
            <a:prstDash val="solid"/>
          </a:ln>
        </p:spPr>
      </p:sp>
      <p:pic>
        <p:nvPicPr>
          <p:cNvPr id="14" name="zen-ik-ikone" descr="preencoded.png">    </p:cNvPr>
          <p:cNvPicPr>
            <a:picLocks noChangeAspect="1"/>
          </p:cNvPicPr>
          <p:nvPr/>
        </p:nvPicPr>
        <p:blipFill>
          <a:blip r:embed="rId3"/>
          <a:stretch>
            <a:fillRect/>
          </a:stretch>
        </p:blipFill>
        <p:spPr>
          <a:xfrm>
            <a:off x="7216445" y="1821485"/>
            <a:ext cx="380390" cy="380390"/>
          </a:xfrm>
          <a:prstGeom prst="rect">
            <a:avLst/>
          </a:prstGeom>
        </p:spPr>
      </p:pic>
      <p:sp>
        <p:nvSpPr>
          <p:cNvPr id="15" name="Text 10"/>
          <p:cNvSpPr txBox="1"/>
          <p:nvPr/>
        </p:nvSpPr>
        <p:spPr>
          <a:xfrm>
            <a:off x="7955280" y="1737360"/>
            <a:ext cx="3566160" cy="54864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Zen of Python</a:t>
            </a:r>
            <a:endParaRPr lang="en-US" sz="2100" dirty="0"/>
          </a:p>
        </p:txBody>
      </p:sp>
      <p:sp>
        <p:nvSpPr>
          <p:cNvPr id="16" name="Text 11"/>
          <p:cNvSpPr txBox="1"/>
          <p:nvPr/>
        </p:nvSpPr>
        <p:spPr>
          <a:xfrm>
            <a:off x="7086600" y="2606040"/>
            <a:ext cx="4282135" cy="2834640"/>
          </a:xfrm>
          <a:prstGeom prst="rect">
            <a:avLst/>
          </a:prstGeom>
          <a:noFill/>
          <a:ln/>
        </p:spPr>
        <p:txBody>
          <a:bodyPr wrap="square" lIns="0" tIns="0" rIns="0" bIns="0" rtlCol="0" anchor="t"/>
          <a:lstStyle/>
          <a:p>
            <a:pPr indent="0" marL="0">
              <a:spcAft>
                <a:spcPts val="1200"/>
              </a:spcAft>
              <a:buNone/>
            </a:pPr>
            <a:r>
              <a:rPr lang="en-US" sz="1800" i="1" dirty="0">
                <a:solidFill>
                  <a:schemeClr val="bg1"/>
                </a:solidFill>
              </a:rPr>
              <a:t>Beautiful is better than ugly.</a:t>
            </a:r>
            <a:endParaRPr lang="en-US" sz="1800" dirty="0"/>
          </a:p>
          <a:p>
            <a:pPr indent="0" marL="0">
              <a:spcAft>
                <a:spcPts val="1200"/>
              </a:spcAft>
              <a:buNone/>
            </a:pPr>
            <a:r>
              <a:rPr lang="en-US" sz="1800" i="1" dirty="0">
                <a:solidFill>
                  <a:schemeClr val="bg1"/>
                </a:solidFill>
              </a:rPr>
              <a:t>Simple is better than complex.</a:t>
            </a:r>
            <a:endParaRPr lang="en-US" sz="1800" dirty="0"/>
          </a:p>
          <a:p>
            <a:pPr indent="0" marL="0">
              <a:spcAft>
                <a:spcPts val="1200"/>
              </a:spcAft>
              <a:buNone/>
            </a:pPr>
            <a:r>
              <a:rPr lang="en-US" sz="1800" i="1" dirty="0">
                <a:solidFill>
                  <a:schemeClr val="bg1"/>
                </a:solidFill>
              </a:rPr>
              <a:t>Readability counts.</a:t>
            </a:r>
            <a:endParaRPr lang="en-US" sz="1800" dirty="0"/>
          </a:p>
          <a:p>
            <a:pPr indent="0" marL="0">
              <a:spcAft>
                <a:spcPts val="1200"/>
              </a:spcAft>
              <a:buNone/>
            </a:pPr>
            <a:r>
              <a:rPr lang="en-US" sz="1800" i="1" dirty="0">
                <a:solidFill>
                  <a:schemeClr val="bg1"/>
                </a:solidFill>
              </a:rPr>
              <a:t>Errors should never pass silently.</a:t>
            </a:r>
            <a:endParaRPr lang="en-US" sz="1800" dirty="0"/>
          </a:p>
          <a:p>
            <a:pPr indent="0" marL="0">
              <a:spcAft>
                <a:spcPts val="1200"/>
              </a:spcAft>
              <a:buNone/>
            </a:pPr>
            <a:r>
              <a:rPr lang="en-US" sz="1800" i="1" dirty="0">
                <a:solidFill>
                  <a:schemeClr val="bg1"/>
                </a:solidFill>
              </a:rPr>
              <a:t>Now is better than never.</a:t>
            </a:r>
            <a:endParaRPr lang="en-US" sz="1800" dirty="0"/>
          </a:p>
        </p:txBody>
      </p:sp>
      <p:sp>
        <p:nvSpPr>
          <p:cNvPr id="17" name="Text 12"/>
          <p:cNvSpPr txBox="1"/>
          <p:nvPr/>
        </p:nvSpPr>
        <p:spPr>
          <a:xfrm>
            <a:off x="7086600" y="5623560"/>
            <a:ext cx="4282135" cy="365760"/>
          </a:xfrm>
          <a:prstGeom prst="rect">
            <a:avLst/>
          </a:prstGeom>
          <a:noFill/>
          <a:ln/>
        </p:spPr>
        <p:txBody>
          <a:bodyPr wrap="square" lIns="0" tIns="0" rIns="0" bIns="0" rtlCol="0" anchor="t"/>
          <a:lstStyle/>
          <a:p>
            <a:pPr indent="0" marL="0">
              <a:buNone/>
            </a:pPr>
            <a:r>
              <a:rPr lang="en-US" sz="1200" dirty="0">
                <a:solidFill>
                  <a:schemeClr val="bg2"/>
                </a:solidFill>
              </a:rPr>
              <a:t>Tim Peters, 1999 · PEP 20</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Deskansa</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Minutu 10 · hahú fali 10:55</a:t>
            </a:r>
            <a:endParaRPr lang="en-US" sz="2000" dirty="0"/>
          </a:p>
          <a:p>
            <a:pPr indent="0" marL="0">
              <a:buNone/>
            </a:pPr>
            <a:r>
              <a:rPr lang="en-US" sz="2000" b="1" dirty="0">
                <a:solidFill>
                  <a:schemeClr val="accent2"/>
                </a:solidFill>
              </a:rPr>
              <a:t>Hafoin ne'e: tanba sá Python?</a:t>
            </a:r>
            <a:endParaRPr lang="en-US" sz="2000" dirty="0"/>
          </a:p>
        </p:txBody>
      </p:sp>
      <p:sp>
        <p:nvSpPr>
          <p:cNvPr id="4" name="kafe-sirkulu"/>
          <p:cNvSpPr/>
          <p:nvPr/>
        </p:nvSpPr>
        <p:spPr>
          <a:xfrm>
            <a:off x="8961120" y="1828800"/>
            <a:ext cx="2194560" cy="2194560"/>
          </a:xfrm>
          <a:prstGeom prst="ellipse">
            <a:avLst/>
          </a:prstGeom>
          <a:solidFill>
            <a:schemeClr val="accent1"/>
          </a:solidFill>
          <a:ln w="12700">
            <a:solidFill>
              <a:schemeClr val="accent1"/>
            </a:solidFill>
            <a:prstDash val="solid"/>
          </a:ln>
        </p:spPr>
      </p:sp>
      <p:pic>
        <p:nvPicPr>
          <p:cNvPr id="5" name="kafe-ikone" descr="preencoded.png">    </p:cNvPr>
          <p:cNvPicPr>
            <a:picLocks noChangeAspect="1"/>
          </p:cNvPicPr>
          <p:nvPr/>
        </p:nvPicPr>
        <p:blipFill>
          <a:blip r:embed="rId1"/>
          <a:stretch>
            <a:fillRect/>
          </a:stretch>
        </p:blipFill>
        <p:spPr>
          <a:xfrm>
            <a:off x="9487814" y="2355494"/>
            <a:ext cx="1141171" cy="11411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Tanba sá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Fásil aprende, mundu tomak uza, ita mós bele</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03</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10:55 – 11:10</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10:55</a:t>
            </a:r>
            <a:endParaRPr lang="en-US" sz="1200" dirty="0"/>
          </a:p>
        </p:txBody>
      </p:sp>
      <p:sp>
        <p:nvSpPr>
          <p:cNvPr id="5" name="tp-0"/>
          <p:cNvSpPr/>
          <p:nvPr/>
        </p:nvSpPr>
        <p:spPr>
          <a:xfrm>
            <a:off x="548640" y="1463040"/>
            <a:ext cx="3423818" cy="2148840"/>
          </a:xfrm>
          <a:prstGeom prst="roundRect">
            <a:avLst>
              <a:gd name="adj" fmla="val 5106"/>
            </a:avLst>
          </a:prstGeom>
          <a:solidFill>
            <a:schemeClr val="bg2"/>
          </a:solidFill>
          <a:ln w="12700">
            <a:solidFill>
              <a:schemeClr val="bg2"/>
            </a:solidFill>
            <a:prstDash val="solid"/>
          </a:ln>
        </p:spPr>
      </p:sp>
      <p:sp>
        <p:nvSpPr>
          <p:cNvPr id="6" name="tp-ik-0-sirkulu"/>
          <p:cNvSpPr/>
          <p:nvPr/>
        </p:nvSpPr>
        <p:spPr>
          <a:xfrm>
            <a:off x="822960" y="1737360"/>
            <a:ext cx="868680" cy="868680"/>
          </a:xfrm>
          <a:prstGeom prst="ellipse">
            <a:avLst/>
          </a:prstGeom>
          <a:solidFill>
            <a:schemeClr val="accent1"/>
          </a:solidFill>
          <a:ln w="12700">
            <a:solidFill>
              <a:schemeClr val="accent1"/>
            </a:solidFill>
            <a:prstDash val="solid"/>
          </a:ln>
        </p:spPr>
      </p:sp>
      <p:pic>
        <p:nvPicPr>
          <p:cNvPr id="7" name="tp-ik-0-ikone" descr="preencoded.png">    </p:cNvPr>
          <p:cNvPicPr>
            <a:picLocks noChangeAspect="1"/>
          </p:cNvPicPr>
          <p:nvPr/>
        </p:nvPicPr>
        <p:blipFill>
          <a:blip r:embed="rId1"/>
          <a:stretch>
            <a:fillRect/>
          </a:stretch>
        </p:blipFill>
        <p:spPr>
          <a:xfrm>
            <a:off x="1031443" y="1945843"/>
            <a:ext cx="451714" cy="451714"/>
          </a:xfrm>
          <a:prstGeom prst="rect">
            <a:avLst/>
          </a:prstGeom>
        </p:spPr>
      </p:pic>
      <p:sp>
        <p:nvSpPr>
          <p:cNvPr id="8" name="Text 5"/>
          <p:cNvSpPr txBox="1"/>
          <p:nvPr/>
        </p:nvSpPr>
        <p:spPr>
          <a:xfrm>
            <a:off x="1874520"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Fásil aprende</a:t>
            </a:r>
            <a:endParaRPr lang="en-US" sz="1900" dirty="0"/>
          </a:p>
        </p:txBody>
      </p:sp>
      <p:sp>
        <p:nvSpPr>
          <p:cNvPr id="9" name="Text 6"/>
          <p:cNvSpPr txBox="1"/>
          <p:nvPr/>
        </p:nvSpPr>
        <p:spPr>
          <a:xfrm>
            <a:off x="822960"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Regra simples, hanesan lia-Inglés. Lian dahuluk ba estudante.</a:t>
            </a:r>
            <a:endParaRPr lang="en-US" sz="1400" dirty="0"/>
          </a:p>
        </p:txBody>
      </p:sp>
      <p:sp>
        <p:nvSpPr>
          <p:cNvPr id="10" name="tp-1"/>
          <p:cNvSpPr/>
          <p:nvPr/>
        </p:nvSpPr>
        <p:spPr>
          <a:xfrm>
            <a:off x="4246778" y="1463040"/>
            <a:ext cx="3423818" cy="2148840"/>
          </a:xfrm>
          <a:prstGeom prst="roundRect">
            <a:avLst>
              <a:gd name="adj" fmla="val 5106"/>
            </a:avLst>
          </a:prstGeom>
          <a:solidFill>
            <a:schemeClr val="bg2"/>
          </a:solidFill>
          <a:ln w="12700">
            <a:solidFill>
              <a:schemeClr val="bg2"/>
            </a:solidFill>
            <a:prstDash val="solid"/>
          </a:ln>
        </p:spPr>
      </p:sp>
      <p:sp>
        <p:nvSpPr>
          <p:cNvPr id="11" name="tp-ik-1-sirkulu"/>
          <p:cNvSpPr/>
          <p:nvPr/>
        </p:nvSpPr>
        <p:spPr>
          <a:xfrm>
            <a:off x="4521098" y="1737360"/>
            <a:ext cx="868680" cy="868680"/>
          </a:xfrm>
          <a:prstGeom prst="ellipse">
            <a:avLst/>
          </a:prstGeom>
          <a:solidFill>
            <a:schemeClr val="accent6"/>
          </a:solidFill>
          <a:ln w="12700">
            <a:solidFill>
              <a:schemeClr val="accent6"/>
            </a:solidFill>
            <a:prstDash val="solid"/>
          </a:ln>
        </p:spPr>
      </p:sp>
      <p:pic>
        <p:nvPicPr>
          <p:cNvPr id="12" name="tp-ik-1-ikone" descr="preencoded.png">    </p:cNvPr>
          <p:cNvPicPr>
            <a:picLocks noChangeAspect="1"/>
          </p:cNvPicPr>
          <p:nvPr/>
        </p:nvPicPr>
        <p:blipFill>
          <a:blip r:embed="rId2"/>
          <a:stretch>
            <a:fillRect/>
          </a:stretch>
        </p:blipFill>
        <p:spPr>
          <a:xfrm>
            <a:off x="4729582" y="1945843"/>
            <a:ext cx="451714" cy="451714"/>
          </a:xfrm>
          <a:prstGeom prst="rect">
            <a:avLst/>
          </a:prstGeom>
        </p:spPr>
      </p:pic>
      <p:sp>
        <p:nvSpPr>
          <p:cNvPr id="13" name="Text 9"/>
          <p:cNvSpPr txBox="1"/>
          <p:nvPr/>
        </p:nvSpPr>
        <p:spPr>
          <a:xfrm>
            <a:off x="5572658"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Gratuitu</a:t>
            </a:r>
            <a:endParaRPr lang="en-US" sz="1900" dirty="0"/>
          </a:p>
        </p:txBody>
      </p:sp>
      <p:sp>
        <p:nvSpPr>
          <p:cNvPr id="14" name="Text 10"/>
          <p:cNvSpPr txBox="1"/>
          <p:nvPr/>
        </p:nvSpPr>
        <p:spPr>
          <a:xfrm>
            <a:off x="4521098"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Open source: la selu lisensa, ema hotu bele uza.</a:t>
            </a:r>
            <a:endParaRPr lang="en-US" sz="1400" dirty="0"/>
          </a:p>
        </p:txBody>
      </p:sp>
      <p:sp>
        <p:nvSpPr>
          <p:cNvPr id="15" name="tp-2"/>
          <p:cNvSpPr/>
          <p:nvPr/>
        </p:nvSpPr>
        <p:spPr>
          <a:xfrm>
            <a:off x="7944917" y="1463040"/>
            <a:ext cx="3423818" cy="2148840"/>
          </a:xfrm>
          <a:prstGeom prst="roundRect">
            <a:avLst>
              <a:gd name="adj" fmla="val 5106"/>
            </a:avLst>
          </a:prstGeom>
          <a:solidFill>
            <a:schemeClr val="bg2"/>
          </a:solidFill>
          <a:ln w="12700">
            <a:solidFill>
              <a:schemeClr val="bg2"/>
            </a:solidFill>
            <a:prstDash val="solid"/>
          </a:ln>
        </p:spPr>
      </p:sp>
      <p:sp>
        <p:nvSpPr>
          <p:cNvPr id="16" name="tp-ik-2-sirkulu"/>
          <p:cNvSpPr/>
          <p:nvPr/>
        </p:nvSpPr>
        <p:spPr>
          <a:xfrm>
            <a:off x="8219237" y="1737360"/>
            <a:ext cx="868680" cy="868680"/>
          </a:xfrm>
          <a:prstGeom prst="ellipse">
            <a:avLst/>
          </a:prstGeom>
          <a:solidFill>
            <a:schemeClr val="accent5"/>
          </a:solidFill>
          <a:ln w="12700">
            <a:solidFill>
              <a:schemeClr val="accent5"/>
            </a:solidFill>
            <a:prstDash val="solid"/>
          </a:ln>
        </p:spPr>
      </p:sp>
      <p:pic>
        <p:nvPicPr>
          <p:cNvPr id="17" name="tp-ik-2-ikone" descr="preencoded.png">    </p:cNvPr>
          <p:cNvPicPr>
            <a:picLocks noChangeAspect="1"/>
          </p:cNvPicPr>
          <p:nvPr/>
        </p:nvPicPr>
        <p:blipFill>
          <a:blip r:embed="rId3"/>
          <a:stretch>
            <a:fillRect/>
          </a:stretch>
        </p:blipFill>
        <p:spPr>
          <a:xfrm>
            <a:off x="8427720" y="1945843"/>
            <a:ext cx="451714" cy="451714"/>
          </a:xfrm>
          <a:prstGeom prst="rect">
            <a:avLst/>
          </a:prstGeom>
        </p:spPr>
      </p:pic>
      <p:sp>
        <p:nvSpPr>
          <p:cNvPr id="18" name="Text 13"/>
          <p:cNvSpPr txBox="1"/>
          <p:nvPr/>
        </p:nvSpPr>
        <p:spPr>
          <a:xfrm>
            <a:off x="9270797"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Komunidade boot</a:t>
            </a:r>
            <a:endParaRPr lang="en-US" sz="1900" dirty="0"/>
          </a:p>
        </p:txBody>
      </p:sp>
      <p:sp>
        <p:nvSpPr>
          <p:cNvPr id="19" name="Text 14"/>
          <p:cNvSpPr txBox="1"/>
          <p:nvPr/>
        </p:nvSpPr>
        <p:spPr>
          <a:xfrm>
            <a:off x="8219237"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Miliaun ema uza; pergunta hotu iha ona resposta online.</a:t>
            </a:r>
            <a:endParaRPr lang="en-US" sz="1400" dirty="0"/>
          </a:p>
        </p:txBody>
      </p:sp>
      <p:sp>
        <p:nvSpPr>
          <p:cNvPr id="20" name="tp-3"/>
          <p:cNvSpPr/>
          <p:nvPr/>
        </p:nvSpPr>
        <p:spPr>
          <a:xfrm>
            <a:off x="548640" y="3840480"/>
            <a:ext cx="3423818" cy="2148840"/>
          </a:xfrm>
          <a:prstGeom prst="roundRect">
            <a:avLst>
              <a:gd name="adj" fmla="val 5106"/>
            </a:avLst>
          </a:prstGeom>
          <a:solidFill>
            <a:schemeClr val="bg2"/>
          </a:solidFill>
          <a:ln w="12700">
            <a:solidFill>
              <a:schemeClr val="bg2"/>
            </a:solidFill>
            <a:prstDash val="solid"/>
          </a:ln>
        </p:spPr>
      </p:sp>
      <p:sp>
        <p:nvSpPr>
          <p:cNvPr id="21" name="tp-ik-3-sirkulu"/>
          <p:cNvSpPr/>
          <p:nvPr/>
        </p:nvSpPr>
        <p:spPr>
          <a:xfrm>
            <a:off x="822960" y="4114800"/>
            <a:ext cx="868680" cy="868680"/>
          </a:xfrm>
          <a:prstGeom prst="ellipse">
            <a:avLst/>
          </a:prstGeom>
          <a:solidFill>
            <a:schemeClr val="accent3"/>
          </a:solidFill>
          <a:ln w="12700">
            <a:solidFill>
              <a:schemeClr val="accent3"/>
            </a:solidFill>
            <a:prstDash val="solid"/>
          </a:ln>
        </p:spPr>
      </p:sp>
      <p:pic>
        <p:nvPicPr>
          <p:cNvPr id="22" name="tp-ik-3-ikone" descr="preencoded.png">    </p:cNvPr>
          <p:cNvPicPr>
            <a:picLocks noChangeAspect="1"/>
          </p:cNvPicPr>
          <p:nvPr/>
        </p:nvPicPr>
        <p:blipFill>
          <a:blip r:embed="rId4"/>
          <a:stretch>
            <a:fillRect/>
          </a:stretch>
        </p:blipFill>
        <p:spPr>
          <a:xfrm>
            <a:off x="1031443" y="4323283"/>
            <a:ext cx="451714" cy="451714"/>
          </a:xfrm>
          <a:prstGeom prst="rect">
            <a:avLst/>
          </a:prstGeom>
        </p:spPr>
      </p:pic>
      <p:sp>
        <p:nvSpPr>
          <p:cNvPr id="23" name="Text 17"/>
          <p:cNvSpPr txBox="1"/>
          <p:nvPr/>
        </p:nvSpPr>
        <p:spPr>
          <a:xfrm>
            <a:off x="1874520"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Biblioteka barak</a:t>
            </a:r>
            <a:endParaRPr lang="en-US" sz="1900" dirty="0"/>
          </a:p>
        </p:txBody>
      </p:sp>
      <p:sp>
        <p:nvSpPr>
          <p:cNvPr id="24" name="Text 18"/>
          <p:cNvSpPr txBox="1"/>
          <p:nvPr/>
        </p:nvSpPr>
        <p:spPr>
          <a:xfrm>
            <a:off x="822960"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Rihun ba rihun: Django (web), pandas (dadus), mapa, AI.</a:t>
            </a:r>
            <a:endParaRPr lang="en-US" sz="1400" dirty="0"/>
          </a:p>
        </p:txBody>
      </p:sp>
      <p:sp>
        <p:nvSpPr>
          <p:cNvPr id="25" name="tp-4"/>
          <p:cNvSpPr/>
          <p:nvPr/>
        </p:nvSpPr>
        <p:spPr>
          <a:xfrm>
            <a:off x="4246778" y="3840480"/>
            <a:ext cx="3423818" cy="2148840"/>
          </a:xfrm>
          <a:prstGeom prst="roundRect">
            <a:avLst>
              <a:gd name="adj" fmla="val 5106"/>
            </a:avLst>
          </a:prstGeom>
          <a:solidFill>
            <a:schemeClr val="bg2"/>
          </a:solidFill>
          <a:ln w="12700">
            <a:solidFill>
              <a:schemeClr val="bg2"/>
            </a:solidFill>
            <a:prstDash val="solid"/>
          </a:ln>
        </p:spPr>
      </p:sp>
      <p:sp>
        <p:nvSpPr>
          <p:cNvPr id="26" name="tp-ik-4-sirkulu"/>
          <p:cNvSpPr/>
          <p:nvPr/>
        </p:nvSpPr>
        <p:spPr>
          <a:xfrm>
            <a:off x="4521098" y="4114800"/>
            <a:ext cx="868680" cy="868680"/>
          </a:xfrm>
          <a:prstGeom prst="ellipse">
            <a:avLst/>
          </a:prstGeom>
          <a:solidFill>
            <a:schemeClr val="tx2"/>
          </a:solidFill>
          <a:ln w="12700">
            <a:solidFill>
              <a:schemeClr val="tx2"/>
            </a:solidFill>
            <a:prstDash val="solid"/>
          </a:ln>
        </p:spPr>
      </p:sp>
      <p:pic>
        <p:nvPicPr>
          <p:cNvPr id="27" name="tp-ik-4-ikone" descr="preencoded.png">    </p:cNvPr>
          <p:cNvPicPr>
            <a:picLocks noChangeAspect="1"/>
          </p:cNvPicPr>
          <p:nvPr/>
        </p:nvPicPr>
        <p:blipFill>
          <a:blip r:embed="rId5"/>
          <a:stretch>
            <a:fillRect/>
          </a:stretch>
        </p:blipFill>
        <p:spPr>
          <a:xfrm>
            <a:off x="4729582" y="4323283"/>
            <a:ext cx="451714" cy="451714"/>
          </a:xfrm>
          <a:prstGeom prst="rect">
            <a:avLst/>
          </a:prstGeom>
        </p:spPr>
      </p:pic>
      <p:sp>
        <p:nvSpPr>
          <p:cNvPr id="28" name="Text 21"/>
          <p:cNvSpPr txBox="1"/>
          <p:nvPr/>
        </p:nvSpPr>
        <p:spPr>
          <a:xfrm>
            <a:off x="5572658"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La'o iha fatin hotu</a:t>
            </a:r>
            <a:endParaRPr lang="en-US" sz="1900" dirty="0"/>
          </a:p>
        </p:txBody>
      </p:sp>
      <p:sp>
        <p:nvSpPr>
          <p:cNvPr id="29" name="Text 22"/>
          <p:cNvSpPr txBox="1"/>
          <p:nvPr/>
        </p:nvSpPr>
        <p:spPr>
          <a:xfrm>
            <a:off x="4521098"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Windows, Mac, Linux no servidór.</a:t>
            </a:r>
            <a:endParaRPr lang="en-US" sz="1400" dirty="0"/>
          </a:p>
        </p:txBody>
      </p:sp>
      <p:sp>
        <p:nvSpPr>
          <p:cNvPr id="30" name="tp-5"/>
          <p:cNvSpPr/>
          <p:nvPr/>
        </p:nvSpPr>
        <p:spPr>
          <a:xfrm>
            <a:off x="7944917" y="3840480"/>
            <a:ext cx="3423818" cy="2148840"/>
          </a:xfrm>
          <a:prstGeom prst="roundRect">
            <a:avLst>
              <a:gd name="adj" fmla="val 5106"/>
            </a:avLst>
          </a:prstGeom>
          <a:solidFill>
            <a:schemeClr val="bg2"/>
          </a:solidFill>
          <a:ln w="12700">
            <a:solidFill>
              <a:schemeClr val="bg2"/>
            </a:solidFill>
            <a:prstDash val="solid"/>
          </a:ln>
        </p:spPr>
      </p:sp>
      <p:sp>
        <p:nvSpPr>
          <p:cNvPr id="31" name="tp-ik-5-sirkulu"/>
          <p:cNvSpPr/>
          <p:nvPr/>
        </p:nvSpPr>
        <p:spPr>
          <a:xfrm>
            <a:off x="8219237" y="4114800"/>
            <a:ext cx="868680" cy="868680"/>
          </a:xfrm>
          <a:prstGeom prst="ellipse">
            <a:avLst/>
          </a:prstGeom>
          <a:solidFill>
            <a:schemeClr val="accent4"/>
          </a:solidFill>
          <a:ln w="12700">
            <a:solidFill>
              <a:schemeClr val="accent4"/>
            </a:solidFill>
            <a:prstDash val="solid"/>
          </a:ln>
        </p:spPr>
      </p:sp>
      <p:pic>
        <p:nvPicPr>
          <p:cNvPr id="32" name="tp-ik-5-ikone" descr="preencoded.png">    </p:cNvPr>
          <p:cNvPicPr>
            <a:picLocks noChangeAspect="1"/>
          </p:cNvPicPr>
          <p:nvPr/>
        </p:nvPicPr>
        <p:blipFill>
          <a:blip r:embed="rId6"/>
          <a:stretch>
            <a:fillRect/>
          </a:stretch>
        </p:blipFill>
        <p:spPr>
          <a:xfrm>
            <a:off x="8427720" y="4323283"/>
            <a:ext cx="451714" cy="451714"/>
          </a:xfrm>
          <a:prstGeom prst="rect">
            <a:avLst/>
          </a:prstGeom>
        </p:spPr>
      </p:pic>
      <p:sp>
        <p:nvSpPr>
          <p:cNvPr id="33" name="Text 25"/>
          <p:cNvSpPr txBox="1"/>
          <p:nvPr/>
        </p:nvSpPr>
        <p:spPr>
          <a:xfrm>
            <a:off x="9270797"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Lian AI no dadus</a:t>
            </a:r>
            <a:endParaRPr lang="en-US" sz="1900" dirty="0"/>
          </a:p>
        </p:txBody>
      </p:sp>
      <p:sp>
        <p:nvSpPr>
          <p:cNvPr id="34" name="Text 26"/>
          <p:cNvSpPr txBox="1"/>
          <p:nvPr/>
        </p:nvSpPr>
        <p:spPr>
          <a:xfrm>
            <a:off x="8219237"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Lian prinsipál ba AI; servisu barak buka ema hatene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Aplikasaun no AI ne'ebé uza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11:00</a:t>
            </a:r>
            <a:endParaRPr lang="en-US" sz="1200" dirty="0"/>
          </a:p>
        </p:txBody>
      </p:sp>
      <p:sp>
        <p:nvSpPr>
          <p:cNvPr id="5" name="Text 3"/>
          <p:cNvSpPr txBox="1"/>
          <p:nvPr/>
        </p:nvSpPr>
        <p:spPr>
          <a:xfrm>
            <a:off x="548640" y="1188720"/>
            <a:ext cx="5486400" cy="292608"/>
          </a:xfrm>
          <a:prstGeom prst="rect">
            <a:avLst/>
          </a:prstGeom>
          <a:noFill/>
          <a:ln/>
        </p:spPr>
        <p:txBody>
          <a:bodyPr wrap="square" lIns="0" tIns="0" rIns="0" bIns="0" rtlCol="0" anchor="t"/>
          <a:lstStyle/>
          <a:p>
            <a:pPr indent="0" marL="0">
              <a:buNone/>
            </a:pPr>
            <a:r>
              <a:rPr lang="en-US" sz="1300" b="1" dirty="0">
                <a:solidFill>
                  <a:schemeClr val="accent1"/>
                </a:solidFill>
              </a:rPr>
              <a:t>Aplikasaun no website</a:t>
            </a:r>
            <a:endParaRPr lang="en-US" sz="1300" dirty="0"/>
          </a:p>
        </p:txBody>
      </p:sp>
      <p:sp>
        <p:nvSpPr>
          <p:cNvPr id="6" name="ap-0"/>
          <p:cNvSpPr/>
          <p:nvPr/>
        </p:nvSpPr>
        <p:spPr>
          <a:xfrm>
            <a:off x="548640" y="1508760"/>
            <a:ext cx="1711909" cy="1298448"/>
          </a:xfrm>
          <a:prstGeom prst="roundRect">
            <a:avLst>
              <a:gd name="adj" fmla="val 8451"/>
            </a:avLst>
          </a:prstGeom>
          <a:solidFill>
            <a:schemeClr val="bg2"/>
          </a:solidFill>
          <a:ln w="12700">
            <a:solidFill>
              <a:schemeClr val="bg2"/>
            </a:solidFill>
            <a:prstDash val="solid"/>
          </a:ln>
        </p:spPr>
      </p:sp>
      <p:sp>
        <p:nvSpPr>
          <p:cNvPr id="7" name="ap-0-ik-sirkulu"/>
          <p:cNvSpPr/>
          <p:nvPr/>
        </p:nvSpPr>
        <p:spPr>
          <a:xfrm>
            <a:off x="1121131" y="1600200"/>
            <a:ext cx="566928" cy="566928"/>
          </a:xfrm>
          <a:prstGeom prst="ellipse">
            <a:avLst/>
          </a:prstGeom>
          <a:solidFill>
            <a:srgbClr val="E4405F"/>
          </a:solidFill>
          <a:ln w="12700">
            <a:solidFill>
              <a:srgbClr val="E4405F"/>
            </a:solidFill>
            <a:prstDash val="solid"/>
          </a:ln>
        </p:spPr>
      </p:sp>
      <p:pic>
        <p:nvPicPr>
          <p:cNvPr id="8" name="ap-0-ik-ikone" descr="preencoded.png">    </p:cNvPr>
          <p:cNvPicPr>
            <a:picLocks noChangeAspect="1"/>
          </p:cNvPicPr>
          <p:nvPr/>
        </p:nvPicPr>
        <p:blipFill>
          <a:blip r:embed="rId1"/>
          <a:stretch>
            <a:fillRect/>
          </a:stretch>
        </p:blipFill>
        <p:spPr>
          <a:xfrm>
            <a:off x="1257193" y="1736263"/>
            <a:ext cx="294803" cy="294803"/>
          </a:xfrm>
          <a:prstGeom prst="rect">
            <a:avLst/>
          </a:prstGeom>
        </p:spPr>
      </p:pic>
      <p:sp>
        <p:nvSpPr>
          <p:cNvPr id="9" name="Text 6"/>
          <p:cNvSpPr txBox="1"/>
          <p:nvPr/>
        </p:nvSpPr>
        <p:spPr>
          <a:xfrm>
            <a:off x="548640"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Instagram</a:t>
            </a:r>
            <a:endParaRPr lang="en-US" sz="1300" dirty="0"/>
          </a:p>
        </p:txBody>
      </p:sp>
      <p:sp>
        <p:nvSpPr>
          <p:cNvPr id="10" name="Text 7"/>
          <p:cNvSpPr txBox="1"/>
          <p:nvPr/>
        </p:nvSpPr>
        <p:spPr>
          <a:xfrm>
            <a:off x="548640"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11" name="ap-1"/>
          <p:cNvSpPr/>
          <p:nvPr/>
        </p:nvSpPr>
        <p:spPr>
          <a:xfrm>
            <a:off x="2397709" y="1508760"/>
            <a:ext cx="1711909" cy="1298448"/>
          </a:xfrm>
          <a:prstGeom prst="roundRect">
            <a:avLst>
              <a:gd name="adj" fmla="val 8451"/>
            </a:avLst>
          </a:prstGeom>
          <a:solidFill>
            <a:schemeClr val="bg2"/>
          </a:solidFill>
          <a:ln w="12700">
            <a:solidFill>
              <a:schemeClr val="bg2"/>
            </a:solidFill>
            <a:prstDash val="solid"/>
          </a:ln>
        </p:spPr>
      </p:sp>
      <p:sp>
        <p:nvSpPr>
          <p:cNvPr id="12" name="ap-1-ik-sirkulu"/>
          <p:cNvSpPr/>
          <p:nvPr/>
        </p:nvSpPr>
        <p:spPr>
          <a:xfrm>
            <a:off x="2970200" y="1600200"/>
            <a:ext cx="566928" cy="566928"/>
          </a:xfrm>
          <a:prstGeom prst="ellipse">
            <a:avLst/>
          </a:prstGeom>
          <a:solidFill>
            <a:srgbClr val="FF0000"/>
          </a:solidFill>
          <a:ln w="12700">
            <a:solidFill>
              <a:srgbClr val="FF0000"/>
            </a:solidFill>
            <a:prstDash val="solid"/>
          </a:ln>
        </p:spPr>
      </p:sp>
      <p:pic>
        <p:nvPicPr>
          <p:cNvPr id="13" name="ap-1-ik-ikone" descr="preencoded.png">    </p:cNvPr>
          <p:cNvPicPr>
            <a:picLocks noChangeAspect="1"/>
          </p:cNvPicPr>
          <p:nvPr/>
        </p:nvPicPr>
        <p:blipFill>
          <a:blip r:embed="rId2"/>
          <a:stretch>
            <a:fillRect/>
          </a:stretch>
        </p:blipFill>
        <p:spPr>
          <a:xfrm>
            <a:off x="3106263" y="1736263"/>
            <a:ext cx="294803" cy="294803"/>
          </a:xfrm>
          <a:prstGeom prst="rect">
            <a:avLst/>
          </a:prstGeom>
        </p:spPr>
      </p:pic>
      <p:sp>
        <p:nvSpPr>
          <p:cNvPr id="14" name="Text 10"/>
          <p:cNvSpPr txBox="1"/>
          <p:nvPr/>
        </p:nvSpPr>
        <p:spPr>
          <a:xfrm>
            <a:off x="2397709"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YouTube</a:t>
            </a:r>
            <a:endParaRPr lang="en-US" sz="1300" dirty="0"/>
          </a:p>
        </p:txBody>
      </p:sp>
      <p:sp>
        <p:nvSpPr>
          <p:cNvPr id="15" name="Text 11"/>
          <p:cNvSpPr txBox="1"/>
          <p:nvPr/>
        </p:nvSpPr>
        <p:spPr>
          <a:xfrm>
            <a:off x="2397709"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Sistema vídeo</a:t>
            </a:r>
            <a:endParaRPr lang="en-US" sz="1050" dirty="0"/>
          </a:p>
        </p:txBody>
      </p:sp>
      <p:sp>
        <p:nvSpPr>
          <p:cNvPr id="16" name="ap-2"/>
          <p:cNvSpPr/>
          <p:nvPr/>
        </p:nvSpPr>
        <p:spPr>
          <a:xfrm>
            <a:off x="4246778" y="1508760"/>
            <a:ext cx="1711909" cy="1298448"/>
          </a:xfrm>
          <a:prstGeom prst="roundRect">
            <a:avLst>
              <a:gd name="adj" fmla="val 8451"/>
            </a:avLst>
          </a:prstGeom>
          <a:solidFill>
            <a:schemeClr val="bg2"/>
          </a:solidFill>
          <a:ln w="12700">
            <a:solidFill>
              <a:schemeClr val="bg2"/>
            </a:solidFill>
            <a:prstDash val="solid"/>
          </a:ln>
        </p:spPr>
      </p:sp>
      <p:sp>
        <p:nvSpPr>
          <p:cNvPr id="17" name="ap-2-ik-sirkulu"/>
          <p:cNvSpPr/>
          <p:nvPr/>
        </p:nvSpPr>
        <p:spPr>
          <a:xfrm>
            <a:off x="4819269" y="1600200"/>
            <a:ext cx="566928" cy="566928"/>
          </a:xfrm>
          <a:prstGeom prst="ellipse">
            <a:avLst/>
          </a:prstGeom>
          <a:solidFill>
            <a:srgbClr val="E50914"/>
          </a:solidFill>
          <a:ln w="12700">
            <a:solidFill>
              <a:srgbClr val="E50914"/>
            </a:solidFill>
            <a:prstDash val="solid"/>
          </a:ln>
        </p:spPr>
      </p:sp>
      <p:pic>
        <p:nvPicPr>
          <p:cNvPr id="18" name="ap-2-ik-ikone" descr="preencoded.png">    </p:cNvPr>
          <p:cNvPicPr>
            <a:picLocks noChangeAspect="1"/>
          </p:cNvPicPr>
          <p:nvPr/>
        </p:nvPicPr>
        <p:blipFill>
          <a:blip r:embed="rId3"/>
          <a:stretch>
            <a:fillRect/>
          </a:stretch>
        </p:blipFill>
        <p:spPr>
          <a:xfrm>
            <a:off x="4955332" y="1736263"/>
            <a:ext cx="294803" cy="294803"/>
          </a:xfrm>
          <a:prstGeom prst="rect">
            <a:avLst/>
          </a:prstGeom>
        </p:spPr>
      </p:pic>
      <p:sp>
        <p:nvSpPr>
          <p:cNvPr id="19" name="Text 14"/>
          <p:cNvSpPr txBox="1"/>
          <p:nvPr/>
        </p:nvSpPr>
        <p:spPr>
          <a:xfrm>
            <a:off x="424677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Netflix</a:t>
            </a:r>
            <a:endParaRPr lang="en-US" sz="1300" dirty="0"/>
          </a:p>
        </p:txBody>
      </p:sp>
      <p:sp>
        <p:nvSpPr>
          <p:cNvPr id="20" name="Text 15"/>
          <p:cNvSpPr txBox="1"/>
          <p:nvPr/>
        </p:nvSpPr>
        <p:spPr>
          <a:xfrm>
            <a:off x="424677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Rekomenda filme</a:t>
            </a:r>
            <a:endParaRPr lang="en-US" sz="1050" dirty="0"/>
          </a:p>
        </p:txBody>
      </p:sp>
      <p:sp>
        <p:nvSpPr>
          <p:cNvPr id="21" name="ap-3"/>
          <p:cNvSpPr/>
          <p:nvPr/>
        </p:nvSpPr>
        <p:spPr>
          <a:xfrm>
            <a:off x="6095848" y="1508760"/>
            <a:ext cx="1711909" cy="1298448"/>
          </a:xfrm>
          <a:prstGeom prst="roundRect">
            <a:avLst>
              <a:gd name="adj" fmla="val 8451"/>
            </a:avLst>
          </a:prstGeom>
          <a:solidFill>
            <a:schemeClr val="bg2"/>
          </a:solidFill>
          <a:ln w="12700">
            <a:solidFill>
              <a:schemeClr val="bg2"/>
            </a:solidFill>
            <a:prstDash val="solid"/>
          </a:ln>
        </p:spPr>
      </p:sp>
      <p:sp>
        <p:nvSpPr>
          <p:cNvPr id="22" name="ap-3-ik-sirkulu"/>
          <p:cNvSpPr/>
          <p:nvPr/>
        </p:nvSpPr>
        <p:spPr>
          <a:xfrm>
            <a:off x="6668338" y="1600200"/>
            <a:ext cx="566928" cy="566928"/>
          </a:xfrm>
          <a:prstGeom prst="ellipse">
            <a:avLst/>
          </a:prstGeom>
          <a:solidFill>
            <a:srgbClr val="1DB954"/>
          </a:solidFill>
          <a:ln w="12700">
            <a:solidFill>
              <a:srgbClr val="1DB954"/>
            </a:solidFill>
            <a:prstDash val="solid"/>
          </a:ln>
        </p:spPr>
      </p:sp>
      <p:pic>
        <p:nvPicPr>
          <p:cNvPr id="23" name="ap-3-ik-ikone" descr="preencoded.png">    </p:cNvPr>
          <p:cNvPicPr>
            <a:picLocks noChangeAspect="1"/>
          </p:cNvPicPr>
          <p:nvPr/>
        </p:nvPicPr>
        <p:blipFill>
          <a:blip r:embed="rId4"/>
          <a:stretch>
            <a:fillRect/>
          </a:stretch>
        </p:blipFill>
        <p:spPr>
          <a:xfrm>
            <a:off x="6804401" y="1736263"/>
            <a:ext cx="294803" cy="294803"/>
          </a:xfrm>
          <a:prstGeom prst="rect">
            <a:avLst/>
          </a:prstGeom>
        </p:spPr>
      </p:pic>
      <p:sp>
        <p:nvSpPr>
          <p:cNvPr id="24" name="Text 18"/>
          <p:cNvSpPr txBox="1"/>
          <p:nvPr/>
        </p:nvSpPr>
        <p:spPr>
          <a:xfrm>
            <a:off x="609584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Spotify</a:t>
            </a:r>
            <a:endParaRPr lang="en-US" sz="1300" dirty="0"/>
          </a:p>
        </p:txBody>
      </p:sp>
      <p:sp>
        <p:nvSpPr>
          <p:cNvPr id="25" name="Text 19"/>
          <p:cNvSpPr txBox="1"/>
          <p:nvPr/>
        </p:nvSpPr>
        <p:spPr>
          <a:xfrm>
            <a:off x="609584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Análize múzika</a:t>
            </a:r>
            <a:endParaRPr lang="en-US" sz="1050" dirty="0"/>
          </a:p>
        </p:txBody>
      </p:sp>
      <p:sp>
        <p:nvSpPr>
          <p:cNvPr id="26" name="ap-4"/>
          <p:cNvSpPr/>
          <p:nvPr/>
        </p:nvSpPr>
        <p:spPr>
          <a:xfrm>
            <a:off x="7944917" y="1508760"/>
            <a:ext cx="1711909" cy="1298448"/>
          </a:xfrm>
          <a:prstGeom prst="roundRect">
            <a:avLst>
              <a:gd name="adj" fmla="val 8451"/>
            </a:avLst>
          </a:prstGeom>
          <a:solidFill>
            <a:schemeClr val="bg2"/>
          </a:solidFill>
          <a:ln w="12700">
            <a:solidFill>
              <a:schemeClr val="bg2"/>
            </a:solidFill>
            <a:prstDash val="solid"/>
          </a:ln>
        </p:spPr>
      </p:sp>
      <p:sp>
        <p:nvSpPr>
          <p:cNvPr id="27" name="ap-4-ik-sirkulu"/>
          <p:cNvSpPr/>
          <p:nvPr/>
        </p:nvSpPr>
        <p:spPr>
          <a:xfrm>
            <a:off x="8517407" y="1600200"/>
            <a:ext cx="566928" cy="566928"/>
          </a:xfrm>
          <a:prstGeom prst="ellipse">
            <a:avLst/>
          </a:prstGeom>
          <a:solidFill>
            <a:srgbClr val="0061FF"/>
          </a:solidFill>
          <a:ln w="12700">
            <a:solidFill>
              <a:srgbClr val="0061FF"/>
            </a:solidFill>
            <a:prstDash val="solid"/>
          </a:ln>
        </p:spPr>
      </p:sp>
      <p:pic>
        <p:nvPicPr>
          <p:cNvPr id="28" name="ap-4-ik-ikone" descr="preencoded.png">    </p:cNvPr>
          <p:cNvPicPr>
            <a:picLocks noChangeAspect="1"/>
          </p:cNvPicPr>
          <p:nvPr/>
        </p:nvPicPr>
        <p:blipFill>
          <a:blip r:embed="rId5"/>
          <a:stretch>
            <a:fillRect/>
          </a:stretch>
        </p:blipFill>
        <p:spPr>
          <a:xfrm>
            <a:off x="8653470" y="1736263"/>
            <a:ext cx="294803" cy="294803"/>
          </a:xfrm>
          <a:prstGeom prst="rect">
            <a:avLst/>
          </a:prstGeom>
        </p:spPr>
      </p:pic>
      <p:sp>
        <p:nvSpPr>
          <p:cNvPr id="29" name="Text 22"/>
          <p:cNvSpPr txBox="1"/>
          <p:nvPr/>
        </p:nvSpPr>
        <p:spPr>
          <a:xfrm>
            <a:off x="7944917"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Dropbox</a:t>
            </a:r>
            <a:endParaRPr lang="en-US" sz="1300" dirty="0"/>
          </a:p>
        </p:txBody>
      </p:sp>
      <p:sp>
        <p:nvSpPr>
          <p:cNvPr id="30" name="Text 23"/>
          <p:cNvSpPr txBox="1"/>
          <p:nvPr/>
        </p:nvSpPr>
        <p:spPr>
          <a:xfrm>
            <a:off x="7944917"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App desktop</a:t>
            </a:r>
            <a:endParaRPr lang="en-US" sz="1050" dirty="0"/>
          </a:p>
        </p:txBody>
      </p:sp>
      <p:sp>
        <p:nvSpPr>
          <p:cNvPr id="31" name="ap-5"/>
          <p:cNvSpPr/>
          <p:nvPr/>
        </p:nvSpPr>
        <p:spPr>
          <a:xfrm>
            <a:off x="9793986" y="1508760"/>
            <a:ext cx="1711909" cy="1298448"/>
          </a:xfrm>
          <a:prstGeom prst="roundRect">
            <a:avLst>
              <a:gd name="adj" fmla="val 8451"/>
            </a:avLst>
          </a:prstGeom>
          <a:solidFill>
            <a:schemeClr val="bg2"/>
          </a:solidFill>
          <a:ln w="12700">
            <a:solidFill>
              <a:schemeClr val="bg2"/>
            </a:solidFill>
            <a:prstDash val="solid"/>
          </a:ln>
        </p:spPr>
      </p:sp>
      <p:sp>
        <p:nvSpPr>
          <p:cNvPr id="32" name="ap-5-ik-sirkulu"/>
          <p:cNvSpPr/>
          <p:nvPr/>
        </p:nvSpPr>
        <p:spPr>
          <a:xfrm>
            <a:off x="10366477" y="1600200"/>
            <a:ext cx="566928" cy="566928"/>
          </a:xfrm>
          <a:prstGeom prst="ellipse">
            <a:avLst/>
          </a:prstGeom>
          <a:solidFill>
            <a:srgbClr val="4285F4"/>
          </a:solidFill>
          <a:ln w="12700">
            <a:solidFill>
              <a:srgbClr val="4285F4"/>
            </a:solidFill>
            <a:prstDash val="solid"/>
          </a:ln>
        </p:spPr>
      </p:sp>
      <p:pic>
        <p:nvPicPr>
          <p:cNvPr id="33" name="ap-5-ik-ikone" descr="preencoded.png">    </p:cNvPr>
          <p:cNvPicPr>
            <a:picLocks noChangeAspect="1"/>
          </p:cNvPicPr>
          <p:nvPr/>
        </p:nvPicPr>
        <p:blipFill>
          <a:blip r:embed="rId6"/>
          <a:stretch>
            <a:fillRect/>
          </a:stretch>
        </p:blipFill>
        <p:spPr>
          <a:xfrm>
            <a:off x="10502539" y="1736263"/>
            <a:ext cx="294803" cy="294803"/>
          </a:xfrm>
          <a:prstGeom prst="rect">
            <a:avLst/>
          </a:prstGeom>
        </p:spPr>
      </p:pic>
      <p:sp>
        <p:nvSpPr>
          <p:cNvPr id="34" name="Text 26"/>
          <p:cNvSpPr txBox="1"/>
          <p:nvPr/>
        </p:nvSpPr>
        <p:spPr>
          <a:xfrm>
            <a:off x="9793986"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Google</a:t>
            </a:r>
            <a:endParaRPr lang="en-US" sz="1300" dirty="0"/>
          </a:p>
        </p:txBody>
      </p:sp>
      <p:sp>
        <p:nvSpPr>
          <p:cNvPr id="35" name="Text 27"/>
          <p:cNvSpPr txBox="1"/>
          <p:nvPr/>
        </p:nvSpPr>
        <p:spPr>
          <a:xfrm>
            <a:off x="9793986"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Buka no peskiza</a:t>
            </a:r>
            <a:endParaRPr lang="en-US" sz="1050" dirty="0"/>
          </a:p>
        </p:txBody>
      </p:sp>
      <p:sp>
        <p:nvSpPr>
          <p:cNvPr id="36" name="ap-6"/>
          <p:cNvSpPr/>
          <p:nvPr/>
        </p:nvSpPr>
        <p:spPr>
          <a:xfrm>
            <a:off x="548640" y="2926080"/>
            <a:ext cx="1711909" cy="1298448"/>
          </a:xfrm>
          <a:prstGeom prst="roundRect">
            <a:avLst>
              <a:gd name="adj" fmla="val 8451"/>
            </a:avLst>
          </a:prstGeom>
          <a:solidFill>
            <a:schemeClr val="bg2"/>
          </a:solidFill>
          <a:ln w="12700">
            <a:solidFill>
              <a:schemeClr val="bg2"/>
            </a:solidFill>
            <a:prstDash val="solid"/>
          </a:ln>
        </p:spPr>
      </p:sp>
      <p:sp>
        <p:nvSpPr>
          <p:cNvPr id="37" name="ap-6-ik-sirkulu"/>
          <p:cNvSpPr/>
          <p:nvPr/>
        </p:nvSpPr>
        <p:spPr>
          <a:xfrm>
            <a:off x="1121131" y="3017520"/>
            <a:ext cx="566928" cy="566928"/>
          </a:xfrm>
          <a:prstGeom prst="ellipse">
            <a:avLst/>
          </a:prstGeom>
          <a:solidFill>
            <a:srgbClr val="FF4500"/>
          </a:solidFill>
          <a:ln w="12700">
            <a:solidFill>
              <a:srgbClr val="FF4500"/>
            </a:solidFill>
            <a:prstDash val="solid"/>
          </a:ln>
        </p:spPr>
      </p:sp>
      <p:pic>
        <p:nvPicPr>
          <p:cNvPr id="38" name="ap-6-ik-ikone" descr="preencoded.png">    </p:cNvPr>
          <p:cNvPicPr>
            <a:picLocks noChangeAspect="1"/>
          </p:cNvPicPr>
          <p:nvPr/>
        </p:nvPicPr>
        <p:blipFill>
          <a:blip r:embed="rId7"/>
          <a:stretch>
            <a:fillRect/>
          </a:stretch>
        </p:blipFill>
        <p:spPr>
          <a:xfrm>
            <a:off x="1257193" y="3153583"/>
            <a:ext cx="294803" cy="294803"/>
          </a:xfrm>
          <a:prstGeom prst="rect">
            <a:avLst/>
          </a:prstGeom>
        </p:spPr>
      </p:pic>
      <p:sp>
        <p:nvSpPr>
          <p:cNvPr id="39" name="Text 30"/>
          <p:cNvSpPr txBox="1"/>
          <p:nvPr/>
        </p:nvSpPr>
        <p:spPr>
          <a:xfrm>
            <a:off x="548640"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Reddit</a:t>
            </a:r>
            <a:endParaRPr lang="en-US" sz="1300" dirty="0"/>
          </a:p>
        </p:txBody>
      </p:sp>
      <p:sp>
        <p:nvSpPr>
          <p:cNvPr id="40" name="Text 31"/>
          <p:cNvSpPr txBox="1"/>
          <p:nvPr/>
        </p:nvSpPr>
        <p:spPr>
          <a:xfrm>
            <a:off x="548640"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Website forum</a:t>
            </a:r>
            <a:endParaRPr lang="en-US" sz="1050" dirty="0"/>
          </a:p>
        </p:txBody>
      </p:sp>
      <p:sp>
        <p:nvSpPr>
          <p:cNvPr id="41" name="ap-7"/>
          <p:cNvSpPr/>
          <p:nvPr/>
        </p:nvSpPr>
        <p:spPr>
          <a:xfrm>
            <a:off x="2397709" y="2926080"/>
            <a:ext cx="1711909" cy="1298448"/>
          </a:xfrm>
          <a:prstGeom prst="roundRect">
            <a:avLst>
              <a:gd name="adj" fmla="val 8451"/>
            </a:avLst>
          </a:prstGeom>
          <a:solidFill>
            <a:schemeClr val="bg2"/>
          </a:solidFill>
          <a:ln w="12700">
            <a:solidFill>
              <a:schemeClr val="bg2"/>
            </a:solidFill>
            <a:prstDash val="solid"/>
          </a:ln>
        </p:spPr>
      </p:sp>
      <p:sp>
        <p:nvSpPr>
          <p:cNvPr id="42" name="ap-7-ik-sirkulu"/>
          <p:cNvSpPr/>
          <p:nvPr/>
        </p:nvSpPr>
        <p:spPr>
          <a:xfrm>
            <a:off x="2970200" y="3017520"/>
            <a:ext cx="566928" cy="566928"/>
          </a:xfrm>
          <a:prstGeom prst="ellipse">
            <a:avLst/>
          </a:prstGeom>
          <a:solidFill>
            <a:srgbClr val="BD081C"/>
          </a:solidFill>
          <a:ln w="12700">
            <a:solidFill>
              <a:srgbClr val="BD081C"/>
            </a:solidFill>
            <a:prstDash val="solid"/>
          </a:ln>
        </p:spPr>
      </p:sp>
      <p:pic>
        <p:nvPicPr>
          <p:cNvPr id="43" name="ap-7-ik-ikone" descr="preencoded.png">    </p:cNvPr>
          <p:cNvPicPr>
            <a:picLocks noChangeAspect="1"/>
          </p:cNvPicPr>
          <p:nvPr/>
        </p:nvPicPr>
        <p:blipFill>
          <a:blip r:embed="rId8"/>
          <a:stretch>
            <a:fillRect/>
          </a:stretch>
        </p:blipFill>
        <p:spPr>
          <a:xfrm>
            <a:off x="3106263" y="3153583"/>
            <a:ext cx="294803" cy="294803"/>
          </a:xfrm>
          <a:prstGeom prst="rect">
            <a:avLst/>
          </a:prstGeom>
        </p:spPr>
      </p:pic>
      <p:sp>
        <p:nvSpPr>
          <p:cNvPr id="44" name="Text 34"/>
          <p:cNvSpPr txBox="1"/>
          <p:nvPr/>
        </p:nvSpPr>
        <p:spPr>
          <a:xfrm>
            <a:off x="2397709"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Pinterest</a:t>
            </a:r>
            <a:endParaRPr lang="en-US" sz="1300" dirty="0"/>
          </a:p>
        </p:txBody>
      </p:sp>
      <p:sp>
        <p:nvSpPr>
          <p:cNvPr id="45" name="Text 35"/>
          <p:cNvSpPr txBox="1"/>
          <p:nvPr/>
        </p:nvSpPr>
        <p:spPr>
          <a:xfrm>
            <a:off x="2397709"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46" name="ap-8"/>
          <p:cNvSpPr/>
          <p:nvPr/>
        </p:nvSpPr>
        <p:spPr>
          <a:xfrm>
            <a:off x="4246778" y="2926080"/>
            <a:ext cx="1711909" cy="1298448"/>
          </a:xfrm>
          <a:prstGeom prst="roundRect">
            <a:avLst>
              <a:gd name="adj" fmla="val 8451"/>
            </a:avLst>
          </a:prstGeom>
          <a:solidFill>
            <a:schemeClr val="bg2"/>
          </a:solidFill>
          <a:ln w="12700">
            <a:solidFill>
              <a:schemeClr val="bg2"/>
            </a:solidFill>
            <a:prstDash val="solid"/>
          </a:ln>
        </p:spPr>
      </p:sp>
      <p:sp>
        <p:nvSpPr>
          <p:cNvPr id="47" name="ap-8-ik-sirkulu"/>
          <p:cNvSpPr/>
          <p:nvPr/>
        </p:nvSpPr>
        <p:spPr>
          <a:xfrm>
            <a:off x="4819269" y="3017520"/>
            <a:ext cx="566928" cy="566928"/>
          </a:xfrm>
          <a:prstGeom prst="ellipse">
            <a:avLst/>
          </a:prstGeom>
          <a:solidFill>
            <a:srgbClr val="000000"/>
          </a:solidFill>
          <a:ln w="12700">
            <a:solidFill>
              <a:srgbClr val="000000"/>
            </a:solidFill>
            <a:prstDash val="solid"/>
          </a:ln>
        </p:spPr>
      </p:sp>
      <p:pic>
        <p:nvPicPr>
          <p:cNvPr id="48" name="ap-8-ik-ikone" descr="preencoded.png">    </p:cNvPr>
          <p:cNvPicPr>
            <a:picLocks noChangeAspect="1"/>
          </p:cNvPicPr>
          <p:nvPr/>
        </p:nvPicPr>
        <p:blipFill>
          <a:blip r:embed="rId9"/>
          <a:stretch>
            <a:fillRect/>
          </a:stretch>
        </p:blipFill>
        <p:spPr>
          <a:xfrm>
            <a:off x="4955332" y="3153583"/>
            <a:ext cx="294803" cy="294803"/>
          </a:xfrm>
          <a:prstGeom prst="rect">
            <a:avLst/>
          </a:prstGeom>
        </p:spPr>
      </p:pic>
      <p:sp>
        <p:nvSpPr>
          <p:cNvPr id="49" name="Text 38"/>
          <p:cNvSpPr txBox="1"/>
          <p:nvPr/>
        </p:nvSpPr>
        <p:spPr>
          <a:xfrm>
            <a:off x="424677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Uber</a:t>
            </a:r>
            <a:endParaRPr lang="en-US" sz="1300" dirty="0"/>
          </a:p>
        </p:txBody>
      </p:sp>
      <p:sp>
        <p:nvSpPr>
          <p:cNvPr id="50" name="Text 39"/>
          <p:cNvSpPr txBox="1"/>
          <p:nvPr/>
        </p:nvSpPr>
        <p:spPr>
          <a:xfrm>
            <a:off x="424677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Kalkula viajen</a:t>
            </a:r>
            <a:endParaRPr lang="en-US" sz="1050" dirty="0"/>
          </a:p>
        </p:txBody>
      </p:sp>
      <p:sp>
        <p:nvSpPr>
          <p:cNvPr id="51" name="ap-9"/>
          <p:cNvSpPr/>
          <p:nvPr/>
        </p:nvSpPr>
        <p:spPr>
          <a:xfrm>
            <a:off x="6095848" y="2926080"/>
            <a:ext cx="1711909" cy="1298448"/>
          </a:xfrm>
          <a:prstGeom prst="roundRect">
            <a:avLst>
              <a:gd name="adj" fmla="val 8451"/>
            </a:avLst>
          </a:prstGeom>
          <a:solidFill>
            <a:schemeClr val="bg2"/>
          </a:solidFill>
          <a:ln w="12700">
            <a:solidFill>
              <a:schemeClr val="bg2"/>
            </a:solidFill>
            <a:prstDash val="solid"/>
          </a:ln>
        </p:spPr>
      </p:sp>
      <p:sp>
        <p:nvSpPr>
          <p:cNvPr id="52" name="ap-9-ik-sirkulu"/>
          <p:cNvSpPr/>
          <p:nvPr/>
        </p:nvSpPr>
        <p:spPr>
          <a:xfrm>
            <a:off x="6668338" y="3017520"/>
            <a:ext cx="566928" cy="566928"/>
          </a:xfrm>
          <a:prstGeom prst="ellipse">
            <a:avLst/>
          </a:prstGeom>
          <a:solidFill>
            <a:srgbClr val="0B3D91"/>
          </a:solidFill>
          <a:ln w="12700">
            <a:solidFill>
              <a:srgbClr val="0B3D91"/>
            </a:solidFill>
            <a:prstDash val="solid"/>
          </a:ln>
        </p:spPr>
      </p:sp>
      <p:pic>
        <p:nvPicPr>
          <p:cNvPr id="53" name="ap-9-ik-ikone" descr="preencoded.png">    </p:cNvPr>
          <p:cNvPicPr>
            <a:picLocks noChangeAspect="1"/>
          </p:cNvPicPr>
          <p:nvPr/>
        </p:nvPicPr>
        <p:blipFill>
          <a:blip r:embed="rId10"/>
          <a:stretch>
            <a:fillRect/>
          </a:stretch>
        </p:blipFill>
        <p:spPr>
          <a:xfrm>
            <a:off x="6804401" y="3153583"/>
            <a:ext cx="294803" cy="294803"/>
          </a:xfrm>
          <a:prstGeom prst="rect">
            <a:avLst/>
          </a:prstGeom>
        </p:spPr>
      </p:pic>
      <p:sp>
        <p:nvSpPr>
          <p:cNvPr id="54" name="Text 42"/>
          <p:cNvSpPr txBox="1"/>
          <p:nvPr/>
        </p:nvSpPr>
        <p:spPr>
          <a:xfrm>
            <a:off x="609584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NASA</a:t>
            </a:r>
            <a:endParaRPr lang="en-US" sz="1300" dirty="0"/>
          </a:p>
        </p:txBody>
      </p:sp>
      <p:sp>
        <p:nvSpPr>
          <p:cNvPr id="55" name="Text 43"/>
          <p:cNvSpPr txBox="1"/>
          <p:nvPr/>
        </p:nvSpPr>
        <p:spPr>
          <a:xfrm>
            <a:off x="609584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Siénsia espasu</a:t>
            </a:r>
            <a:endParaRPr lang="en-US" sz="1050" dirty="0"/>
          </a:p>
        </p:txBody>
      </p:sp>
      <p:sp>
        <p:nvSpPr>
          <p:cNvPr id="56" name="ap-10"/>
          <p:cNvSpPr/>
          <p:nvPr/>
        </p:nvSpPr>
        <p:spPr>
          <a:xfrm>
            <a:off x="7944917" y="2926080"/>
            <a:ext cx="1711909" cy="1298448"/>
          </a:xfrm>
          <a:prstGeom prst="roundRect">
            <a:avLst>
              <a:gd name="adj" fmla="val 8451"/>
            </a:avLst>
          </a:prstGeom>
          <a:solidFill>
            <a:schemeClr val="bg2"/>
          </a:solidFill>
          <a:ln w="12700">
            <a:solidFill>
              <a:schemeClr val="bg2"/>
            </a:solidFill>
            <a:prstDash val="solid"/>
          </a:ln>
        </p:spPr>
      </p:sp>
      <p:sp>
        <p:nvSpPr>
          <p:cNvPr id="57" name="ap-10-ik-sirkulu"/>
          <p:cNvSpPr/>
          <p:nvPr/>
        </p:nvSpPr>
        <p:spPr>
          <a:xfrm>
            <a:off x="8517407" y="3017520"/>
            <a:ext cx="566928" cy="566928"/>
          </a:xfrm>
          <a:prstGeom prst="ellipse">
            <a:avLst/>
          </a:prstGeom>
          <a:solidFill>
            <a:srgbClr val="E87D0D"/>
          </a:solidFill>
          <a:ln w="12700">
            <a:solidFill>
              <a:srgbClr val="E87D0D"/>
            </a:solidFill>
            <a:prstDash val="solid"/>
          </a:ln>
        </p:spPr>
      </p:sp>
      <p:pic>
        <p:nvPicPr>
          <p:cNvPr id="58" name="ap-10-ik-ikone" descr="preencoded.png">    </p:cNvPr>
          <p:cNvPicPr>
            <a:picLocks noChangeAspect="1"/>
          </p:cNvPicPr>
          <p:nvPr/>
        </p:nvPicPr>
        <p:blipFill>
          <a:blip r:embed="rId11"/>
          <a:stretch>
            <a:fillRect/>
          </a:stretch>
        </p:blipFill>
        <p:spPr>
          <a:xfrm>
            <a:off x="8653470" y="3153583"/>
            <a:ext cx="294803" cy="294803"/>
          </a:xfrm>
          <a:prstGeom prst="rect">
            <a:avLst/>
          </a:prstGeom>
        </p:spPr>
      </p:pic>
      <p:sp>
        <p:nvSpPr>
          <p:cNvPr id="59" name="Text 46"/>
          <p:cNvSpPr txBox="1"/>
          <p:nvPr/>
        </p:nvSpPr>
        <p:spPr>
          <a:xfrm>
            <a:off x="7944917"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Blender</a:t>
            </a:r>
            <a:endParaRPr lang="en-US" sz="1300" dirty="0"/>
          </a:p>
        </p:txBody>
      </p:sp>
      <p:sp>
        <p:nvSpPr>
          <p:cNvPr id="60" name="Text 47"/>
          <p:cNvSpPr txBox="1"/>
          <p:nvPr/>
        </p:nvSpPr>
        <p:spPr>
          <a:xfrm>
            <a:off x="7944917"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Animasaun 3D</a:t>
            </a:r>
            <a:endParaRPr lang="en-US" sz="1050" dirty="0"/>
          </a:p>
        </p:txBody>
      </p:sp>
      <p:sp>
        <p:nvSpPr>
          <p:cNvPr id="61" name="ap-11"/>
          <p:cNvSpPr/>
          <p:nvPr/>
        </p:nvSpPr>
        <p:spPr>
          <a:xfrm>
            <a:off x="9793986" y="2926080"/>
            <a:ext cx="1711909" cy="1298448"/>
          </a:xfrm>
          <a:prstGeom prst="roundRect">
            <a:avLst>
              <a:gd name="adj" fmla="val 8451"/>
            </a:avLst>
          </a:prstGeom>
          <a:solidFill>
            <a:srgbClr val="D7F0E3"/>
          </a:solidFill>
          <a:ln w="12700">
            <a:solidFill>
              <a:srgbClr val="D7F0E3"/>
            </a:solidFill>
            <a:prstDash val="solid"/>
          </a:ln>
        </p:spPr>
      </p:sp>
      <p:sp>
        <p:nvSpPr>
          <p:cNvPr id="62" name="ap-11-ik-sirkulu"/>
          <p:cNvSpPr/>
          <p:nvPr/>
        </p:nvSpPr>
        <p:spPr>
          <a:xfrm>
            <a:off x="10366477" y="3017520"/>
            <a:ext cx="566928" cy="566928"/>
          </a:xfrm>
          <a:prstGeom prst="ellipse">
            <a:avLst/>
          </a:prstGeom>
          <a:solidFill>
            <a:schemeClr val="accent1"/>
          </a:solidFill>
          <a:ln w="12700">
            <a:solidFill>
              <a:schemeClr val="accent1"/>
            </a:solidFill>
            <a:prstDash val="solid"/>
          </a:ln>
        </p:spPr>
      </p:sp>
      <p:pic>
        <p:nvPicPr>
          <p:cNvPr id="63" name="ap-11-ik-ikone" descr="preencoded.png">    </p:cNvPr>
          <p:cNvPicPr>
            <a:picLocks noChangeAspect="1"/>
          </p:cNvPicPr>
          <p:nvPr/>
        </p:nvPicPr>
        <p:blipFill>
          <a:blip r:embed="rId12"/>
          <a:stretch>
            <a:fillRect/>
          </a:stretch>
        </p:blipFill>
        <p:spPr>
          <a:xfrm>
            <a:off x="10502539" y="3153583"/>
            <a:ext cx="294803" cy="294803"/>
          </a:xfrm>
          <a:prstGeom prst="rect">
            <a:avLst/>
          </a:prstGeom>
        </p:spPr>
      </p:pic>
      <p:sp>
        <p:nvSpPr>
          <p:cNvPr id="64" name="Text 50"/>
          <p:cNvSpPr txBox="1"/>
          <p:nvPr/>
        </p:nvSpPr>
        <p:spPr>
          <a:xfrm>
            <a:off x="9793986"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SIBAR-RbR</a:t>
            </a:r>
            <a:endParaRPr lang="en-US" sz="1300" dirty="0"/>
          </a:p>
        </p:txBody>
      </p:sp>
      <p:sp>
        <p:nvSpPr>
          <p:cNvPr id="65" name="Text 51"/>
          <p:cNvSpPr txBox="1"/>
          <p:nvPr/>
        </p:nvSpPr>
        <p:spPr>
          <a:xfrm>
            <a:off x="9793986"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Rede ba Rai!</a:t>
            </a:r>
            <a:endParaRPr lang="en-US" sz="1050" dirty="0"/>
          </a:p>
        </p:txBody>
      </p:sp>
      <p:sp>
        <p:nvSpPr>
          <p:cNvPr id="66" name="Text 52"/>
          <p:cNvSpPr txBox="1"/>
          <p:nvPr/>
        </p:nvSpPr>
        <p:spPr>
          <a:xfrm>
            <a:off x="548640" y="4434840"/>
            <a:ext cx="5486400" cy="292608"/>
          </a:xfrm>
          <a:prstGeom prst="rect">
            <a:avLst/>
          </a:prstGeom>
          <a:noFill/>
          <a:ln/>
        </p:spPr>
        <p:txBody>
          <a:bodyPr wrap="square" lIns="0" tIns="0" rIns="0" bIns="0" rtlCol="0" anchor="t"/>
          <a:lstStyle/>
          <a:p>
            <a:pPr indent="0" marL="0">
              <a:buNone/>
            </a:pPr>
            <a:r>
              <a:rPr lang="en-US" sz="1300" b="1" dirty="0">
                <a:solidFill>
                  <a:schemeClr val="accent4"/>
                </a:solidFill>
              </a:rPr>
              <a:t>Intelijénsia artifisiál (AI)</a:t>
            </a:r>
            <a:endParaRPr lang="en-US" sz="1300" dirty="0"/>
          </a:p>
        </p:txBody>
      </p:sp>
      <p:sp>
        <p:nvSpPr>
          <p:cNvPr id="67" name="ai-0"/>
          <p:cNvSpPr/>
          <p:nvPr/>
        </p:nvSpPr>
        <p:spPr>
          <a:xfrm>
            <a:off x="548640" y="4754880"/>
            <a:ext cx="1711909" cy="1298448"/>
          </a:xfrm>
          <a:prstGeom prst="roundRect">
            <a:avLst>
              <a:gd name="adj" fmla="val 8451"/>
            </a:avLst>
          </a:prstGeom>
          <a:solidFill>
            <a:schemeClr val="bg2"/>
          </a:solidFill>
          <a:ln w="12700">
            <a:solidFill>
              <a:schemeClr val="bg2"/>
            </a:solidFill>
            <a:prstDash val="solid"/>
          </a:ln>
        </p:spPr>
      </p:sp>
      <p:sp>
        <p:nvSpPr>
          <p:cNvPr id="68" name="ai-0-ik-sirkulu"/>
          <p:cNvSpPr/>
          <p:nvPr/>
        </p:nvSpPr>
        <p:spPr>
          <a:xfrm>
            <a:off x="1121131" y="4846320"/>
            <a:ext cx="566928" cy="566928"/>
          </a:xfrm>
          <a:prstGeom prst="ellipse">
            <a:avLst/>
          </a:prstGeom>
          <a:solidFill>
            <a:srgbClr val="10A37F"/>
          </a:solidFill>
          <a:ln w="12700">
            <a:solidFill>
              <a:srgbClr val="10A37F"/>
            </a:solidFill>
            <a:prstDash val="solid"/>
          </a:ln>
        </p:spPr>
      </p:sp>
      <p:pic>
        <p:nvPicPr>
          <p:cNvPr id="69" name="ai-0-ik-ikone" descr="preencoded.png">    </p:cNvPr>
          <p:cNvPicPr>
            <a:picLocks noChangeAspect="1"/>
          </p:cNvPicPr>
          <p:nvPr/>
        </p:nvPicPr>
        <p:blipFill>
          <a:blip r:embed="rId13"/>
          <a:stretch>
            <a:fillRect/>
          </a:stretch>
        </p:blipFill>
        <p:spPr>
          <a:xfrm>
            <a:off x="1257193" y="4982383"/>
            <a:ext cx="294803" cy="294803"/>
          </a:xfrm>
          <a:prstGeom prst="rect">
            <a:avLst/>
          </a:prstGeom>
        </p:spPr>
      </p:pic>
      <p:sp>
        <p:nvSpPr>
          <p:cNvPr id="70" name="Text 55"/>
          <p:cNvSpPr txBox="1"/>
          <p:nvPr/>
        </p:nvSpPr>
        <p:spPr>
          <a:xfrm>
            <a:off x="548640"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ChatGPT</a:t>
            </a:r>
            <a:endParaRPr lang="en-US" sz="1300" dirty="0"/>
          </a:p>
        </p:txBody>
      </p:sp>
      <p:sp>
        <p:nvSpPr>
          <p:cNvPr id="71" name="Text 56"/>
          <p:cNvSpPr txBox="1"/>
          <p:nvPr/>
        </p:nvSpPr>
        <p:spPr>
          <a:xfrm>
            <a:off x="548640"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OpenAI</a:t>
            </a:r>
            <a:endParaRPr lang="en-US" sz="1050" dirty="0"/>
          </a:p>
        </p:txBody>
      </p:sp>
      <p:sp>
        <p:nvSpPr>
          <p:cNvPr id="72" name="ai-1"/>
          <p:cNvSpPr/>
          <p:nvPr/>
        </p:nvSpPr>
        <p:spPr>
          <a:xfrm>
            <a:off x="2397709" y="4754880"/>
            <a:ext cx="1711909" cy="1298448"/>
          </a:xfrm>
          <a:prstGeom prst="roundRect">
            <a:avLst>
              <a:gd name="adj" fmla="val 8451"/>
            </a:avLst>
          </a:prstGeom>
          <a:solidFill>
            <a:schemeClr val="bg2"/>
          </a:solidFill>
          <a:ln w="12700">
            <a:solidFill>
              <a:schemeClr val="bg2"/>
            </a:solidFill>
            <a:prstDash val="solid"/>
          </a:ln>
        </p:spPr>
      </p:sp>
      <p:sp>
        <p:nvSpPr>
          <p:cNvPr id="73" name="ai-1-ik-sirkulu"/>
          <p:cNvSpPr/>
          <p:nvPr/>
        </p:nvSpPr>
        <p:spPr>
          <a:xfrm>
            <a:off x="2970200" y="4846320"/>
            <a:ext cx="566928" cy="566928"/>
          </a:xfrm>
          <a:prstGeom prst="ellipse">
            <a:avLst/>
          </a:prstGeom>
          <a:solidFill>
            <a:srgbClr val="D97757"/>
          </a:solidFill>
          <a:ln w="12700">
            <a:solidFill>
              <a:srgbClr val="D97757"/>
            </a:solidFill>
            <a:prstDash val="solid"/>
          </a:ln>
        </p:spPr>
      </p:sp>
      <p:pic>
        <p:nvPicPr>
          <p:cNvPr id="74" name="ai-1-ik-ikone" descr="preencoded.png">    </p:cNvPr>
          <p:cNvPicPr>
            <a:picLocks noChangeAspect="1"/>
          </p:cNvPicPr>
          <p:nvPr/>
        </p:nvPicPr>
        <p:blipFill>
          <a:blip r:embed="rId14"/>
          <a:stretch>
            <a:fillRect/>
          </a:stretch>
        </p:blipFill>
        <p:spPr>
          <a:xfrm>
            <a:off x="3106263" y="4982383"/>
            <a:ext cx="294803" cy="294803"/>
          </a:xfrm>
          <a:prstGeom prst="rect">
            <a:avLst/>
          </a:prstGeom>
        </p:spPr>
      </p:pic>
      <p:sp>
        <p:nvSpPr>
          <p:cNvPr id="75" name="Text 59"/>
          <p:cNvSpPr txBox="1"/>
          <p:nvPr/>
        </p:nvSpPr>
        <p:spPr>
          <a:xfrm>
            <a:off x="2397709"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Claude</a:t>
            </a:r>
            <a:endParaRPr lang="en-US" sz="1300" dirty="0"/>
          </a:p>
        </p:txBody>
      </p:sp>
      <p:sp>
        <p:nvSpPr>
          <p:cNvPr id="76" name="Text 60"/>
          <p:cNvSpPr txBox="1"/>
          <p:nvPr/>
        </p:nvSpPr>
        <p:spPr>
          <a:xfrm>
            <a:off x="2397709"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Anthropic</a:t>
            </a:r>
            <a:endParaRPr lang="en-US" sz="1050" dirty="0"/>
          </a:p>
        </p:txBody>
      </p:sp>
      <p:sp>
        <p:nvSpPr>
          <p:cNvPr id="77" name="ai-2"/>
          <p:cNvSpPr/>
          <p:nvPr/>
        </p:nvSpPr>
        <p:spPr>
          <a:xfrm>
            <a:off x="4246778" y="4754880"/>
            <a:ext cx="1711909" cy="1298448"/>
          </a:xfrm>
          <a:prstGeom prst="roundRect">
            <a:avLst>
              <a:gd name="adj" fmla="val 8451"/>
            </a:avLst>
          </a:prstGeom>
          <a:solidFill>
            <a:schemeClr val="bg2"/>
          </a:solidFill>
          <a:ln w="12700">
            <a:solidFill>
              <a:schemeClr val="bg2"/>
            </a:solidFill>
            <a:prstDash val="solid"/>
          </a:ln>
        </p:spPr>
      </p:sp>
      <p:sp>
        <p:nvSpPr>
          <p:cNvPr id="78" name="ai-2-ik-sirkulu"/>
          <p:cNvSpPr/>
          <p:nvPr/>
        </p:nvSpPr>
        <p:spPr>
          <a:xfrm>
            <a:off x="4819269" y="4846320"/>
            <a:ext cx="566928" cy="566928"/>
          </a:xfrm>
          <a:prstGeom prst="ellipse">
            <a:avLst/>
          </a:prstGeom>
          <a:solidFill>
            <a:srgbClr val="8E75B2"/>
          </a:solidFill>
          <a:ln w="12700">
            <a:solidFill>
              <a:srgbClr val="8E75B2"/>
            </a:solidFill>
            <a:prstDash val="solid"/>
          </a:ln>
        </p:spPr>
      </p:sp>
      <p:pic>
        <p:nvPicPr>
          <p:cNvPr id="79" name="ai-2-ik-ikone" descr="preencoded.png">    </p:cNvPr>
          <p:cNvPicPr>
            <a:picLocks noChangeAspect="1"/>
          </p:cNvPicPr>
          <p:nvPr/>
        </p:nvPicPr>
        <p:blipFill>
          <a:blip r:embed="rId15"/>
          <a:stretch>
            <a:fillRect/>
          </a:stretch>
        </p:blipFill>
        <p:spPr>
          <a:xfrm>
            <a:off x="4955332" y="4982383"/>
            <a:ext cx="294803" cy="294803"/>
          </a:xfrm>
          <a:prstGeom prst="rect">
            <a:avLst/>
          </a:prstGeom>
        </p:spPr>
      </p:pic>
      <p:sp>
        <p:nvSpPr>
          <p:cNvPr id="80" name="Text 63"/>
          <p:cNvSpPr txBox="1"/>
          <p:nvPr/>
        </p:nvSpPr>
        <p:spPr>
          <a:xfrm>
            <a:off x="424677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Gemini</a:t>
            </a:r>
            <a:endParaRPr lang="en-US" sz="1300" dirty="0"/>
          </a:p>
        </p:txBody>
      </p:sp>
      <p:sp>
        <p:nvSpPr>
          <p:cNvPr id="81" name="Text 64"/>
          <p:cNvSpPr txBox="1"/>
          <p:nvPr/>
        </p:nvSpPr>
        <p:spPr>
          <a:xfrm>
            <a:off x="424677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Google</a:t>
            </a:r>
            <a:endParaRPr lang="en-US" sz="1050" dirty="0"/>
          </a:p>
        </p:txBody>
      </p:sp>
      <p:sp>
        <p:nvSpPr>
          <p:cNvPr id="82" name="ai-3"/>
          <p:cNvSpPr/>
          <p:nvPr/>
        </p:nvSpPr>
        <p:spPr>
          <a:xfrm>
            <a:off x="6095848" y="4754880"/>
            <a:ext cx="1711909" cy="1298448"/>
          </a:xfrm>
          <a:prstGeom prst="roundRect">
            <a:avLst>
              <a:gd name="adj" fmla="val 8451"/>
            </a:avLst>
          </a:prstGeom>
          <a:solidFill>
            <a:schemeClr val="bg2"/>
          </a:solidFill>
          <a:ln w="12700">
            <a:solidFill>
              <a:schemeClr val="bg2"/>
            </a:solidFill>
            <a:prstDash val="solid"/>
          </a:ln>
        </p:spPr>
      </p:sp>
      <p:sp>
        <p:nvSpPr>
          <p:cNvPr id="83" name="ai-3-ik-sirkulu"/>
          <p:cNvSpPr/>
          <p:nvPr/>
        </p:nvSpPr>
        <p:spPr>
          <a:xfrm>
            <a:off x="6668338" y="4846320"/>
            <a:ext cx="566928" cy="566928"/>
          </a:xfrm>
          <a:prstGeom prst="ellipse">
            <a:avLst/>
          </a:prstGeom>
          <a:solidFill>
            <a:srgbClr val="E0A100"/>
          </a:solidFill>
          <a:ln w="12700">
            <a:solidFill>
              <a:srgbClr val="E0A100"/>
            </a:solidFill>
            <a:prstDash val="solid"/>
          </a:ln>
        </p:spPr>
      </p:sp>
      <p:pic>
        <p:nvPicPr>
          <p:cNvPr id="84" name="ai-3-ik-ikone" descr="preencoded.png">    </p:cNvPr>
          <p:cNvPicPr>
            <a:picLocks noChangeAspect="1"/>
          </p:cNvPicPr>
          <p:nvPr/>
        </p:nvPicPr>
        <p:blipFill>
          <a:blip r:embed="rId16"/>
          <a:stretch>
            <a:fillRect/>
          </a:stretch>
        </p:blipFill>
        <p:spPr>
          <a:xfrm>
            <a:off x="6804401" y="4982383"/>
            <a:ext cx="294803" cy="294803"/>
          </a:xfrm>
          <a:prstGeom prst="rect">
            <a:avLst/>
          </a:prstGeom>
        </p:spPr>
      </p:pic>
      <p:sp>
        <p:nvSpPr>
          <p:cNvPr id="85" name="Text 67"/>
          <p:cNvSpPr txBox="1"/>
          <p:nvPr/>
        </p:nvSpPr>
        <p:spPr>
          <a:xfrm>
            <a:off x="609584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Hugging Face</a:t>
            </a:r>
            <a:endParaRPr lang="en-US" sz="1300" dirty="0"/>
          </a:p>
        </p:txBody>
      </p:sp>
      <p:sp>
        <p:nvSpPr>
          <p:cNvPr id="86" name="Text 68"/>
          <p:cNvSpPr txBox="1"/>
          <p:nvPr/>
        </p:nvSpPr>
        <p:spPr>
          <a:xfrm>
            <a:off x="609584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Modelu AI</a:t>
            </a:r>
            <a:endParaRPr lang="en-US" sz="1050" dirty="0"/>
          </a:p>
        </p:txBody>
      </p:sp>
      <p:sp>
        <p:nvSpPr>
          <p:cNvPr id="87" name="ai-4"/>
          <p:cNvSpPr/>
          <p:nvPr/>
        </p:nvSpPr>
        <p:spPr>
          <a:xfrm>
            <a:off x="7944917" y="4754880"/>
            <a:ext cx="1711909" cy="1298448"/>
          </a:xfrm>
          <a:prstGeom prst="roundRect">
            <a:avLst>
              <a:gd name="adj" fmla="val 8451"/>
            </a:avLst>
          </a:prstGeom>
          <a:solidFill>
            <a:schemeClr val="bg2"/>
          </a:solidFill>
          <a:ln w="12700">
            <a:solidFill>
              <a:schemeClr val="bg2"/>
            </a:solidFill>
            <a:prstDash val="solid"/>
          </a:ln>
        </p:spPr>
      </p:sp>
      <p:sp>
        <p:nvSpPr>
          <p:cNvPr id="88" name="ai-4-ik-sirkulu"/>
          <p:cNvSpPr/>
          <p:nvPr/>
        </p:nvSpPr>
        <p:spPr>
          <a:xfrm>
            <a:off x="8517407" y="4846320"/>
            <a:ext cx="566928" cy="566928"/>
          </a:xfrm>
          <a:prstGeom prst="ellipse">
            <a:avLst/>
          </a:prstGeom>
          <a:solidFill>
            <a:srgbClr val="EE4C2C"/>
          </a:solidFill>
          <a:ln w="12700">
            <a:solidFill>
              <a:srgbClr val="EE4C2C"/>
            </a:solidFill>
            <a:prstDash val="solid"/>
          </a:ln>
        </p:spPr>
      </p:sp>
      <p:pic>
        <p:nvPicPr>
          <p:cNvPr id="89" name="ai-4-ik-ikone" descr="preencoded.png">    </p:cNvPr>
          <p:cNvPicPr>
            <a:picLocks noChangeAspect="1"/>
          </p:cNvPicPr>
          <p:nvPr/>
        </p:nvPicPr>
        <p:blipFill>
          <a:blip r:embed="rId17"/>
          <a:stretch>
            <a:fillRect/>
          </a:stretch>
        </p:blipFill>
        <p:spPr>
          <a:xfrm>
            <a:off x="8653470" y="4982383"/>
            <a:ext cx="294803" cy="294803"/>
          </a:xfrm>
          <a:prstGeom prst="rect">
            <a:avLst/>
          </a:prstGeom>
        </p:spPr>
      </p:pic>
      <p:sp>
        <p:nvSpPr>
          <p:cNvPr id="90" name="Text 71"/>
          <p:cNvSpPr txBox="1"/>
          <p:nvPr/>
        </p:nvSpPr>
        <p:spPr>
          <a:xfrm>
            <a:off x="7944917"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PyTorch</a:t>
            </a:r>
            <a:endParaRPr lang="en-US" sz="1300" dirty="0"/>
          </a:p>
        </p:txBody>
      </p:sp>
      <p:sp>
        <p:nvSpPr>
          <p:cNvPr id="91" name="Text 72"/>
          <p:cNvSpPr txBox="1"/>
          <p:nvPr/>
        </p:nvSpPr>
        <p:spPr>
          <a:xfrm>
            <a:off x="7944917"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(Meta)</a:t>
            </a:r>
            <a:endParaRPr lang="en-US" sz="1050" dirty="0"/>
          </a:p>
        </p:txBody>
      </p:sp>
      <p:sp>
        <p:nvSpPr>
          <p:cNvPr id="92" name="ai-5"/>
          <p:cNvSpPr/>
          <p:nvPr/>
        </p:nvSpPr>
        <p:spPr>
          <a:xfrm>
            <a:off x="9793986" y="4754880"/>
            <a:ext cx="1711909" cy="1298448"/>
          </a:xfrm>
          <a:prstGeom prst="roundRect">
            <a:avLst>
              <a:gd name="adj" fmla="val 8451"/>
            </a:avLst>
          </a:prstGeom>
          <a:solidFill>
            <a:schemeClr val="bg2"/>
          </a:solidFill>
          <a:ln w="12700">
            <a:solidFill>
              <a:schemeClr val="bg2"/>
            </a:solidFill>
            <a:prstDash val="solid"/>
          </a:ln>
        </p:spPr>
      </p:sp>
      <p:sp>
        <p:nvSpPr>
          <p:cNvPr id="93" name="ai-5-ik-sirkulu"/>
          <p:cNvSpPr/>
          <p:nvPr/>
        </p:nvSpPr>
        <p:spPr>
          <a:xfrm>
            <a:off x="10366477" y="4846320"/>
            <a:ext cx="566928" cy="566928"/>
          </a:xfrm>
          <a:prstGeom prst="ellipse">
            <a:avLst/>
          </a:prstGeom>
          <a:solidFill>
            <a:srgbClr val="FF6F00"/>
          </a:solidFill>
          <a:ln w="12700">
            <a:solidFill>
              <a:srgbClr val="FF6F00"/>
            </a:solidFill>
            <a:prstDash val="solid"/>
          </a:ln>
        </p:spPr>
      </p:sp>
      <p:pic>
        <p:nvPicPr>
          <p:cNvPr id="94" name="ai-5-ik-ikone" descr="preencoded.png">    </p:cNvPr>
          <p:cNvPicPr>
            <a:picLocks noChangeAspect="1"/>
          </p:cNvPicPr>
          <p:nvPr/>
        </p:nvPicPr>
        <p:blipFill>
          <a:blip r:embed="rId18"/>
          <a:stretch>
            <a:fillRect/>
          </a:stretch>
        </p:blipFill>
        <p:spPr>
          <a:xfrm>
            <a:off x="10502539" y="4982383"/>
            <a:ext cx="294803" cy="294803"/>
          </a:xfrm>
          <a:prstGeom prst="rect">
            <a:avLst/>
          </a:prstGeom>
        </p:spPr>
      </p:pic>
      <p:sp>
        <p:nvSpPr>
          <p:cNvPr id="95" name="Text 75"/>
          <p:cNvSpPr txBox="1"/>
          <p:nvPr/>
        </p:nvSpPr>
        <p:spPr>
          <a:xfrm>
            <a:off x="9793986"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TensorFlow</a:t>
            </a:r>
            <a:endParaRPr lang="en-US" sz="1300" dirty="0"/>
          </a:p>
        </p:txBody>
      </p:sp>
      <p:sp>
        <p:nvSpPr>
          <p:cNvPr id="96" name="Text 76"/>
          <p:cNvSpPr txBox="1"/>
          <p:nvPr/>
        </p:nvSpPr>
        <p:spPr>
          <a:xfrm>
            <a:off x="9793986"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(Google)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Ita ne'ebé iha ne'e bele aprende? Sin!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11:05</a:t>
            </a:r>
            <a:endParaRPr lang="en-US" sz="1200" dirty="0"/>
          </a:p>
        </p:txBody>
      </p:sp>
      <p:sp>
        <p:nvSpPr>
          <p:cNvPr id="5" name="Text 3"/>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Dalan aprende (minutu 15 loron-loron)</a:t>
            </a:r>
            <a:endParaRPr lang="en-US" sz="1600" dirty="0"/>
          </a:p>
        </p:txBody>
      </p:sp>
      <p:sp>
        <p:nvSpPr>
          <p:cNvPr id="6" name="dal-l"/>
          <p:cNvSpPr/>
          <p:nvPr/>
        </p:nvSpPr>
        <p:spPr>
          <a:xfrm>
            <a:off x="822960" y="2057400"/>
            <a:ext cx="0" cy="3291840"/>
          </a:xfrm>
          <a:prstGeom prst="line">
            <a:avLst/>
          </a:prstGeom>
          <a:noFill/>
          <a:ln w="25400">
            <a:solidFill>
              <a:schemeClr val="accent1"/>
            </a:solidFill>
            <a:prstDash val="solid"/>
          </a:ln>
        </p:spPr>
      </p:sp>
      <p:sp>
        <p:nvSpPr>
          <p:cNvPr id="7" name="dal-n-0"/>
          <p:cNvSpPr/>
          <p:nvPr/>
        </p:nvSpPr>
        <p:spPr>
          <a:xfrm>
            <a:off x="548640" y="1828800"/>
            <a:ext cx="548640" cy="548640"/>
          </a:xfrm>
          <a:prstGeom prst="ellipse">
            <a:avLst/>
          </a:prstGeom>
          <a:solidFill>
            <a:schemeClr val="accent1"/>
          </a:solidFill>
          <a:ln w="12700">
            <a:solidFill>
              <a:schemeClr val="accent1"/>
            </a:solidFill>
            <a:prstDash val="solid"/>
          </a:ln>
        </p:spPr>
      </p:sp>
      <p:sp>
        <p:nvSpPr>
          <p:cNvPr id="8" name="dal-n-0-n"/>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1325880" y="178308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1–2</a:t>
            </a:r>
            <a:endParaRPr lang="en-US" sz="1600" dirty="0"/>
          </a:p>
        </p:txBody>
      </p:sp>
      <p:sp>
        <p:nvSpPr>
          <p:cNvPr id="10" name="Text 8"/>
          <p:cNvSpPr txBox="1"/>
          <p:nvPr/>
        </p:nvSpPr>
        <p:spPr>
          <a:xfrm>
            <a:off x="1325880" y="2103120"/>
            <a:ext cx="4754880" cy="685800"/>
          </a:xfrm>
          <a:prstGeom prst="rect">
            <a:avLst/>
          </a:prstGeom>
          <a:noFill/>
          <a:ln/>
        </p:spPr>
        <p:txBody>
          <a:bodyPr wrap="square" lIns="0" tIns="0" rIns="0" bIns="0" rtlCol="0" anchor="t"/>
          <a:lstStyle/>
          <a:p>
            <a:pPr indent="0" marL="0">
              <a:buNone/>
            </a:pPr>
            <a:r>
              <a:rPr lang="en-US" sz="1400" dirty="0">
                <a:solidFill>
                  <a:schemeClr val="tx1"/>
                </a:solidFill>
              </a:rPr>
              <a:t>W3Schools: print, variável, if. Hakerek "Kazu eviksaun foun".</a:t>
            </a:r>
            <a:endParaRPr lang="en-US" sz="1400" dirty="0"/>
          </a:p>
        </p:txBody>
      </p:sp>
      <p:sp>
        <p:nvSpPr>
          <p:cNvPr id="11" name="dal-n-1"/>
          <p:cNvSpPr/>
          <p:nvPr/>
        </p:nvSpPr>
        <p:spPr>
          <a:xfrm>
            <a:off x="548640" y="2926080"/>
            <a:ext cx="548640" cy="548640"/>
          </a:xfrm>
          <a:prstGeom prst="ellipse">
            <a:avLst/>
          </a:prstGeom>
          <a:solidFill>
            <a:schemeClr val="accent5"/>
          </a:solidFill>
          <a:ln w="12700">
            <a:solidFill>
              <a:schemeClr val="accent5"/>
            </a:solidFill>
            <a:prstDash val="solid"/>
          </a:ln>
        </p:spPr>
      </p:sp>
      <p:sp>
        <p:nvSpPr>
          <p:cNvPr id="12" name="dal-n-1-n"/>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325880" y="288036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3–4</a:t>
            </a:r>
            <a:endParaRPr lang="en-US" sz="1600" dirty="0"/>
          </a:p>
        </p:txBody>
      </p:sp>
      <p:sp>
        <p:nvSpPr>
          <p:cNvPr id="14" name="Text 12"/>
          <p:cNvSpPr txBox="1"/>
          <p:nvPr/>
        </p:nvSpPr>
        <p:spPr>
          <a:xfrm>
            <a:off x="1325880" y="3200400"/>
            <a:ext cx="4754880" cy="685800"/>
          </a:xfrm>
          <a:prstGeom prst="rect">
            <a:avLst/>
          </a:prstGeom>
          <a:noFill/>
          <a:ln/>
        </p:spPr>
        <p:txBody>
          <a:bodyPr wrap="square" lIns="0" tIns="0" rIns="0" bIns="0" rtlCol="0" anchor="t"/>
          <a:lstStyle/>
          <a:p>
            <a:pPr indent="0" marL="0">
              <a:buNone/>
            </a:pPr>
            <a:r>
              <a:rPr lang="en-US" sz="1400" dirty="0">
                <a:solidFill>
                  <a:schemeClr val="tx1"/>
                </a:solidFill>
              </a:rPr>
              <a:t>Google Colab: loke Excel kazu ho pandas, konta kazu kada munisípiu.</a:t>
            </a:r>
            <a:endParaRPr lang="en-US" sz="1400" dirty="0"/>
          </a:p>
        </p:txBody>
      </p:sp>
      <p:sp>
        <p:nvSpPr>
          <p:cNvPr id="15" name="dal-n-2"/>
          <p:cNvSpPr/>
          <p:nvPr/>
        </p:nvSpPr>
        <p:spPr>
          <a:xfrm>
            <a:off x="548640" y="4023360"/>
            <a:ext cx="548640" cy="548640"/>
          </a:xfrm>
          <a:prstGeom prst="ellipse">
            <a:avLst/>
          </a:prstGeom>
          <a:solidFill>
            <a:schemeClr val="accent6"/>
          </a:solidFill>
          <a:ln w="12700">
            <a:solidFill>
              <a:schemeClr val="accent6"/>
            </a:solidFill>
            <a:prstDash val="solid"/>
          </a:ln>
        </p:spPr>
      </p:sp>
      <p:sp>
        <p:nvSpPr>
          <p:cNvPr id="16" name="dal-n-2-n"/>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7764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2</a:t>
            </a:r>
            <a:endParaRPr lang="en-US" sz="1600" dirty="0"/>
          </a:p>
        </p:txBody>
      </p:sp>
      <p:sp>
        <p:nvSpPr>
          <p:cNvPr id="18" name="Text 16"/>
          <p:cNvSpPr txBox="1"/>
          <p:nvPr/>
        </p:nvSpPr>
        <p:spPr>
          <a:xfrm>
            <a:off x="1325880" y="4297680"/>
            <a:ext cx="4754880" cy="685800"/>
          </a:xfrm>
          <a:prstGeom prst="rect">
            <a:avLst/>
          </a:prstGeom>
          <a:noFill/>
          <a:ln/>
        </p:spPr>
        <p:txBody>
          <a:bodyPr wrap="square" lIns="0" tIns="0" rIns="0" bIns="0" rtlCol="0" anchor="t"/>
          <a:lstStyle/>
          <a:p>
            <a:pPr indent="0" marL="0">
              <a:buNone/>
            </a:pPr>
            <a:r>
              <a:rPr lang="en-US" sz="1400" dirty="0">
                <a:solidFill>
                  <a:schemeClr val="tx1"/>
                </a:solidFill>
              </a:rPr>
              <a:t>Halo gráfiku kazu eviksaun tuir fulan.</a:t>
            </a:r>
            <a:endParaRPr lang="en-US" sz="1400" dirty="0"/>
          </a:p>
        </p:txBody>
      </p:sp>
      <p:sp>
        <p:nvSpPr>
          <p:cNvPr id="19" name="dal-n-3"/>
          <p:cNvSpPr/>
          <p:nvPr/>
        </p:nvSpPr>
        <p:spPr>
          <a:xfrm>
            <a:off x="548640" y="5120640"/>
            <a:ext cx="548640" cy="548640"/>
          </a:xfrm>
          <a:prstGeom prst="ellipse">
            <a:avLst/>
          </a:prstGeom>
          <a:solidFill>
            <a:schemeClr val="accent3"/>
          </a:solidFill>
          <a:ln w="12700">
            <a:solidFill>
              <a:schemeClr val="accent3"/>
            </a:solidFill>
            <a:prstDash val="solid"/>
          </a:ln>
        </p:spPr>
      </p:sp>
      <p:sp>
        <p:nvSpPr>
          <p:cNvPr id="20" name="dal-n-3-n"/>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1325880" y="507492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3</a:t>
            </a:r>
            <a:endParaRPr lang="en-US" sz="1600" dirty="0"/>
          </a:p>
        </p:txBody>
      </p:sp>
      <p:sp>
        <p:nvSpPr>
          <p:cNvPr id="22" name="Text 20"/>
          <p:cNvSpPr txBox="1"/>
          <p:nvPr/>
        </p:nvSpPr>
        <p:spPr>
          <a:xfrm>
            <a:off x="1325880" y="5394960"/>
            <a:ext cx="4754880" cy="685800"/>
          </a:xfrm>
          <a:prstGeom prst="rect">
            <a:avLst/>
          </a:prstGeom>
          <a:noFill/>
          <a:ln/>
        </p:spPr>
        <p:txBody>
          <a:bodyPr wrap="square" lIns="0" tIns="0" rIns="0" bIns="0" rtlCol="0" anchor="t"/>
          <a:lstStyle/>
          <a:p>
            <a:pPr indent="0" marL="0">
              <a:buNone/>
            </a:pPr>
            <a:r>
              <a:rPr lang="en-US" sz="1400" dirty="0">
                <a:solidFill>
                  <a:schemeClr val="tx1"/>
                </a:solidFill>
              </a:rPr>
              <a:t>Automatiza relatóriu ne'ebé uluk halo manuál.</a:t>
            </a:r>
            <a:endParaRPr lang="en-US" sz="1400" dirty="0"/>
          </a:p>
        </p:txBody>
      </p:sp>
      <p:sp>
        <p:nvSpPr>
          <p:cNvPr id="23" name="skill"/>
          <p:cNvSpPr/>
          <p:nvPr/>
        </p:nvSpPr>
        <p:spPr>
          <a:xfrm>
            <a:off x="6492240" y="1325880"/>
            <a:ext cx="5150815" cy="4800600"/>
          </a:xfrm>
          <a:prstGeom prst="roundRect">
            <a:avLst>
              <a:gd name="adj" fmla="val 2286"/>
            </a:avLst>
          </a:prstGeom>
          <a:solidFill>
            <a:schemeClr val="bg2"/>
          </a:solidFill>
          <a:ln w="12700">
            <a:solidFill>
              <a:schemeClr val="bg2"/>
            </a:solidFill>
            <a:prstDash val="solid"/>
          </a:ln>
        </p:spPr>
      </p:sp>
      <p:sp>
        <p:nvSpPr>
          <p:cNvPr id="24" name="Text 22"/>
          <p:cNvSpPr txBox="1"/>
          <p:nvPr/>
        </p:nvSpPr>
        <p:spPr>
          <a:xfrm>
            <a:off x="6766560" y="1508760"/>
            <a:ext cx="4602175" cy="411480"/>
          </a:xfrm>
          <a:prstGeom prst="rect">
            <a:avLst/>
          </a:prstGeom>
          <a:noFill/>
          <a:ln/>
        </p:spPr>
        <p:txBody>
          <a:bodyPr wrap="square" lIns="0" tIns="0" rIns="0" bIns="0" rtlCol="0" anchor="t"/>
          <a:lstStyle/>
          <a:p>
            <a:pPr indent="0" marL="0">
              <a:buNone/>
            </a:pPr>
            <a:r>
              <a:rPr lang="en-US" sz="1800" b="1" dirty="0">
                <a:solidFill>
                  <a:schemeClr val="tx2"/>
                </a:solidFill>
              </a:rPr>
              <a:t>Ezemplu skill foun ba staf RbR</a:t>
            </a:r>
            <a:endParaRPr lang="en-US" sz="1800" dirty="0"/>
          </a:p>
        </p:txBody>
      </p:sp>
      <p:sp>
        <p:nvSpPr>
          <p:cNvPr id="25" name="Text 23"/>
          <p:cNvSpPr txBox="1"/>
          <p:nvPr/>
        </p:nvSpPr>
        <p:spPr>
          <a:xfrm>
            <a:off x="6766560" y="2057400"/>
            <a:ext cx="4602175" cy="3931920"/>
          </a:xfrm>
          <a:prstGeom prst="rect">
            <a:avLst/>
          </a:prstGeom>
          <a:noFill/>
          <a:ln/>
        </p:spPr>
        <p:txBody>
          <a:bodyPr wrap="square" lIns="0" tIns="0" rIns="0" bIns="0" rtlCol="0" anchor="t"/>
          <a:lstStyle/>
          <a:p>
            <a:pPr marL="342900" indent="-342900">
              <a:spcAft>
                <a:spcPts val="1000"/>
              </a:spcAft>
              <a:buSzPct val="100000"/>
              <a:buChar char="•"/>
            </a:pPr>
            <a:r>
              <a:rPr lang="en-US" sz="1450" b="1" dirty="0">
                <a:solidFill>
                  <a:schemeClr val="tx2"/>
                </a:solidFill>
              </a:rPr>
              <a:t>Kombina Excel:</a:t>
            </a:r>
            <a:pPr indent="0" marL="0">
              <a:spcAft>
                <a:spcPts val="1000"/>
              </a:spcAft>
              <a:buNone/>
            </a:pPr>
            <a:r>
              <a:rPr lang="en-US" sz="1450" dirty="0">
                <a:solidFill>
                  <a:schemeClr val="tx1"/>
                </a:solidFill>
              </a:rPr>
              <a:t> Excel 10 husi munisípiu sai tabela kazu eviksaun ida.</a:t>
            </a:r>
            <a:endParaRPr lang="en-US" sz="1450" dirty="0"/>
          </a:p>
          <a:p>
            <a:pPr marL="342900" indent="-342900">
              <a:spcAft>
                <a:spcPts val="1000"/>
              </a:spcAft>
              <a:buSzPct val="100000"/>
              <a:buChar char="•"/>
            </a:pPr>
            <a:r>
              <a:rPr lang="en-US" sz="1450" b="1" dirty="0">
                <a:solidFill>
                  <a:schemeClr val="tx2"/>
                </a:solidFill>
              </a:rPr>
              <a:t>Hamoos dadus:</a:t>
            </a:r>
            <a:pPr indent="0" marL="0">
              <a:spcAft>
                <a:spcPts val="1000"/>
              </a:spcAft>
              <a:buNone/>
            </a:pPr>
            <a:r>
              <a:rPr lang="en-US" sz="1450" dirty="0">
                <a:solidFill>
                  <a:schemeClr val="tx1"/>
                </a:solidFill>
              </a:rPr>
              <a:t> Buka kazu duplikadu ka data ne'ebé falta.</a:t>
            </a:r>
            <a:endParaRPr lang="en-US" sz="1450" dirty="0"/>
          </a:p>
          <a:p>
            <a:pPr marL="342900" indent="-342900">
              <a:spcAft>
                <a:spcPts val="1000"/>
              </a:spcAft>
              <a:buSzPct val="100000"/>
              <a:buChar char="•"/>
            </a:pPr>
            <a:r>
              <a:rPr lang="en-US" sz="1450" b="1" dirty="0">
                <a:solidFill>
                  <a:schemeClr val="tx2"/>
                </a:solidFill>
              </a:rPr>
              <a:t>Gráfiku:</a:t>
            </a:r>
            <a:pPr indent="0" marL="0">
              <a:spcAft>
                <a:spcPts val="1000"/>
              </a:spcAft>
              <a:buNone/>
            </a:pPr>
            <a:r>
              <a:rPr lang="en-US" sz="1450" dirty="0">
                <a:solidFill>
                  <a:schemeClr val="tx1"/>
                </a:solidFill>
              </a:rPr>
              <a:t> Kazu eviksaun tuir fulan ka munisípiu iha segundu.</a:t>
            </a:r>
            <a:endParaRPr lang="en-US" sz="1450" dirty="0"/>
          </a:p>
          <a:p>
            <a:pPr marL="342900" indent="-342900">
              <a:spcAft>
                <a:spcPts val="1000"/>
              </a:spcAft>
              <a:buSzPct val="100000"/>
              <a:buChar char="•"/>
            </a:pPr>
            <a:r>
              <a:rPr lang="en-US" sz="1450" b="1" dirty="0">
                <a:solidFill>
                  <a:schemeClr val="tx2"/>
                </a:solidFill>
              </a:rPr>
              <a:t>Relatóriu doadór:</a:t>
            </a:r>
            <a:pPr indent="0" marL="0">
              <a:spcAft>
                <a:spcPts val="1000"/>
              </a:spcAft>
              <a:buNone/>
            </a:pPr>
            <a:r>
              <a:rPr lang="en-US" sz="1450" dirty="0">
                <a:solidFill>
                  <a:schemeClr val="tx1"/>
                </a:solidFill>
              </a:rPr>
              <a:t> Uma-kain afetadu no ema afetadu konta automátiku.</a:t>
            </a:r>
            <a:endParaRPr lang="en-US" sz="1450" dirty="0"/>
          </a:p>
          <a:p>
            <a:pPr marL="342900" indent="-342900">
              <a:spcAft>
                <a:spcPts val="1000"/>
              </a:spcAft>
              <a:buSzPct val="100000"/>
              <a:buChar char="•"/>
            </a:pPr>
            <a:r>
              <a:rPr lang="en-US" sz="1450" b="1" dirty="0">
                <a:solidFill>
                  <a:schemeClr val="tx2"/>
                </a:solidFill>
              </a:rPr>
              <a:t>Uza AI:</a:t>
            </a:r>
            <a:pPr indent="0" marL="0">
              <a:spcAft>
                <a:spcPts val="1000"/>
              </a:spcAft>
              <a:buNone/>
            </a:pPr>
            <a:r>
              <a:rPr lang="en-US" sz="1450" dirty="0">
                <a:solidFill>
                  <a:schemeClr val="tx1"/>
                </a:solidFill>
              </a:rPr>
              <a:t> Husu ChatGPT/Claude atu ajuda hakerek kódigu Python.</a:t>
            </a:r>
            <a:endParaRPr lang="en-US" sz="14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Python iha Rede ba Rai</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SIBAR-RbR no istória jestaun dadus</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04</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11:10 – 11:22</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SIBAR-RbR harii iha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11:10</a:t>
            </a:r>
            <a:endParaRPr lang="en-US" sz="1200" dirty="0"/>
          </a:p>
        </p:txBody>
      </p:sp>
      <p:sp>
        <p:nvSpPr>
          <p:cNvPr id="5" name="kam-0"/>
          <p:cNvSpPr/>
          <p:nvPr/>
        </p:nvSpPr>
        <p:spPr>
          <a:xfrm>
            <a:off x="548640" y="4572000"/>
            <a:ext cx="5669280" cy="960120"/>
          </a:xfrm>
          <a:prstGeom prst="roundRect">
            <a:avLst>
              <a:gd name="adj" fmla="val 11429"/>
            </a:avLst>
          </a:prstGeom>
          <a:solidFill>
            <a:schemeClr val="accent6"/>
          </a:solidFill>
          <a:ln w="12700">
            <a:solidFill>
              <a:schemeClr val="accent6"/>
            </a:solidFill>
            <a:prstDash val="solid"/>
          </a:ln>
        </p:spPr>
      </p:sp>
      <p:sp>
        <p:nvSpPr>
          <p:cNvPr id="6" name="Text 4"/>
          <p:cNvSpPr txBox="1"/>
          <p:nvPr/>
        </p:nvSpPr>
        <p:spPr>
          <a:xfrm>
            <a:off x="548640" y="4572000"/>
            <a:ext cx="5669280" cy="960120"/>
          </a:xfrm>
          <a:prstGeom prst="rect">
            <a:avLst/>
          </a:prstGeom>
          <a:noFill/>
          <a:ln/>
        </p:spPr>
        <p:txBody>
          <a:bodyPr wrap="square" lIns="0" tIns="0" rIns="0" bIns="0" rtlCol="0" anchor="ctr"/>
          <a:lstStyle/>
          <a:p>
            <a:pPr algn="ctr" indent="0" marL="0">
              <a:buNone/>
            </a:pPr>
            <a:r>
              <a:rPr lang="en-US" sz="2200" b="1" dirty="0">
                <a:solidFill>
                  <a:schemeClr val="bg1"/>
                </a:solidFill>
              </a:rPr>
              <a:t>Python 3</a:t>
            </a:r>
            <a:endParaRPr lang="en-US" sz="1500" dirty="0"/>
          </a:p>
          <a:p>
            <a:pPr algn="ctr" indent="0" marL="0">
              <a:buNone/>
            </a:pPr>
            <a:r>
              <a:rPr lang="en-US" sz="1300" dirty="0">
                <a:solidFill>
                  <a:schemeClr val="bg1"/>
                </a:solidFill>
              </a:rPr>
              <a:t>Lian programasaun</a:t>
            </a:r>
            <a:endParaRPr lang="en-US" sz="1500" dirty="0"/>
          </a:p>
        </p:txBody>
      </p:sp>
      <p:sp>
        <p:nvSpPr>
          <p:cNvPr id="7" name="kam-1"/>
          <p:cNvSpPr/>
          <p:nvPr/>
        </p:nvSpPr>
        <p:spPr>
          <a:xfrm>
            <a:off x="822960" y="3429000"/>
            <a:ext cx="5120640" cy="960120"/>
          </a:xfrm>
          <a:prstGeom prst="roundRect">
            <a:avLst>
              <a:gd name="adj" fmla="val 11429"/>
            </a:avLst>
          </a:prstGeom>
          <a:solidFill>
            <a:schemeClr val="accent5"/>
          </a:solidFill>
          <a:ln w="12700">
            <a:solidFill>
              <a:schemeClr val="accent5"/>
            </a:solidFill>
            <a:prstDash val="solid"/>
          </a:ln>
        </p:spPr>
      </p:sp>
      <p:sp>
        <p:nvSpPr>
          <p:cNvPr id="8" name="Text 6"/>
          <p:cNvSpPr txBox="1"/>
          <p:nvPr/>
        </p:nvSpPr>
        <p:spPr>
          <a:xfrm>
            <a:off x="822960" y="3429000"/>
            <a:ext cx="5120640" cy="960120"/>
          </a:xfrm>
          <a:prstGeom prst="rect">
            <a:avLst/>
          </a:prstGeom>
          <a:noFill/>
          <a:ln/>
        </p:spPr>
        <p:txBody>
          <a:bodyPr wrap="square" lIns="0" tIns="0" rIns="0" bIns="0" rtlCol="0" anchor="ctr"/>
          <a:lstStyle/>
          <a:p>
            <a:pPr algn="ctr" indent="0" marL="0">
              <a:buNone/>
            </a:pPr>
            <a:r>
              <a:rPr lang="en-US" sz="2200" b="1" dirty="0">
                <a:solidFill>
                  <a:schemeClr val="bg1"/>
                </a:solidFill>
              </a:rPr>
              <a:t>Django 5.2</a:t>
            </a:r>
            <a:endParaRPr lang="en-US" sz="1500" dirty="0"/>
          </a:p>
          <a:p>
            <a:pPr algn="ctr" indent="0" marL="0">
              <a:buNone/>
            </a:pPr>
            <a:r>
              <a:rPr lang="en-US" sz="1300" dirty="0">
                <a:solidFill>
                  <a:schemeClr val="bg1"/>
                </a:solidFill>
              </a:rPr>
              <a:t>Framework web (Python)</a:t>
            </a:r>
            <a:endParaRPr lang="en-US" sz="1500" dirty="0"/>
          </a:p>
        </p:txBody>
      </p:sp>
      <p:sp>
        <p:nvSpPr>
          <p:cNvPr id="9" name="kam-2"/>
          <p:cNvSpPr/>
          <p:nvPr/>
        </p:nvSpPr>
        <p:spPr>
          <a:xfrm>
            <a:off x="1097280" y="2286000"/>
            <a:ext cx="4572000" cy="960120"/>
          </a:xfrm>
          <a:prstGeom prst="roundRect">
            <a:avLst>
              <a:gd name="adj" fmla="val 11429"/>
            </a:avLst>
          </a:prstGeom>
          <a:solidFill>
            <a:schemeClr val="accent1"/>
          </a:solidFill>
          <a:ln w="12700">
            <a:solidFill>
              <a:schemeClr val="accent1"/>
            </a:solidFill>
            <a:prstDash val="solid"/>
          </a:ln>
        </p:spPr>
      </p:sp>
      <p:sp>
        <p:nvSpPr>
          <p:cNvPr id="10" name="Text 8"/>
          <p:cNvSpPr txBox="1"/>
          <p:nvPr/>
        </p:nvSpPr>
        <p:spPr>
          <a:xfrm>
            <a:off x="1097280" y="2286000"/>
            <a:ext cx="4572000" cy="960120"/>
          </a:xfrm>
          <a:prstGeom prst="rect">
            <a:avLst/>
          </a:prstGeom>
          <a:noFill/>
          <a:ln/>
        </p:spPr>
        <p:txBody>
          <a:bodyPr wrap="square" lIns="0" tIns="0" rIns="0" bIns="0" rtlCol="0" anchor="ctr"/>
          <a:lstStyle/>
          <a:p>
            <a:pPr algn="ctr" indent="0" marL="0">
              <a:buNone/>
            </a:pPr>
            <a:r>
              <a:rPr lang="en-US" sz="2200" b="1" dirty="0">
                <a:solidFill>
                  <a:schemeClr val="bg1"/>
                </a:solidFill>
              </a:rPr>
              <a:t>SIBAR-RbR</a:t>
            </a:r>
            <a:endParaRPr lang="en-US" sz="1500" dirty="0"/>
          </a:p>
          <a:p>
            <a:pPr algn="ctr" indent="0" marL="0">
              <a:buNone/>
            </a:pPr>
            <a:r>
              <a:rPr lang="en-US" sz="1300" dirty="0">
                <a:solidFill>
                  <a:schemeClr val="bg1"/>
                </a:solidFill>
              </a:rPr>
              <a:t>Sistema Rede ba Rai</a:t>
            </a:r>
            <a:endParaRPr lang="en-US" sz="1500" dirty="0"/>
          </a:p>
        </p:txBody>
      </p:sp>
      <p:sp>
        <p:nvSpPr>
          <p:cNvPr id="11" name="Text 9"/>
          <p:cNvSpPr txBox="1"/>
          <p:nvPr/>
        </p:nvSpPr>
        <p:spPr>
          <a:xfrm>
            <a:off x="548640" y="1371600"/>
            <a:ext cx="5669280" cy="365760"/>
          </a:xfrm>
          <a:prstGeom prst="rect">
            <a:avLst/>
          </a:prstGeom>
          <a:noFill/>
          <a:ln/>
        </p:spPr>
        <p:txBody>
          <a:bodyPr wrap="square" lIns="0" tIns="0" rIns="0" bIns="0" rtlCol="0" anchor="t"/>
          <a:lstStyle/>
          <a:p>
            <a:pPr algn="ctr" indent="0" marL="0">
              <a:buNone/>
            </a:pPr>
            <a:r>
              <a:rPr lang="en-US" sz="1400" b="1" dirty="0">
                <a:solidFill>
                  <a:srgbClr val="5E6B66"/>
                </a:solidFill>
              </a:rPr>
              <a:t>Kamada sistema</a:t>
            </a:r>
            <a:endParaRPr lang="en-US" sz="1400" dirty="0"/>
          </a:p>
        </p:txBody>
      </p:sp>
      <p:sp>
        <p:nvSpPr>
          <p:cNvPr id="12" name="n-0"/>
          <p:cNvSpPr/>
          <p:nvPr/>
        </p:nvSpPr>
        <p:spPr>
          <a:xfrm>
            <a:off x="6675120" y="1463040"/>
            <a:ext cx="2423160" cy="1691640"/>
          </a:xfrm>
          <a:prstGeom prst="roundRect">
            <a:avLst>
              <a:gd name="adj" fmla="val 6486"/>
            </a:avLst>
          </a:prstGeom>
          <a:solidFill>
            <a:schemeClr val="bg2"/>
          </a:solidFill>
          <a:ln w="12700">
            <a:solidFill>
              <a:schemeClr val="bg2"/>
            </a:solidFill>
            <a:prstDash val="solid"/>
          </a:ln>
        </p:spPr>
      </p:sp>
      <p:sp>
        <p:nvSpPr>
          <p:cNvPr id="13" name="Text 11"/>
          <p:cNvSpPr txBox="1"/>
          <p:nvPr/>
        </p:nvSpPr>
        <p:spPr>
          <a:xfrm>
            <a:off x="667512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14.000+</a:t>
            </a:r>
            <a:endParaRPr lang="en-US" sz="3600" dirty="0"/>
          </a:p>
        </p:txBody>
      </p:sp>
      <p:sp>
        <p:nvSpPr>
          <p:cNvPr id="14" name="Text 12"/>
          <p:cNvSpPr txBox="1"/>
          <p:nvPr/>
        </p:nvSpPr>
        <p:spPr>
          <a:xfrm>
            <a:off x="681228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liña kódigu Python</a:t>
            </a:r>
            <a:endParaRPr lang="en-US" sz="1300" dirty="0"/>
          </a:p>
        </p:txBody>
      </p:sp>
      <p:sp>
        <p:nvSpPr>
          <p:cNvPr id="15" name="n-1"/>
          <p:cNvSpPr/>
          <p:nvPr/>
        </p:nvSpPr>
        <p:spPr>
          <a:xfrm>
            <a:off x="9281160" y="1463040"/>
            <a:ext cx="2423160" cy="1691640"/>
          </a:xfrm>
          <a:prstGeom prst="roundRect">
            <a:avLst>
              <a:gd name="adj" fmla="val 6486"/>
            </a:avLst>
          </a:prstGeom>
          <a:solidFill>
            <a:schemeClr val="bg2"/>
          </a:solidFill>
          <a:ln w="12700">
            <a:solidFill>
              <a:schemeClr val="bg2"/>
            </a:solidFill>
            <a:prstDash val="solid"/>
          </a:ln>
        </p:spPr>
      </p:sp>
      <p:sp>
        <p:nvSpPr>
          <p:cNvPr id="16" name="Text 14"/>
          <p:cNvSpPr txBox="1"/>
          <p:nvPr/>
        </p:nvSpPr>
        <p:spPr>
          <a:xfrm>
            <a:off x="928116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10</a:t>
            </a:r>
            <a:endParaRPr lang="en-US" sz="3600" dirty="0"/>
          </a:p>
        </p:txBody>
      </p:sp>
      <p:sp>
        <p:nvSpPr>
          <p:cNvPr id="17" name="Text 15"/>
          <p:cNvSpPr txBox="1"/>
          <p:nvPr/>
        </p:nvSpPr>
        <p:spPr>
          <a:xfrm>
            <a:off x="941832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módulu (kazu, legál, relatóriu, live…)</a:t>
            </a:r>
            <a:endParaRPr lang="en-US" sz="1300" dirty="0"/>
          </a:p>
        </p:txBody>
      </p:sp>
      <p:sp>
        <p:nvSpPr>
          <p:cNvPr id="18" name="n-2"/>
          <p:cNvSpPr/>
          <p:nvPr/>
        </p:nvSpPr>
        <p:spPr>
          <a:xfrm>
            <a:off x="6675120" y="3383280"/>
            <a:ext cx="2423160" cy="1691640"/>
          </a:xfrm>
          <a:prstGeom prst="roundRect">
            <a:avLst>
              <a:gd name="adj" fmla="val 6486"/>
            </a:avLst>
          </a:prstGeom>
          <a:solidFill>
            <a:schemeClr val="bg2"/>
          </a:solidFill>
          <a:ln w="12700">
            <a:solidFill>
              <a:schemeClr val="bg2"/>
            </a:solidFill>
            <a:prstDash val="solid"/>
          </a:ln>
        </p:spPr>
      </p:sp>
      <p:sp>
        <p:nvSpPr>
          <p:cNvPr id="19" name="Text 17"/>
          <p:cNvSpPr txBox="1"/>
          <p:nvPr/>
        </p:nvSpPr>
        <p:spPr>
          <a:xfrm>
            <a:off x="667512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223</a:t>
            </a:r>
            <a:endParaRPr lang="en-US" sz="3600" dirty="0"/>
          </a:p>
        </p:txBody>
      </p:sp>
      <p:sp>
        <p:nvSpPr>
          <p:cNvPr id="20" name="Text 18"/>
          <p:cNvSpPr txBox="1"/>
          <p:nvPr/>
        </p:nvSpPr>
        <p:spPr>
          <a:xfrm>
            <a:off x="681228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teste automátiku</a:t>
            </a:r>
            <a:endParaRPr lang="en-US" sz="1300" dirty="0"/>
          </a:p>
        </p:txBody>
      </p:sp>
      <p:sp>
        <p:nvSpPr>
          <p:cNvPr id="21" name="n-3"/>
          <p:cNvSpPr/>
          <p:nvPr/>
        </p:nvSpPr>
        <p:spPr>
          <a:xfrm>
            <a:off x="9281160" y="3383280"/>
            <a:ext cx="2423160" cy="1691640"/>
          </a:xfrm>
          <a:prstGeom prst="roundRect">
            <a:avLst>
              <a:gd name="adj" fmla="val 6486"/>
            </a:avLst>
          </a:prstGeom>
          <a:solidFill>
            <a:schemeClr val="bg2"/>
          </a:solidFill>
          <a:ln w="12700">
            <a:solidFill>
              <a:schemeClr val="bg2"/>
            </a:solidFill>
            <a:prstDash val="solid"/>
          </a:ln>
        </p:spPr>
      </p:sp>
      <p:sp>
        <p:nvSpPr>
          <p:cNvPr id="22" name="Text 20"/>
          <p:cNvSpPr txBox="1"/>
          <p:nvPr/>
        </p:nvSpPr>
        <p:spPr>
          <a:xfrm>
            <a:off x="928116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23" name="Text 21"/>
          <p:cNvSpPr txBox="1"/>
          <p:nvPr/>
        </p:nvSpPr>
        <p:spPr>
          <a:xfrm>
            <a:off x="941832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lian: Tetun, PT, EN, ID</a:t>
            </a:r>
            <a:endParaRPr lang="en-US" sz="1300" dirty="0"/>
          </a:p>
        </p:txBody>
      </p:sp>
      <p:sp>
        <p:nvSpPr>
          <p:cNvPr id="24" name="Text 22"/>
          <p:cNvSpPr txBox="1"/>
          <p:nvPr/>
        </p:nvSpPr>
        <p:spPr>
          <a:xfrm>
            <a:off x="6675120" y="5394960"/>
            <a:ext cx="4967935" cy="731520"/>
          </a:xfrm>
          <a:prstGeom prst="rect">
            <a:avLst/>
          </a:prstGeom>
          <a:noFill/>
          <a:ln/>
        </p:spPr>
        <p:txBody>
          <a:bodyPr wrap="square" lIns="0" tIns="0" rIns="0" bIns="0" rtlCol="0" anchor="t"/>
          <a:lstStyle/>
          <a:p>
            <a:pPr indent="0" marL="0">
              <a:buNone/>
            </a:pPr>
            <a:r>
              <a:rPr lang="en-US" sz="1400" i="1" dirty="0">
                <a:solidFill>
                  <a:srgbClr val="5E6B66"/>
                </a:solidFill>
              </a:rPr>
              <a:t>Rejista kazu eviksaun, relatóriu PDF, mapa, notifikasaun no app offline: hotu la'o ho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Istória jestaun dadus iha Rede ba Rai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11:14</a:t>
            </a:r>
            <a:endParaRPr lang="en-US" sz="1200" dirty="0"/>
          </a:p>
        </p:txBody>
      </p:sp>
      <p:sp>
        <p:nvSpPr>
          <p:cNvPr id="5" name="ev-l"/>
          <p:cNvSpPr/>
          <p:nvPr/>
        </p:nvSpPr>
        <p:spPr>
          <a:xfrm>
            <a:off x="1658082" y="2103120"/>
            <a:ext cx="8875532" cy="0"/>
          </a:xfrm>
          <a:prstGeom prst="line">
            <a:avLst/>
          </a:prstGeom>
          <a:noFill/>
          <a:ln w="38100">
            <a:solidFill>
              <a:schemeClr val="accent1"/>
            </a:solidFill>
            <a:prstDash val="solid"/>
            <a:tailEnd type="triangle"/>
          </a:ln>
        </p:spPr>
      </p:sp>
      <p:sp>
        <p:nvSpPr>
          <p:cNvPr id="6" name="ev-ik-0-sirkulu"/>
          <p:cNvSpPr/>
          <p:nvPr/>
        </p:nvSpPr>
        <p:spPr>
          <a:xfrm>
            <a:off x="1086582" y="1536192"/>
            <a:ext cx="1143000" cy="1143000"/>
          </a:xfrm>
          <a:prstGeom prst="ellipse">
            <a:avLst/>
          </a:prstGeom>
          <a:solidFill>
            <a:srgbClr val="A3ADB0"/>
          </a:solidFill>
          <a:ln w="12700">
            <a:solidFill>
              <a:srgbClr val="A3ADB0"/>
            </a:solidFill>
            <a:prstDash val="solid"/>
          </a:ln>
        </p:spPr>
      </p:sp>
      <p:pic>
        <p:nvPicPr>
          <p:cNvPr id="7" name="ev-ik-0-ikone" descr="preencoded.png">    </p:cNvPr>
          <p:cNvPicPr>
            <a:picLocks noChangeAspect="1"/>
          </p:cNvPicPr>
          <p:nvPr/>
        </p:nvPicPr>
        <p:blipFill>
          <a:blip r:embed="rId1"/>
          <a:stretch>
            <a:fillRect/>
          </a:stretch>
        </p:blipFill>
        <p:spPr>
          <a:xfrm>
            <a:off x="1360902" y="1810512"/>
            <a:ext cx="594360" cy="594360"/>
          </a:xfrm>
          <a:prstGeom prst="rect">
            <a:avLst/>
          </a:prstGeom>
        </p:spPr>
      </p:pic>
      <p:sp>
        <p:nvSpPr>
          <p:cNvPr id="8" name="ev-n-0"/>
          <p:cNvSpPr/>
          <p:nvPr/>
        </p:nvSpPr>
        <p:spPr>
          <a:xfrm>
            <a:off x="1932402" y="1417320"/>
            <a:ext cx="384048" cy="384048"/>
          </a:xfrm>
          <a:prstGeom prst="ellipse">
            <a:avLst/>
          </a:prstGeom>
          <a:solidFill>
            <a:schemeClr val="tx2"/>
          </a:solidFill>
          <a:ln w="12700">
            <a:solidFill>
              <a:schemeClr val="tx2"/>
            </a:solidFill>
            <a:prstDash val="solid"/>
          </a:ln>
        </p:spPr>
      </p:sp>
      <p:sp>
        <p:nvSpPr>
          <p:cNvPr id="9" name="ev-n-0-n"/>
          <p:cNvSpPr txBox="1"/>
          <p:nvPr/>
        </p:nvSpPr>
        <p:spPr>
          <a:xfrm>
            <a:off x="1932402"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Text 7"/>
          <p:cNvSpPr txBox="1"/>
          <p:nvPr/>
        </p:nvSpPr>
        <p:spPr>
          <a:xfrm>
            <a:off x="594360"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Surat no papél</a:t>
            </a:r>
            <a:endParaRPr lang="en-US" sz="1800" dirty="0"/>
          </a:p>
        </p:txBody>
      </p:sp>
      <p:sp>
        <p:nvSpPr>
          <p:cNvPr id="11" name="ev-k-0"/>
          <p:cNvSpPr/>
          <p:nvPr/>
        </p:nvSpPr>
        <p:spPr>
          <a:xfrm>
            <a:off x="640080" y="3383280"/>
            <a:ext cx="2036003" cy="1234440"/>
          </a:xfrm>
          <a:prstGeom prst="roundRect">
            <a:avLst>
              <a:gd name="adj" fmla="val 8889"/>
            </a:avLst>
          </a:prstGeom>
          <a:solidFill>
            <a:schemeClr val="bg2"/>
          </a:solidFill>
          <a:ln w="12700">
            <a:solidFill>
              <a:schemeClr val="bg2"/>
            </a:solidFill>
            <a:prstDash val="solid"/>
          </a:ln>
        </p:spPr>
      </p:sp>
      <p:sp>
        <p:nvSpPr>
          <p:cNvPr id="12" name="Text 9"/>
          <p:cNvSpPr txBox="1"/>
          <p:nvPr/>
        </p:nvSpPr>
        <p:spPr>
          <a:xfrm>
            <a:off x="731520"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Kazu eviksaun rejista iha surat, livru no arkivu papél.</a:t>
            </a:r>
            <a:endParaRPr lang="en-US" sz="1300" dirty="0"/>
          </a:p>
        </p:txBody>
      </p:sp>
      <p:sp>
        <p:nvSpPr>
          <p:cNvPr id="13" name="ev-d-0"/>
          <p:cNvSpPr/>
          <p:nvPr/>
        </p:nvSpPr>
        <p:spPr>
          <a:xfrm>
            <a:off x="640080" y="4754880"/>
            <a:ext cx="2036003" cy="1188720"/>
          </a:xfrm>
          <a:prstGeom prst="roundRect">
            <a:avLst>
              <a:gd name="adj" fmla="val 9231"/>
            </a:avLst>
          </a:prstGeom>
          <a:solidFill>
            <a:srgbClr val="FBEFEA"/>
          </a:solidFill>
          <a:ln w="12700">
            <a:solidFill>
              <a:srgbClr val="FBEFEA"/>
            </a:solidFill>
            <a:prstDash val="solid"/>
          </a:ln>
        </p:spPr>
      </p:sp>
      <p:sp>
        <p:nvSpPr>
          <p:cNvPr id="14" name="Text 11"/>
          <p:cNvSpPr txBox="1"/>
          <p:nvPr/>
        </p:nvSpPr>
        <p:spPr>
          <a:xfrm>
            <a:off x="731520"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Fásil lakon; susar buka; la iha kópia</a:t>
            </a:r>
            <a:endParaRPr lang="en-US" sz="1250" dirty="0"/>
          </a:p>
        </p:txBody>
      </p:sp>
      <p:sp>
        <p:nvSpPr>
          <p:cNvPr id="15" name="ev-ik-1-sirkulu"/>
          <p:cNvSpPr/>
          <p:nvPr/>
        </p:nvSpPr>
        <p:spPr>
          <a:xfrm>
            <a:off x="3305465" y="1536192"/>
            <a:ext cx="1143000" cy="1143000"/>
          </a:xfrm>
          <a:prstGeom prst="ellipse">
            <a:avLst/>
          </a:prstGeom>
          <a:solidFill>
            <a:schemeClr val="accent5"/>
          </a:solidFill>
          <a:ln w="12700">
            <a:solidFill>
              <a:schemeClr val="accent5"/>
            </a:solidFill>
            <a:prstDash val="solid"/>
          </a:ln>
        </p:spPr>
      </p:sp>
      <p:pic>
        <p:nvPicPr>
          <p:cNvPr id="16" name="ev-ik-1-ikone" descr="preencoded.png">    </p:cNvPr>
          <p:cNvPicPr>
            <a:picLocks noChangeAspect="1"/>
          </p:cNvPicPr>
          <p:nvPr/>
        </p:nvPicPr>
        <p:blipFill>
          <a:blip r:embed="rId2"/>
          <a:stretch>
            <a:fillRect/>
          </a:stretch>
        </p:blipFill>
        <p:spPr>
          <a:xfrm>
            <a:off x="3579785" y="1810512"/>
            <a:ext cx="594360" cy="594360"/>
          </a:xfrm>
          <a:prstGeom prst="rect">
            <a:avLst/>
          </a:prstGeom>
        </p:spPr>
      </p:pic>
      <p:sp>
        <p:nvSpPr>
          <p:cNvPr id="17" name="ev-n-1"/>
          <p:cNvSpPr/>
          <p:nvPr/>
        </p:nvSpPr>
        <p:spPr>
          <a:xfrm>
            <a:off x="4151285" y="1417320"/>
            <a:ext cx="384048" cy="384048"/>
          </a:xfrm>
          <a:prstGeom prst="ellipse">
            <a:avLst/>
          </a:prstGeom>
          <a:solidFill>
            <a:schemeClr val="tx2"/>
          </a:solidFill>
          <a:ln w="12700">
            <a:solidFill>
              <a:schemeClr val="tx2"/>
            </a:solidFill>
            <a:prstDash val="solid"/>
          </a:ln>
        </p:spPr>
      </p:sp>
      <p:sp>
        <p:nvSpPr>
          <p:cNvPr id="18" name="ev-n-1-n"/>
          <p:cNvSpPr txBox="1"/>
          <p:nvPr/>
        </p:nvSpPr>
        <p:spPr>
          <a:xfrm>
            <a:off x="4151285"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9" name="Text 15"/>
          <p:cNvSpPr txBox="1"/>
          <p:nvPr/>
        </p:nvSpPr>
        <p:spPr>
          <a:xfrm>
            <a:off x="2813243"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Word</a:t>
            </a:r>
            <a:endParaRPr lang="en-US" sz="1800" dirty="0"/>
          </a:p>
        </p:txBody>
      </p:sp>
      <p:sp>
        <p:nvSpPr>
          <p:cNvPr id="20" name="ev-k-1"/>
          <p:cNvSpPr/>
          <p:nvPr/>
        </p:nvSpPr>
        <p:spPr>
          <a:xfrm>
            <a:off x="2858963" y="3383280"/>
            <a:ext cx="2036003" cy="1234440"/>
          </a:xfrm>
          <a:prstGeom prst="roundRect">
            <a:avLst>
              <a:gd name="adj" fmla="val 8889"/>
            </a:avLst>
          </a:prstGeom>
          <a:solidFill>
            <a:schemeClr val="bg2"/>
          </a:solidFill>
          <a:ln w="12700">
            <a:solidFill>
              <a:schemeClr val="bg2"/>
            </a:solidFill>
            <a:prstDash val="solid"/>
          </a:ln>
        </p:spPr>
      </p:sp>
      <p:sp>
        <p:nvSpPr>
          <p:cNvPr id="21" name="Text 17"/>
          <p:cNvSpPr txBox="1"/>
          <p:nvPr/>
        </p:nvSpPr>
        <p:spPr>
          <a:xfrm>
            <a:off x="2950403"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Relatóriu kazu iha dokumentu Word.</a:t>
            </a:r>
            <a:endParaRPr lang="en-US" sz="1300" dirty="0"/>
          </a:p>
        </p:txBody>
      </p:sp>
      <p:sp>
        <p:nvSpPr>
          <p:cNvPr id="22" name="ev-d-1"/>
          <p:cNvSpPr/>
          <p:nvPr/>
        </p:nvSpPr>
        <p:spPr>
          <a:xfrm>
            <a:off x="2858963" y="4754880"/>
            <a:ext cx="2036003" cy="1188720"/>
          </a:xfrm>
          <a:prstGeom prst="roundRect">
            <a:avLst>
              <a:gd name="adj" fmla="val 9231"/>
            </a:avLst>
          </a:prstGeom>
          <a:solidFill>
            <a:srgbClr val="FBEFEA"/>
          </a:solidFill>
          <a:ln w="12700">
            <a:solidFill>
              <a:srgbClr val="FBEFEA"/>
            </a:solidFill>
            <a:prstDash val="solid"/>
          </a:ln>
        </p:spPr>
      </p:sp>
      <p:sp>
        <p:nvSpPr>
          <p:cNvPr id="23" name="Text 19"/>
          <p:cNvSpPr txBox="1"/>
          <p:nvPr/>
        </p:nvSpPr>
        <p:spPr>
          <a:xfrm>
            <a:off x="2950403"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Dokumentu barak; dadus la hamutuk</a:t>
            </a:r>
            <a:endParaRPr lang="en-US" sz="1250" dirty="0"/>
          </a:p>
        </p:txBody>
      </p:sp>
      <p:sp>
        <p:nvSpPr>
          <p:cNvPr id="24" name="ev-ik-2-sirkulu"/>
          <p:cNvSpPr/>
          <p:nvPr/>
        </p:nvSpPr>
        <p:spPr>
          <a:xfrm>
            <a:off x="5524348" y="1536192"/>
            <a:ext cx="1143000" cy="1143000"/>
          </a:xfrm>
          <a:prstGeom prst="ellipse">
            <a:avLst/>
          </a:prstGeom>
          <a:solidFill>
            <a:schemeClr val="accent1"/>
          </a:solidFill>
          <a:ln w="12700">
            <a:solidFill>
              <a:schemeClr val="accent1"/>
            </a:solidFill>
            <a:prstDash val="solid"/>
          </a:ln>
        </p:spPr>
      </p:sp>
      <p:pic>
        <p:nvPicPr>
          <p:cNvPr id="25" name="ev-ik-2-ikone" descr="preencoded.png">    </p:cNvPr>
          <p:cNvPicPr>
            <a:picLocks noChangeAspect="1"/>
          </p:cNvPicPr>
          <p:nvPr/>
        </p:nvPicPr>
        <p:blipFill>
          <a:blip r:embed="rId3"/>
          <a:stretch>
            <a:fillRect/>
          </a:stretch>
        </p:blipFill>
        <p:spPr>
          <a:xfrm>
            <a:off x="5798668" y="1810512"/>
            <a:ext cx="594360" cy="594360"/>
          </a:xfrm>
          <a:prstGeom prst="rect">
            <a:avLst/>
          </a:prstGeom>
        </p:spPr>
      </p:pic>
      <p:sp>
        <p:nvSpPr>
          <p:cNvPr id="26" name="ev-n-2"/>
          <p:cNvSpPr/>
          <p:nvPr/>
        </p:nvSpPr>
        <p:spPr>
          <a:xfrm>
            <a:off x="6370168" y="1417320"/>
            <a:ext cx="384048" cy="384048"/>
          </a:xfrm>
          <a:prstGeom prst="ellipse">
            <a:avLst/>
          </a:prstGeom>
          <a:solidFill>
            <a:schemeClr val="tx2"/>
          </a:solidFill>
          <a:ln w="12700">
            <a:solidFill>
              <a:schemeClr val="tx2"/>
            </a:solidFill>
            <a:prstDash val="solid"/>
          </a:ln>
        </p:spPr>
      </p:sp>
      <p:sp>
        <p:nvSpPr>
          <p:cNvPr id="27" name="ev-n-2-n"/>
          <p:cNvSpPr txBox="1"/>
          <p:nvPr/>
        </p:nvSpPr>
        <p:spPr>
          <a:xfrm>
            <a:off x="6370168"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3"/>
          <p:cNvSpPr txBox="1"/>
          <p:nvPr/>
        </p:nvSpPr>
        <p:spPr>
          <a:xfrm>
            <a:off x="5032126"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Excel</a:t>
            </a:r>
            <a:endParaRPr lang="en-US" sz="1800" dirty="0"/>
          </a:p>
        </p:txBody>
      </p:sp>
      <p:sp>
        <p:nvSpPr>
          <p:cNvPr id="29" name="ev-k-2"/>
          <p:cNvSpPr/>
          <p:nvPr/>
        </p:nvSpPr>
        <p:spPr>
          <a:xfrm>
            <a:off x="5077846" y="3383280"/>
            <a:ext cx="2036003" cy="1234440"/>
          </a:xfrm>
          <a:prstGeom prst="roundRect">
            <a:avLst>
              <a:gd name="adj" fmla="val 8889"/>
            </a:avLst>
          </a:prstGeom>
          <a:solidFill>
            <a:schemeClr val="bg2"/>
          </a:solidFill>
          <a:ln w="12700">
            <a:solidFill>
              <a:schemeClr val="bg2"/>
            </a:solidFill>
            <a:prstDash val="solid"/>
          </a:ln>
        </p:spPr>
      </p:sp>
      <p:sp>
        <p:nvSpPr>
          <p:cNvPr id="30" name="Text 25"/>
          <p:cNvSpPr txBox="1"/>
          <p:nvPr/>
        </p:nvSpPr>
        <p:spPr>
          <a:xfrm>
            <a:off x="5169286"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Tabela kazu; bele konta no filtra.</a:t>
            </a:r>
            <a:endParaRPr lang="en-US" sz="1300" dirty="0"/>
          </a:p>
        </p:txBody>
      </p:sp>
      <p:sp>
        <p:nvSpPr>
          <p:cNvPr id="31" name="ev-d-2"/>
          <p:cNvSpPr/>
          <p:nvPr/>
        </p:nvSpPr>
        <p:spPr>
          <a:xfrm>
            <a:off x="5077846" y="4754880"/>
            <a:ext cx="2036003" cy="1188720"/>
          </a:xfrm>
          <a:prstGeom prst="roundRect">
            <a:avLst>
              <a:gd name="adj" fmla="val 9231"/>
            </a:avLst>
          </a:prstGeom>
          <a:solidFill>
            <a:srgbClr val="FBEFEA"/>
          </a:solidFill>
          <a:ln w="12700">
            <a:solidFill>
              <a:srgbClr val="FBEFEA"/>
            </a:solidFill>
            <a:prstDash val="solid"/>
          </a:ln>
        </p:spPr>
      </p:sp>
      <p:sp>
        <p:nvSpPr>
          <p:cNvPr id="32" name="Text 27"/>
          <p:cNvSpPr txBox="1"/>
          <p:nvPr/>
        </p:nvSpPr>
        <p:spPr>
          <a:xfrm>
            <a:off x="5169286"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Versaun barak; manuál; kopia sala</a:t>
            </a:r>
            <a:endParaRPr lang="en-US" sz="1250" dirty="0"/>
          </a:p>
        </p:txBody>
      </p:sp>
      <p:sp>
        <p:nvSpPr>
          <p:cNvPr id="33" name="ev-ik-3-sirkulu"/>
          <p:cNvSpPr/>
          <p:nvPr/>
        </p:nvSpPr>
        <p:spPr>
          <a:xfrm>
            <a:off x="7743231" y="1536192"/>
            <a:ext cx="1143000" cy="1143000"/>
          </a:xfrm>
          <a:prstGeom prst="ellipse">
            <a:avLst/>
          </a:prstGeom>
          <a:solidFill>
            <a:schemeClr val="accent3"/>
          </a:solidFill>
          <a:ln w="12700">
            <a:solidFill>
              <a:schemeClr val="accent3"/>
            </a:solidFill>
            <a:prstDash val="solid"/>
          </a:ln>
        </p:spPr>
      </p:sp>
      <p:pic>
        <p:nvPicPr>
          <p:cNvPr id="34" name="ev-ik-3-ikone" descr="preencoded.png">    </p:cNvPr>
          <p:cNvPicPr>
            <a:picLocks noChangeAspect="1"/>
          </p:cNvPicPr>
          <p:nvPr/>
        </p:nvPicPr>
        <p:blipFill>
          <a:blip r:embed="rId4"/>
          <a:stretch>
            <a:fillRect/>
          </a:stretch>
        </p:blipFill>
        <p:spPr>
          <a:xfrm>
            <a:off x="8017551" y="1810512"/>
            <a:ext cx="594360" cy="594360"/>
          </a:xfrm>
          <a:prstGeom prst="rect">
            <a:avLst/>
          </a:prstGeom>
        </p:spPr>
      </p:pic>
      <p:sp>
        <p:nvSpPr>
          <p:cNvPr id="35" name="ev-n-3"/>
          <p:cNvSpPr/>
          <p:nvPr/>
        </p:nvSpPr>
        <p:spPr>
          <a:xfrm>
            <a:off x="8589051" y="1417320"/>
            <a:ext cx="384048" cy="384048"/>
          </a:xfrm>
          <a:prstGeom prst="ellipse">
            <a:avLst/>
          </a:prstGeom>
          <a:solidFill>
            <a:schemeClr val="tx2"/>
          </a:solidFill>
          <a:ln w="12700">
            <a:solidFill>
              <a:schemeClr val="tx2"/>
            </a:solidFill>
            <a:prstDash val="solid"/>
          </a:ln>
        </p:spPr>
      </p:sp>
      <p:sp>
        <p:nvSpPr>
          <p:cNvPr id="36" name="ev-n-3-n"/>
          <p:cNvSpPr txBox="1"/>
          <p:nvPr/>
        </p:nvSpPr>
        <p:spPr>
          <a:xfrm>
            <a:off x="8589051"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7" name="Text 31"/>
          <p:cNvSpPr txBox="1"/>
          <p:nvPr/>
        </p:nvSpPr>
        <p:spPr>
          <a:xfrm>
            <a:off x="7251009"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Airtable</a:t>
            </a:r>
            <a:endParaRPr lang="en-US" sz="1800" dirty="0"/>
          </a:p>
        </p:txBody>
      </p:sp>
      <p:sp>
        <p:nvSpPr>
          <p:cNvPr id="38" name="ev-k-3"/>
          <p:cNvSpPr/>
          <p:nvPr/>
        </p:nvSpPr>
        <p:spPr>
          <a:xfrm>
            <a:off x="7296729" y="3383280"/>
            <a:ext cx="2036003" cy="1234440"/>
          </a:xfrm>
          <a:prstGeom prst="roundRect">
            <a:avLst>
              <a:gd name="adj" fmla="val 8889"/>
            </a:avLst>
          </a:prstGeom>
          <a:solidFill>
            <a:schemeClr val="bg2"/>
          </a:solidFill>
          <a:ln w="12700">
            <a:solidFill>
              <a:schemeClr val="bg2"/>
            </a:solidFill>
            <a:prstDash val="solid"/>
          </a:ln>
        </p:spPr>
      </p:sp>
      <p:sp>
        <p:nvSpPr>
          <p:cNvPr id="39" name="Text 33"/>
          <p:cNvSpPr txBox="1"/>
          <p:nvPr/>
        </p:nvSpPr>
        <p:spPr>
          <a:xfrm>
            <a:off x="7388169"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Baze Central "Kazu Hotu" online.</a:t>
            </a:r>
            <a:endParaRPr lang="en-US" sz="1300" dirty="0"/>
          </a:p>
        </p:txBody>
      </p:sp>
      <p:sp>
        <p:nvSpPr>
          <p:cNvPr id="40" name="ev-d-3"/>
          <p:cNvSpPr/>
          <p:nvPr/>
        </p:nvSpPr>
        <p:spPr>
          <a:xfrm>
            <a:off x="7296729" y="4754880"/>
            <a:ext cx="2036003" cy="1188720"/>
          </a:xfrm>
          <a:prstGeom prst="roundRect">
            <a:avLst>
              <a:gd name="adj" fmla="val 9231"/>
            </a:avLst>
          </a:prstGeom>
          <a:solidFill>
            <a:srgbClr val="FBEFEA"/>
          </a:solidFill>
          <a:ln w="12700">
            <a:solidFill>
              <a:srgbClr val="FBEFEA"/>
            </a:solidFill>
            <a:prstDash val="solid"/>
          </a:ln>
        </p:spPr>
      </p:sp>
      <p:sp>
        <p:nvSpPr>
          <p:cNvPr id="41" name="Text 35"/>
          <p:cNvSpPr txBox="1"/>
          <p:nvPr/>
        </p:nvSpPr>
        <p:spPr>
          <a:xfrm>
            <a:off x="7388169"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Selu; dadus iha sistema estranjeiru</a:t>
            </a:r>
            <a:endParaRPr lang="en-US" sz="1250" dirty="0"/>
          </a:p>
        </p:txBody>
      </p:sp>
      <p:sp>
        <p:nvSpPr>
          <p:cNvPr id="42" name="ev-ik-4-sirkulu"/>
          <p:cNvSpPr/>
          <p:nvPr/>
        </p:nvSpPr>
        <p:spPr>
          <a:xfrm>
            <a:off x="9962114" y="1536192"/>
            <a:ext cx="1143000" cy="1143000"/>
          </a:xfrm>
          <a:prstGeom prst="ellipse">
            <a:avLst/>
          </a:prstGeom>
          <a:solidFill>
            <a:schemeClr val="accent6"/>
          </a:solidFill>
          <a:ln w="12700">
            <a:solidFill>
              <a:schemeClr val="accent6"/>
            </a:solidFill>
            <a:prstDash val="solid"/>
          </a:ln>
        </p:spPr>
      </p:sp>
      <p:pic>
        <p:nvPicPr>
          <p:cNvPr id="43" name="ev-ik-4-ikone" descr="preencoded.png">    </p:cNvPr>
          <p:cNvPicPr>
            <a:picLocks noChangeAspect="1"/>
          </p:cNvPicPr>
          <p:nvPr/>
        </p:nvPicPr>
        <p:blipFill>
          <a:blip r:embed="rId5"/>
          <a:stretch>
            <a:fillRect/>
          </a:stretch>
        </p:blipFill>
        <p:spPr>
          <a:xfrm>
            <a:off x="10236434" y="1810512"/>
            <a:ext cx="594360" cy="594360"/>
          </a:xfrm>
          <a:prstGeom prst="rect">
            <a:avLst/>
          </a:prstGeom>
        </p:spPr>
      </p:pic>
      <p:sp>
        <p:nvSpPr>
          <p:cNvPr id="44" name="ev-n-4"/>
          <p:cNvSpPr/>
          <p:nvPr/>
        </p:nvSpPr>
        <p:spPr>
          <a:xfrm>
            <a:off x="10807934" y="1417320"/>
            <a:ext cx="384048" cy="384048"/>
          </a:xfrm>
          <a:prstGeom prst="ellipse">
            <a:avLst/>
          </a:prstGeom>
          <a:solidFill>
            <a:schemeClr val="tx2"/>
          </a:solidFill>
          <a:ln w="12700">
            <a:solidFill>
              <a:schemeClr val="tx2"/>
            </a:solidFill>
            <a:prstDash val="solid"/>
          </a:ln>
        </p:spPr>
      </p:sp>
      <p:sp>
        <p:nvSpPr>
          <p:cNvPr id="45" name="ev-n-4-n"/>
          <p:cNvSpPr txBox="1"/>
          <p:nvPr/>
        </p:nvSpPr>
        <p:spPr>
          <a:xfrm>
            <a:off x="10807934"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6" name="Text 39"/>
          <p:cNvSpPr txBox="1"/>
          <p:nvPr/>
        </p:nvSpPr>
        <p:spPr>
          <a:xfrm>
            <a:off x="9469892"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SIBAR-RbR</a:t>
            </a:r>
            <a:endParaRPr lang="en-US" sz="1800" dirty="0"/>
          </a:p>
        </p:txBody>
      </p:sp>
      <p:sp>
        <p:nvSpPr>
          <p:cNvPr id="47" name="ev-k-4"/>
          <p:cNvSpPr/>
          <p:nvPr/>
        </p:nvSpPr>
        <p:spPr>
          <a:xfrm>
            <a:off x="9515612" y="3383280"/>
            <a:ext cx="2036003" cy="1234440"/>
          </a:xfrm>
          <a:prstGeom prst="roundRect">
            <a:avLst>
              <a:gd name="adj" fmla="val 8889"/>
            </a:avLst>
          </a:prstGeom>
          <a:solidFill>
            <a:schemeClr val="bg2"/>
          </a:solidFill>
          <a:ln w="12700">
            <a:solidFill>
              <a:schemeClr val="bg2"/>
            </a:solidFill>
            <a:prstDash val="solid"/>
          </a:ln>
        </p:spPr>
      </p:sp>
      <p:sp>
        <p:nvSpPr>
          <p:cNvPr id="48" name="Text 41"/>
          <p:cNvSpPr txBox="1"/>
          <p:nvPr/>
        </p:nvSpPr>
        <p:spPr>
          <a:xfrm>
            <a:off x="9607052"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Sistema rasik: online, offline, mapa, live.</a:t>
            </a:r>
            <a:endParaRPr lang="en-US" sz="1300" dirty="0"/>
          </a:p>
        </p:txBody>
      </p:sp>
      <p:sp>
        <p:nvSpPr>
          <p:cNvPr id="49" name="ev-d-4"/>
          <p:cNvSpPr/>
          <p:nvPr/>
        </p:nvSpPr>
        <p:spPr>
          <a:xfrm>
            <a:off x="9515612" y="4754880"/>
            <a:ext cx="2036003" cy="1188720"/>
          </a:xfrm>
          <a:prstGeom prst="roundRect">
            <a:avLst>
              <a:gd name="adj" fmla="val 9231"/>
            </a:avLst>
          </a:prstGeom>
          <a:solidFill>
            <a:srgbClr val="E3F6EC"/>
          </a:solidFill>
          <a:ln w="12700">
            <a:solidFill>
              <a:srgbClr val="E3F6EC"/>
            </a:solidFill>
            <a:prstDash val="solid"/>
          </a:ln>
        </p:spPr>
      </p:sp>
      <p:sp>
        <p:nvSpPr>
          <p:cNvPr id="50" name="Text 43"/>
          <p:cNvSpPr txBox="1"/>
          <p:nvPr/>
        </p:nvSpPr>
        <p:spPr>
          <a:xfrm>
            <a:off x="9607052" y="4800600"/>
            <a:ext cx="1853123" cy="1097280"/>
          </a:xfrm>
          <a:prstGeom prst="rect">
            <a:avLst/>
          </a:prstGeom>
          <a:noFill/>
          <a:ln/>
        </p:spPr>
        <p:txBody>
          <a:bodyPr wrap="square" lIns="0" tIns="0" rIns="0" bIns="0" rtlCol="0" anchor="ctr"/>
          <a:lstStyle/>
          <a:p>
            <a:pPr algn="ctr" indent="0" marL="0">
              <a:buNone/>
            </a:pPr>
            <a:r>
              <a:rPr lang="en-US" sz="1250" b="1" dirty="0">
                <a:solidFill>
                  <a:schemeClr val="accent1"/>
                </a:solidFill>
              </a:rPr>
              <a:t>RbR na'in ba dadus no sistema</a:t>
            </a:r>
            <a:endParaRPr lang="en-US" sz="1250" dirty="0"/>
          </a:p>
        </p:txBody>
      </p:sp>
      <p:sp>
        <p:nvSpPr>
          <p:cNvPr id="51" name="Text 44"/>
          <p:cNvSpPr txBox="1"/>
          <p:nvPr/>
        </p:nvSpPr>
        <p:spPr>
          <a:xfrm>
            <a:off x="548640" y="6035040"/>
            <a:ext cx="11094415" cy="320040"/>
          </a:xfrm>
          <a:prstGeom prst="rect">
            <a:avLst/>
          </a:prstGeom>
          <a:noFill/>
          <a:ln/>
        </p:spPr>
        <p:txBody>
          <a:bodyPr wrap="square" lIns="0" tIns="0" rIns="0" bIns="0" rtlCol="0" anchor="t"/>
          <a:lstStyle/>
          <a:p>
            <a:pPr algn="ctr" indent="0" marL="0">
              <a:buNone/>
            </a:pPr>
            <a:r>
              <a:rPr lang="en-US" sz="1300" i="1" dirty="0">
                <a:solidFill>
                  <a:srgbClr val="5E6B66"/>
                </a:solidFill>
              </a:rPr>
              <a:t>Kada faze ajuda iha nia tempu; kada faze mós hatudu dezafiu foun.</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Saida mak muda ho SIBAR-RbR?</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11:19</a:t>
            </a:r>
            <a:endParaRPr lang="en-US" sz="1200" dirty="0"/>
          </a:p>
        </p:txBody>
      </p:sp>
      <p:sp>
        <p:nvSpPr>
          <p:cNvPr id="5" name="kc-1"/>
          <p:cNvSpPr/>
          <p:nvPr/>
        </p:nvSpPr>
        <p:spPr>
          <a:xfrm>
            <a:off x="3337560" y="1417320"/>
            <a:ext cx="2011680" cy="548640"/>
          </a:xfrm>
          <a:prstGeom prst="roundRect">
            <a:avLst>
              <a:gd name="adj" fmla="val 13333"/>
            </a:avLst>
          </a:prstGeom>
          <a:solidFill>
            <a:schemeClr val="tx2"/>
          </a:solidFill>
          <a:ln w="12700">
            <a:solidFill>
              <a:schemeClr val="tx2"/>
            </a:solidFill>
            <a:prstDash val="solid"/>
          </a:ln>
        </p:spPr>
      </p:sp>
      <p:sp>
        <p:nvSpPr>
          <p:cNvPr id="6" name="Text 4"/>
          <p:cNvSpPr txBox="1"/>
          <p:nvPr/>
        </p:nvSpPr>
        <p:spPr>
          <a:xfrm>
            <a:off x="329184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Papél / Word</a:t>
            </a:r>
            <a:endParaRPr lang="en-US" sz="1500" dirty="0"/>
          </a:p>
        </p:txBody>
      </p:sp>
      <p:sp>
        <p:nvSpPr>
          <p:cNvPr id="7" name="kc-2"/>
          <p:cNvSpPr/>
          <p:nvPr/>
        </p:nvSpPr>
        <p:spPr>
          <a:xfrm>
            <a:off x="5440680" y="1417320"/>
            <a:ext cx="2011680" cy="548640"/>
          </a:xfrm>
          <a:prstGeom prst="roundRect">
            <a:avLst>
              <a:gd name="adj" fmla="val 13333"/>
            </a:avLst>
          </a:prstGeom>
          <a:solidFill>
            <a:schemeClr val="tx2"/>
          </a:solidFill>
          <a:ln w="12700">
            <a:solidFill>
              <a:schemeClr val="tx2"/>
            </a:solidFill>
            <a:prstDash val="solid"/>
          </a:ln>
        </p:spPr>
      </p:sp>
      <p:sp>
        <p:nvSpPr>
          <p:cNvPr id="8" name="Text 6"/>
          <p:cNvSpPr txBox="1"/>
          <p:nvPr/>
        </p:nvSpPr>
        <p:spPr>
          <a:xfrm>
            <a:off x="539496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Excel</a:t>
            </a:r>
            <a:endParaRPr lang="en-US" sz="1500" dirty="0"/>
          </a:p>
        </p:txBody>
      </p:sp>
      <p:sp>
        <p:nvSpPr>
          <p:cNvPr id="9" name="kc-3"/>
          <p:cNvSpPr/>
          <p:nvPr/>
        </p:nvSpPr>
        <p:spPr>
          <a:xfrm>
            <a:off x="7543800" y="1417320"/>
            <a:ext cx="2011680" cy="548640"/>
          </a:xfrm>
          <a:prstGeom prst="roundRect">
            <a:avLst>
              <a:gd name="adj" fmla="val 13333"/>
            </a:avLst>
          </a:prstGeom>
          <a:solidFill>
            <a:schemeClr val="tx2"/>
          </a:solidFill>
          <a:ln w="12700">
            <a:solidFill>
              <a:schemeClr val="tx2"/>
            </a:solidFill>
            <a:prstDash val="solid"/>
          </a:ln>
        </p:spPr>
      </p:sp>
      <p:sp>
        <p:nvSpPr>
          <p:cNvPr id="10" name="Text 8"/>
          <p:cNvSpPr txBox="1"/>
          <p:nvPr/>
        </p:nvSpPr>
        <p:spPr>
          <a:xfrm>
            <a:off x="749808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Airtable</a:t>
            </a:r>
            <a:endParaRPr lang="en-US" sz="1500" dirty="0"/>
          </a:p>
        </p:txBody>
      </p:sp>
      <p:sp>
        <p:nvSpPr>
          <p:cNvPr id="11" name="kc-4"/>
          <p:cNvSpPr/>
          <p:nvPr/>
        </p:nvSpPr>
        <p:spPr>
          <a:xfrm>
            <a:off x="9646920" y="1417320"/>
            <a:ext cx="1950415" cy="548640"/>
          </a:xfrm>
          <a:prstGeom prst="roundRect">
            <a:avLst>
              <a:gd name="adj" fmla="val 13333"/>
            </a:avLst>
          </a:prstGeom>
          <a:solidFill>
            <a:schemeClr val="accent1"/>
          </a:solidFill>
          <a:ln w="12700">
            <a:solidFill>
              <a:schemeClr val="accent1"/>
            </a:solidFill>
            <a:prstDash val="solid"/>
          </a:ln>
        </p:spPr>
      </p:sp>
      <p:sp>
        <p:nvSpPr>
          <p:cNvPr id="12" name="Text 10"/>
          <p:cNvSpPr txBox="1"/>
          <p:nvPr/>
        </p:nvSpPr>
        <p:spPr>
          <a:xfrm>
            <a:off x="9601200" y="1417320"/>
            <a:ext cx="2041855" cy="548640"/>
          </a:xfrm>
          <a:prstGeom prst="rect">
            <a:avLst/>
          </a:prstGeom>
          <a:noFill/>
          <a:ln/>
        </p:spPr>
        <p:txBody>
          <a:bodyPr wrap="square" lIns="0" tIns="0" rIns="0" bIns="0" rtlCol="0" anchor="ctr"/>
          <a:lstStyle/>
          <a:p>
            <a:pPr algn="ctr" indent="0" marL="0">
              <a:buNone/>
            </a:pPr>
            <a:r>
              <a:rPr lang="en-US" sz="1500" b="1" dirty="0">
                <a:solidFill>
                  <a:schemeClr val="bg1"/>
                </a:solidFill>
              </a:rPr>
              <a:t>SIBAR-RbR</a:t>
            </a:r>
            <a:endParaRPr lang="en-US" sz="1500" dirty="0"/>
          </a:p>
        </p:txBody>
      </p:sp>
      <p:sp>
        <p:nvSpPr>
          <p:cNvPr id="13" name="kl-0"/>
          <p:cNvSpPr/>
          <p:nvPr/>
        </p:nvSpPr>
        <p:spPr>
          <a:xfrm>
            <a:off x="548640" y="2103120"/>
            <a:ext cx="11094415" cy="585216"/>
          </a:xfrm>
          <a:prstGeom prst="roundRect">
            <a:avLst>
              <a:gd name="adj" fmla="val 18750"/>
            </a:avLst>
          </a:prstGeom>
          <a:solidFill>
            <a:srgbClr val="F7F9F8"/>
          </a:solidFill>
          <a:ln w="12700">
            <a:solidFill>
              <a:srgbClr val="F7F9F8"/>
            </a:solidFill>
            <a:prstDash val="solid"/>
          </a:ln>
        </p:spPr>
      </p:sp>
      <p:sp>
        <p:nvSpPr>
          <p:cNvPr id="14" name="Text 12"/>
          <p:cNvSpPr txBox="1"/>
          <p:nvPr/>
        </p:nvSpPr>
        <p:spPr>
          <a:xfrm>
            <a:off x="777240" y="210312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Buka kazu eviksaun</a:t>
            </a:r>
            <a:endParaRPr lang="en-US" sz="1500" dirty="0"/>
          </a:p>
        </p:txBody>
      </p:sp>
      <p:sp>
        <p:nvSpPr>
          <p:cNvPr id="15" name="Text 13"/>
          <p:cNvSpPr txBox="1"/>
          <p:nvPr/>
        </p:nvSpPr>
        <p:spPr>
          <a:xfrm>
            <a:off x="329184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Oras</a:t>
            </a:r>
            <a:endParaRPr lang="en-US" sz="1400" dirty="0"/>
          </a:p>
        </p:txBody>
      </p:sp>
      <p:sp>
        <p:nvSpPr>
          <p:cNvPr id="16" name="Text 14"/>
          <p:cNvSpPr txBox="1"/>
          <p:nvPr/>
        </p:nvSpPr>
        <p:spPr>
          <a:xfrm>
            <a:off x="539496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Minutu</a:t>
            </a:r>
            <a:endParaRPr lang="en-US" sz="1400" dirty="0"/>
          </a:p>
        </p:txBody>
      </p:sp>
      <p:sp>
        <p:nvSpPr>
          <p:cNvPr id="17" name="Text 15"/>
          <p:cNvSpPr txBox="1"/>
          <p:nvPr/>
        </p:nvSpPr>
        <p:spPr>
          <a:xfrm>
            <a:off x="749808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Segundu</a:t>
            </a:r>
            <a:endParaRPr lang="en-US" sz="1400" dirty="0"/>
          </a:p>
        </p:txBody>
      </p:sp>
      <p:sp>
        <p:nvSpPr>
          <p:cNvPr id="18" name="Text 16"/>
          <p:cNvSpPr txBox="1"/>
          <p:nvPr/>
        </p:nvSpPr>
        <p:spPr>
          <a:xfrm>
            <a:off x="9601200" y="210312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Segundu</a:t>
            </a:r>
            <a:endParaRPr lang="en-US" sz="1400" dirty="0"/>
          </a:p>
        </p:txBody>
      </p:sp>
      <p:sp>
        <p:nvSpPr>
          <p:cNvPr id="19" name="kl-1"/>
          <p:cNvSpPr/>
          <p:nvPr/>
        </p:nvSpPr>
        <p:spPr>
          <a:xfrm>
            <a:off x="548640" y="2779776"/>
            <a:ext cx="11094415" cy="585216"/>
          </a:xfrm>
          <a:prstGeom prst="roundRect">
            <a:avLst>
              <a:gd name="adj" fmla="val 18750"/>
            </a:avLst>
          </a:prstGeom>
          <a:solidFill>
            <a:schemeClr val="bg2"/>
          </a:solidFill>
          <a:ln w="12700">
            <a:solidFill>
              <a:schemeClr val="bg2"/>
            </a:solidFill>
            <a:prstDash val="solid"/>
          </a:ln>
        </p:spPr>
      </p:sp>
      <p:sp>
        <p:nvSpPr>
          <p:cNvPr id="20" name="Text 18"/>
          <p:cNvSpPr txBox="1"/>
          <p:nvPr/>
        </p:nvSpPr>
        <p:spPr>
          <a:xfrm>
            <a:off x="777240" y="2779776"/>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Relatóriu</a:t>
            </a:r>
            <a:endParaRPr lang="en-US" sz="1500" dirty="0"/>
          </a:p>
        </p:txBody>
      </p:sp>
      <p:sp>
        <p:nvSpPr>
          <p:cNvPr id="21" name="Text 19"/>
          <p:cNvSpPr txBox="1"/>
          <p:nvPr/>
        </p:nvSpPr>
        <p:spPr>
          <a:xfrm>
            <a:off x="329184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2" name="Text 20"/>
          <p:cNvSpPr txBox="1"/>
          <p:nvPr/>
        </p:nvSpPr>
        <p:spPr>
          <a:xfrm>
            <a:off x="539496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3" name="Text 21"/>
          <p:cNvSpPr txBox="1"/>
          <p:nvPr/>
        </p:nvSpPr>
        <p:spPr>
          <a:xfrm>
            <a:off x="749808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24" name="Text 22"/>
          <p:cNvSpPr txBox="1"/>
          <p:nvPr/>
        </p:nvSpPr>
        <p:spPr>
          <a:xfrm>
            <a:off x="9601200" y="2779776"/>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Automátiku</a:t>
            </a:r>
            <a:endParaRPr lang="en-US" sz="1400" dirty="0"/>
          </a:p>
        </p:txBody>
      </p:sp>
      <p:sp>
        <p:nvSpPr>
          <p:cNvPr id="25" name="kl-2"/>
          <p:cNvSpPr/>
          <p:nvPr/>
        </p:nvSpPr>
        <p:spPr>
          <a:xfrm>
            <a:off x="548640" y="3456432"/>
            <a:ext cx="11094415" cy="585216"/>
          </a:xfrm>
          <a:prstGeom prst="roundRect">
            <a:avLst>
              <a:gd name="adj" fmla="val 18750"/>
            </a:avLst>
          </a:prstGeom>
          <a:solidFill>
            <a:srgbClr val="F7F9F8"/>
          </a:solidFill>
          <a:ln w="12700">
            <a:solidFill>
              <a:srgbClr val="F7F9F8"/>
            </a:solidFill>
            <a:prstDash val="solid"/>
          </a:ln>
        </p:spPr>
      </p:sp>
      <p:sp>
        <p:nvSpPr>
          <p:cNvPr id="26" name="Text 24"/>
          <p:cNvSpPr txBox="1"/>
          <p:nvPr/>
        </p:nvSpPr>
        <p:spPr>
          <a:xfrm>
            <a:off x="777240" y="3456432"/>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Terrenu la ho sinál</a:t>
            </a:r>
            <a:endParaRPr lang="en-US" sz="1500" dirty="0"/>
          </a:p>
        </p:txBody>
      </p:sp>
      <p:sp>
        <p:nvSpPr>
          <p:cNvPr id="27" name="Text 25"/>
          <p:cNvSpPr txBox="1"/>
          <p:nvPr/>
        </p:nvSpPr>
        <p:spPr>
          <a:xfrm>
            <a:off x="329184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 papél</a:t>
            </a:r>
            <a:endParaRPr lang="en-US" sz="1400" dirty="0"/>
          </a:p>
        </p:txBody>
      </p:sp>
      <p:sp>
        <p:nvSpPr>
          <p:cNvPr id="28" name="Text 26"/>
          <p:cNvSpPr txBox="1"/>
          <p:nvPr/>
        </p:nvSpPr>
        <p:spPr>
          <a:xfrm>
            <a:off x="539496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29" name="Text 27"/>
          <p:cNvSpPr txBox="1"/>
          <p:nvPr/>
        </p:nvSpPr>
        <p:spPr>
          <a:xfrm>
            <a:off x="749808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0" name="Text 28"/>
          <p:cNvSpPr txBox="1"/>
          <p:nvPr/>
        </p:nvSpPr>
        <p:spPr>
          <a:xfrm>
            <a:off x="9601200" y="3456432"/>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 app offline</a:t>
            </a:r>
            <a:endParaRPr lang="en-US" sz="1400" dirty="0"/>
          </a:p>
        </p:txBody>
      </p:sp>
      <p:sp>
        <p:nvSpPr>
          <p:cNvPr id="31" name="kl-3"/>
          <p:cNvSpPr/>
          <p:nvPr/>
        </p:nvSpPr>
        <p:spPr>
          <a:xfrm>
            <a:off x="548640" y="4133088"/>
            <a:ext cx="11094415" cy="585216"/>
          </a:xfrm>
          <a:prstGeom prst="roundRect">
            <a:avLst>
              <a:gd name="adj" fmla="val 18750"/>
            </a:avLst>
          </a:prstGeom>
          <a:solidFill>
            <a:schemeClr val="bg2"/>
          </a:solidFill>
          <a:ln w="12700">
            <a:solidFill>
              <a:schemeClr val="bg2"/>
            </a:solidFill>
            <a:prstDash val="solid"/>
          </a:ln>
        </p:spPr>
      </p:sp>
      <p:sp>
        <p:nvSpPr>
          <p:cNvPr id="32" name="Text 30"/>
          <p:cNvSpPr txBox="1"/>
          <p:nvPr/>
        </p:nvSpPr>
        <p:spPr>
          <a:xfrm>
            <a:off x="777240" y="4133088"/>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Mapa no GPS</a:t>
            </a:r>
            <a:endParaRPr lang="en-US" sz="1500" dirty="0"/>
          </a:p>
        </p:txBody>
      </p:sp>
      <p:sp>
        <p:nvSpPr>
          <p:cNvPr id="33" name="Text 31"/>
          <p:cNvSpPr txBox="1"/>
          <p:nvPr/>
        </p:nvSpPr>
        <p:spPr>
          <a:xfrm>
            <a:off x="329184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4" name="Text 32"/>
          <p:cNvSpPr txBox="1"/>
          <p:nvPr/>
        </p:nvSpPr>
        <p:spPr>
          <a:xfrm>
            <a:off x="539496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5" name="Text 33"/>
          <p:cNvSpPr txBox="1"/>
          <p:nvPr/>
        </p:nvSpPr>
        <p:spPr>
          <a:xfrm>
            <a:off x="749808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36" name="Text 34"/>
          <p:cNvSpPr txBox="1"/>
          <p:nvPr/>
        </p:nvSpPr>
        <p:spPr>
          <a:xfrm>
            <a:off x="9601200" y="4133088"/>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t>
            </a:r>
            <a:endParaRPr lang="en-US" sz="1400" dirty="0"/>
          </a:p>
        </p:txBody>
      </p:sp>
      <p:sp>
        <p:nvSpPr>
          <p:cNvPr id="37" name="kl-4"/>
          <p:cNvSpPr/>
          <p:nvPr/>
        </p:nvSpPr>
        <p:spPr>
          <a:xfrm>
            <a:off x="548640" y="4809744"/>
            <a:ext cx="11094415" cy="585216"/>
          </a:xfrm>
          <a:prstGeom prst="roundRect">
            <a:avLst>
              <a:gd name="adj" fmla="val 18750"/>
            </a:avLst>
          </a:prstGeom>
          <a:solidFill>
            <a:srgbClr val="F7F9F8"/>
          </a:solidFill>
          <a:ln w="12700">
            <a:solidFill>
              <a:srgbClr val="F7F9F8"/>
            </a:solidFill>
            <a:prstDash val="solid"/>
          </a:ln>
        </p:spPr>
      </p:sp>
      <p:sp>
        <p:nvSpPr>
          <p:cNvPr id="38" name="Text 36"/>
          <p:cNvSpPr txBox="1"/>
          <p:nvPr/>
        </p:nvSpPr>
        <p:spPr>
          <a:xfrm>
            <a:off x="777240" y="4809744"/>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Seguransa no asesu</a:t>
            </a:r>
            <a:endParaRPr lang="en-US" sz="1500" dirty="0"/>
          </a:p>
        </p:txBody>
      </p:sp>
      <p:sp>
        <p:nvSpPr>
          <p:cNvPr id="39" name="Text 37"/>
          <p:cNvSpPr txBox="1"/>
          <p:nvPr/>
        </p:nvSpPr>
        <p:spPr>
          <a:xfrm>
            <a:off x="329184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0" name="Text 38"/>
          <p:cNvSpPr txBox="1"/>
          <p:nvPr/>
        </p:nvSpPr>
        <p:spPr>
          <a:xfrm>
            <a:off x="539496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1" name="Text 39"/>
          <p:cNvSpPr txBox="1"/>
          <p:nvPr/>
        </p:nvSpPr>
        <p:spPr>
          <a:xfrm>
            <a:off x="749808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Médiu</a:t>
            </a:r>
            <a:endParaRPr lang="en-US" sz="1400" dirty="0"/>
          </a:p>
        </p:txBody>
      </p:sp>
      <p:sp>
        <p:nvSpPr>
          <p:cNvPr id="42" name="Text 40"/>
          <p:cNvSpPr txBox="1"/>
          <p:nvPr/>
        </p:nvSpPr>
        <p:spPr>
          <a:xfrm>
            <a:off x="9601200" y="4809744"/>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Papél + PIN + log</a:t>
            </a:r>
            <a:endParaRPr lang="en-US" sz="1400" dirty="0"/>
          </a:p>
        </p:txBody>
      </p:sp>
      <p:sp>
        <p:nvSpPr>
          <p:cNvPr id="43" name="kl-5"/>
          <p:cNvSpPr/>
          <p:nvPr/>
        </p:nvSpPr>
        <p:spPr>
          <a:xfrm>
            <a:off x="548640" y="5486400"/>
            <a:ext cx="11094415" cy="585216"/>
          </a:xfrm>
          <a:prstGeom prst="roundRect">
            <a:avLst>
              <a:gd name="adj" fmla="val 18750"/>
            </a:avLst>
          </a:prstGeom>
          <a:solidFill>
            <a:schemeClr val="bg2"/>
          </a:solidFill>
          <a:ln w="12700">
            <a:solidFill>
              <a:schemeClr val="bg2"/>
            </a:solidFill>
            <a:prstDash val="solid"/>
          </a:ln>
        </p:spPr>
      </p:sp>
      <p:sp>
        <p:nvSpPr>
          <p:cNvPr id="44" name="Text 42"/>
          <p:cNvSpPr txBox="1"/>
          <p:nvPr/>
        </p:nvSpPr>
        <p:spPr>
          <a:xfrm>
            <a:off x="777240" y="548640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Na'in ba dadus</a:t>
            </a:r>
            <a:endParaRPr lang="en-US" sz="1500" dirty="0"/>
          </a:p>
        </p:txBody>
      </p:sp>
      <p:sp>
        <p:nvSpPr>
          <p:cNvPr id="45" name="Text 43"/>
          <p:cNvSpPr txBox="1"/>
          <p:nvPr/>
        </p:nvSpPr>
        <p:spPr>
          <a:xfrm>
            <a:off x="329184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6" name="Text 44"/>
          <p:cNvSpPr txBox="1"/>
          <p:nvPr/>
        </p:nvSpPr>
        <p:spPr>
          <a:xfrm>
            <a:off x="539496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7" name="Text 45"/>
          <p:cNvSpPr txBox="1"/>
          <p:nvPr/>
        </p:nvSpPr>
        <p:spPr>
          <a:xfrm>
            <a:off x="749808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Kompañia</a:t>
            </a:r>
            <a:endParaRPr lang="en-US" sz="1400" dirty="0"/>
          </a:p>
        </p:txBody>
      </p:sp>
      <p:sp>
        <p:nvSpPr>
          <p:cNvPr id="48" name="Text 46"/>
          <p:cNvSpPr txBox="1"/>
          <p:nvPr/>
        </p:nvSpPr>
        <p:spPr>
          <a:xfrm>
            <a:off x="9601200" y="548640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RbR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Kódigu → Live Dashboard</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Kódigu Python loos iha karuk, rezultadu iha kuana</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05</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11:22 – 11:35</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Kartaun númeru (KPI)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11:23</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report/live.py — kalkula númeru Live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kazu = Kazu.objects.exclude(status="DRAFT")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kpi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"total": kazu.count(),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"hein": kazu.filter(status="SYNCED").count(),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kazu.filter(urjente=True).count(),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"uma_kain": afetadu.aggregate(Sum("uma_kain")),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konta kazu hotu, kazu hein verifikasaun, kazu urjente no uma-kain afetadu, no haruka númeru ba ekran.</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2029851"/>
          </a:xfrm>
          <a:prstGeom prst="roundRect">
            <a:avLst>
              <a:gd name="adj" fmla="val 360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kpi2.png">    </p:cNvPr>
          <p:cNvPicPr>
            <a:picLocks noChangeAspect="1"/>
          </p:cNvPicPr>
          <p:nvPr/>
        </p:nvPicPr>
        <p:blipFill>
          <a:blip r:embed="rId1"/>
          <a:stretch>
            <a:fillRect/>
          </a:stretch>
        </p:blipFill>
        <p:spPr>
          <a:xfrm>
            <a:off x="6629400" y="1691640"/>
            <a:ext cx="5013655" cy="1920123"/>
          </a:xfrm>
          <a:prstGeom prst="rect">
            <a:avLst/>
          </a:prstGeom>
        </p:spPr>
      </p:pic>
      <p:sp>
        <p:nvSpPr>
          <p:cNvPr id="14" name="live-c"/>
          <p:cNvSpPr txBox="1"/>
          <p:nvPr/>
        </p:nvSpPr>
        <p:spPr>
          <a:xfrm>
            <a:off x="6355080" y="372149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Mapa no kazu kada munisípiu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11:26</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Konta kazu kada munisípiu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mun_n = kazu.values("munisipiu")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Pontu iha mapa: GPS kada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pontu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{"lat": k.latitude, "lng": k.longitude,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k.urjente}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for k in kazu.exclude(latitude=None)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munisípiu no foti koordenada GPS kazu ida-idak; mapa hatudu kór no pontu (mean = urjente).</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7471"/>
          </a:xfrm>
          <a:prstGeom prst="roundRect">
            <a:avLst>
              <a:gd name="adj" fmla="val 1722"/>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mapa.png">    </p:cNvPr>
          <p:cNvPicPr>
            <a:picLocks noChangeAspect="1"/>
          </p:cNvPicPr>
          <p:nvPr/>
        </p:nvPicPr>
        <p:blipFill>
          <a:blip r:embed="rId1"/>
          <a:stretch>
            <a:fillRect/>
          </a:stretch>
        </p:blipFill>
        <p:spPr>
          <a:xfrm>
            <a:off x="6629400" y="1691640"/>
            <a:ext cx="5013655" cy="4137743"/>
          </a:xfrm>
          <a:prstGeom prst="rect">
            <a:avLst/>
          </a:prstGeom>
        </p:spPr>
      </p:pic>
      <p:sp>
        <p:nvSpPr>
          <p:cNvPr id="14" name="live-c"/>
          <p:cNvSpPr txBox="1"/>
          <p:nvPr/>
        </p:nvSpPr>
        <p:spPr>
          <a:xfrm>
            <a:off x="6355080" y="593911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Tendénsia kazu tuir fulan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11:29</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kada fulan (fulan 12 ikus)</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por_fulan =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.filter(d__gte=hahu)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.annotate(f=TruncMonth("d"))</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.values("f")</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fulan (data simu kazu) no hatudu liña tendénsia fulan 12 ikus.</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6264"/>
          </a:xfrm>
          <a:prstGeom prst="roundRect">
            <a:avLst>
              <a:gd name="adj" fmla="val 1723"/>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trend.png">    </p:cNvPr>
          <p:cNvPicPr>
            <a:picLocks noChangeAspect="1"/>
          </p:cNvPicPr>
          <p:nvPr/>
        </p:nvPicPr>
        <p:blipFill>
          <a:blip r:embed="rId1"/>
          <a:stretch>
            <a:fillRect/>
          </a:stretch>
        </p:blipFill>
        <p:spPr>
          <a:xfrm>
            <a:off x="6629400" y="1691640"/>
            <a:ext cx="5013655" cy="4136536"/>
          </a:xfrm>
          <a:prstGeom prst="rect">
            <a:avLst/>
          </a:prstGeom>
        </p:spPr>
      </p:pic>
      <p:sp>
        <p:nvSpPr>
          <p:cNvPr id="14" name="live-c"/>
          <p:cNvSpPr txBox="1"/>
          <p:nvPr/>
        </p:nvSpPr>
        <p:spPr>
          <a:xfrm>
            <a:off x="6355080" y="5937904"/>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Painel eviksaun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11:32</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ne'ebé hetan ona eviksaun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evik = kazu.filter(</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eviksaun__eviksaun_akontese="SIN")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Konta resposta: Sin / Lae / La hatene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konsultasaun = konta(evik, "konsultasaun_molok")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notifikasaun = konta(evik, "notifikasaun_klaru")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forsa = konta(evik, "uza_forsa")</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hili kazu eviksaun no konta resposta pergunta tolu; mean = resposta aat (la iha konsultasaun, uza forsa).</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7778344" y="1636776"/>
            <a:ext cx="2715768" cy="4453128"/>
          </a:xfrm>
          <a:prstGeom prst="roundRect">
            <a:avLst>
              <a:gd name="adj" fmla="val 269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evik.png">    </p:cNvPr>
          <p:cNvPicPr>
            <a:picLocks noChangeAspect="1"/>
          </p:cNvPicPr>
          <p:nvPr/>
        </p:nvPicPr>
        <p:blipFill>
          <a:blip r:embed="rId1"/>
          <a:stretch>
            <a:fillRect/>
          </a:stretch>
        </p:blipFill>
        <p:spPr>
          <a:xfrm>
            <a:off x="7833208" y="1691640"/>
            <a:ext cx="2606040" cy="4343400"/>
          </a:xfrm>
          <a:prstGeom prst="rect">
            <a:avLst/>
          </a:prstGeom>
        </p:spPr>
      </p:pic>
      <p:sp>
        <p:nvSpPr>
          <p:cNvPr id="14" name="live-c"/>
          <p:cNvSpPr txBox="1"/>
          <p:nvPr/>
        </p:nvSpPr>
        <p:spPr>
          <a:xfrm>
            <a:off x="7558888" y="6144768"/>
            <a:ext cx="3154680"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Futuru: ita-nia rasik</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Harii rasik, jere rasik, tuir ita-nia hakarak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06</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11:35 – 11:43</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Era modernu: harii no jere ita-nia rasik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11:35</a:t>
            </a:r>
            <a:endParaRPr lang="en-US" sz="1200" dirty="0"/>
          </a:p>
        </p:txBody>
      </p:sp>
      <p:sp>
        <p:nvSpPr>
          <p:cNvPr id="5" name="rs-0"/>
          <p:cNvSpPr/>
          <p:nvPr/>
        </p:nvSpPr>
        <p:spPr>
          <a:xfrm>
            <a:off x="548640" y="1463040"/>
            <a:ext cx="3423818" cy="3017520"/>
          </a:xfrm>
          <a:prstGeom prst="roundRect">
            <a:avLst>
              <a:gd name="adj" fmla="val 3636"/>
            </a:avLst>
          </a:prstGeom>
          <a:solidFill>
            <a:schemeClr val="bg2"/>
          </a:solidFill>
          <a:ln w="12700">
            <a:solidFill>
              <a:schemeClr val="bg2"/>
            </a:solidFill>
            <a:prstDash val="solid"/>
          </a:ln>
        </p:spPr>
      </p:sp>
      <p:sp>
        <p:nvSpPr>
          <p:cNvPr id="6" name="rs-ik-0-sirkulu"/>
          <p:cNvSpPr/>
          <p:nvPr/>
        </p:nvSpPr>
        <p:spPr>
          <a:xfrm>
            <a:off x="1666189" y="1737360"/>
            <a:ext cx="1188720" cy="1188720"/>
          </a:xfrm>
          <a:prstGeom prst="ellipse">
            <a:avLst/>
          </a:prstGeom>
          <a:solidFill>
            <a:schemeClr val="accent1"/>
          </a:solidFill>
          <a:ln w="12700">
            <a:solidFill>
              <a:schemeClr val="accent1"/>
            </a:solidFill>
            <a:prstDash val="solid"/>
          </a:ln>
        </p:spPr>
      </p:sp>
      <p:pic>
        <p:nvPicPr>
          <p:cNvPr id="7" name="rs-ik-0-ikone" descr="preencoded.png">    </p:cNvPr>
          <p:cNvPicPr>
            <a:picLocks noChangeAspect="1"/>
          </p:cNvPicPr>
          <p:nvPr/>
        </p:nvPicPr>
        <p:blipFill>
          <a:blip r:embed="rId1"/>
          <a:stretch>
            <a:fillRect/>
          </a:stretch>
        </p:blipFill>
        <p:spPr>
          <a:xfrm>
            <a:off x="1951482" y="2022653"/>
            <a:ext cx="618134" cy="618134"/>
          </a:xfrm>
          <a:prstGeom prst="rect">
            <a:avLst/>
          </a:prstGeom>
        </p:spPr>
      </p:pic>
      <p:sp>
        <p:nvSpPr>
          <p:cNvPr id="8" name="Text 5"/>
          <p:cNvSpPr txBox="1"/>
          <p:nvPr/>
        </p:nvSpPr>
        <p:spPr>
          <a:xfrm>
            <a:off x="731520"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Harii rasik</a:t>
            </a:r>
            <a:endParaRPr lang="en-US" sz="2100" dirty="0"/>
          </a:p>
        </p:txBody>
      </p:sp>
      <p:sp>
        <p:nvSpPr>
          <p:cNvPr id="9" name="Text 6"/>
          <p:cNvSpPr txBox="1"/>
          <p:nvPr/>
        </p:nvSpPr>
        <p:spPr>
          <a:xfrm>
            <a:off x="822960"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Sistema tuir nesesidade Rede ba Rai, la'ós tuir kompañia estranjeiru.</a:t>
            </a:r>
            <a:endParaRPr lang="en-US" sz="1500" dirty="0"/>
          </a:p>
        </p:txBody>
      </p:sp>
      <p:sp>
        <p:nvSpPr>
          <p:cNvPr id="10" name="rs-1"/>
          <p:cNvSpPr/>
          <p:nvPr/>
        </p:nvSpPr>
        <p:spPr>
          <a:xfrm>
            <a:off x="4246778" y="1463040"/>
            <a:ext cx="3423818" cy="3017520"/>
          </a:xfrm>
          <a:prstGeom prst="roundRect">
            <a:avLst>
              <a:gd name="adj" fmla="val 3636"/>
            </a:avLst>
          </a:prstGeom>
          <a:solidFill>
            <a:schemeClr val="bg2"/>
          </a:solidFill>
          <a:ln w="12700">
            <a:solidFill>
              <a:schemeClr val="bg2"/>
            </a:solidFill>
            <a:prstDash val="solid"/>
          </a:ln>
        </p:spPr>
      </p:sp>
      <p:sp>
        <p:nvSpPr>
          <p:cNvPr id="11" name="rs-ik-1-sirkulu"/>
          <p:cNvSpPr/>
          <p:nvPr/>
        </p:nvSpPr>
        <p:spPr>
          <a:xfrm>
            <a:off x="5364328" y="1737360"/>
            <a:ext cx="1188720" cy="1188720"/>
          </a:xfrm>
          <a:prstGeom prst="ellipse">
            <a:avLst/>
          </a:prstGeom>
          <a:solidFill>
            <a:schemeClr val="accent6"/>
          </a:solidFill>
          <a:ln w="12700">
            <a:solidFill>
              <a:schemeClr val="accent6"/>
            </a:solidFill>
            <a:prstDash val="solid"/>
          </a:ln>
        </p:spPr>
      </p:sp>
      <p:pic>
        <p:nvPicPr>
          <p:cNvPr id="12" name="rs-ik-1-ikone" descr="preencoded.png">    </p:cNvPr>
          <p:cNvPicPr>
            <a:picLocks noChangeAspect="1"/>
          </p:cNvPicPr>
          <p:nvPr/>
        </p:nvPicPr>
        <p:blipFill>
          <a:blip r:embed="rId2"/>
          <a:stretch>
            <a:fillRect/>
          </a:stretch>
        </p:blipFill>
        <p:spPr>
          <a:xfrm>
            <a:off x="5649620" y="2022653"/>
            <a:ext cx="618134" cy="618134"/>
          </a:xfrm>
          <a:prstGeom prst="rect">
            <a:avLst/>
          </a:prstGeom>
        </p:spPr>
      </p:pic>
      <p:sp>
        <p:nvSpPr>
          <p:cNvPr id="13" name="Text 9"/>
          <p:cNvSpPr txBox="1"/>
          <p:nvPr/>
        </p:nvSpPr>
        <p:spPr>
          <a:xfrm>
            <a:off x="4429658"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Jere rasik</a:t>
            </a:r>
            <a:endParaRPr lang="en-US" sz="2100" dirty="0"/>
          </a:p>
        </p:txBody>
      </p:sp>
      <p:sp>
        <p:nvSpPr>
          <p:cNvPr id="14" name="Text 10"/>
          <p:cNvSpPr txBox="1"/>
          <p:nvPr/>
        </p:nvSpPr>
        <p:spPr>
          <a:xfrm>
            <a:off x="4521098"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Dadus komunidade afetadu iha ita-nia liman: seguru no privadu.</a:t>
            </a:r>
            <a:endParaRPr lang="en-US" sz="1500" dirty="0"/>
          </a:p>
        </p:txBody>
      </p:sp>
      <p:sp>
        <p:nvSpPr>
          <p:cNvPr id="15" name="rs-2"/>
          <p:cNvSpPr/>
          <p:nvPr/>
        </p:nvSpPr>
        <p:spPr>
          <a:xfrm>
            <a:off x="7944917" y="1463040"/>
            <a:ext cx="3423818" cy="3017520"/>
          </a:xfrm>
          <a:prstGeom prst="roundRect">
            <a:avLst>
              <a:gd name="adj" fmla="val 3636"/>
            </a:avLst>
          </a:prstGeom>
          <a:solidFill>
            <a:schemeClr val="bg2"/>
          </a:solidFill>
          <a:ln w="12700">
            <a:solidFill>
              <a:schemeClr val="bg2"/>
            </a:solidFill>
            <a:prstDash val="solid"/>
          </a:ln>
        </p:spPr>
      </p:sp>
      <p:sp>
        <p:nvSpPr>
          <p:cNvPr id="16" name="rs-ik-2-sirkulu"/>
          <p:cNvSpPr/>
          <p:nvPr/>
        </p:nvSpPr>
        <p:spPr>
          <a:xfrm>
            <a:off x="9062466" y="1737360"/>
            <a:ext cx="1188720" cy="1188720"/>
          </a:xfrm>
          <a:prstGeom prst="ellipse">
            <a:avLst/>
          </a:prstGeom>
          <a:solidFill>
            <a:schemeClr val="accent5"/>
          </a:solidFill>
          <a:ln w="12700">
            <a:solidFill>
              <a:schemeClr val="accent5"/>
            </a:solidFill>
            <a:prstDash val="solid"/>
          </a:ln>
        </p:spPr>
      </p:sp>
      <p:pic>
        <p:nvPicPr>
          <p:cNvPr id="17" name="rs-ik-2-ikone" descr="preencoded.png">    </p:cNvPr>
          <p:cNvPicPr>
            <a:picLocks noChangeAspect="1"/>
          </p:cNvPicPr>
          <p:nvPr/>
        </p:nvPicPr>
        <p:blipFill>
          <a:blip r:embed="rId3"/>
          <a:stretch>
            <a:fillRect/>
          </a:stretch>
        </p:blipFill>
        <p:spPr>
          <a:xfrm>
            <a:off x="9347759" y="2022653"/>
            <a:ext cx="618134" cy="618134"/>
          </a:xfrm>
          <a:prstGeom prst="rect">
            <a:avLst/>
          </a:prstGeom>
        </p:spPr>
      </p:pic>
      <p:sp>
        <p:nvSpPr>
          <p:cNvPr id="18" name="Text 13"/>
          <p:cNvSpPr txBox="1"/>
          <p:nvPr/>
        </p:nvSpPr>
        <p:spPr>
          <a:xfrm>
            <a:off x="8127797"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Hadi'a tuir hakarak</a:t>
            </a:r>
            <a:endParaRPr lang="en-US" sz="2100" dirty="0"/>
          </a:p>
        </p:txBody>
      </p:sp>
      <p:sp>
        <p:nvSpPr>
          <p:cNvPr id="19" name="Text 14"/>
          <p:cNvSpPr txBox="1"/>
          <p:nvPr/>
        </p:nvSpPr>
        <p:spPr>
          <a:xfrm>
            <a:off x="8219237"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Aumenta funsaun foun bainhira de'it, la hein, la selu lisensa.</a:t>
            </a:r>
            <a:endParaRPr lang="en-US" sz="1500" dirty="0"/>
          </a:p>
        </p:txBody>
      </p:sp>
      <p:sp>
        <p:nvSpPr>
          <p:cNvPr id="20" name="rs-msg"/>
          <p:cNvSpPr/>
          <p:nvPr/>
        </p:nvSpPr>
        <p:spPr>
          <a:xfrm>
            <a:off x="548640" y="4754880"/>
            <a:ext cx="11094415" cy="1371600"/>
          </a:xfrm>
          <a:prstGeom prst="roundRect">
            <a:avLst>
              <a:gd name="adj" fmla="val 8000"/>
            </a:avLst>
          </a:prstGeom>
          <a:solidFill>
            <a:schemeClr val="tx2"/>
          </a:solidFill>
          <a:ln w="12700">
            <a:solidFill>
              <a:schemeClr val="tx2"/>
            </a:solidFill>
            <a:prstDash val="solid"/>
          </a:ln>
        </p:spPr>
      </p:sp>
      <p:sp>
        <p:nvSpPr>
          <p:cNvPr id="21" name="Text 16"/>
          <p:cNvSpPr txBox="1"/>
          <p:nvPr/>
        </p:nvSpPr>
        <p:spPr>
          <a:xfrm>
            <a:off x="914400" y="4754880"/>
            <a:ext cx="10362895" cy="137160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Teknolojia la'ós de'it ba kompañia boot. </a:t>
            </a:r>
            <a:pPr indent="0" marL="0">
              <a:buNone/>
            </a:pPr>
            <a:r>
              <a:rPr lang="en-US" sz="2100" dirty="0">
                <a:solidFill>
                  <a:schemeClr val="bg1"/>
                </a:solidFill>
                <a:latin typeface="Cambria" pitchFamily="34" charset="0"/>
                <a:ea typeface="Cambria" pitchFamily="34" charset="-122"/>
                <a:cs typeface="Cambria" pitchFamily="34" charset="-120"/>
              </a:rPr>
              <a:t>Ho Python, Rede ba Rai bele harii ita-nia futuru rasik.</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Target ba futuru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11:38</a:t>
            </a:r>
            <a:endParaRPr lang="en-US" sz="1200" dirty="0"/>
          </a:p>
        </p:txBody>
      </p:sp>
      <p:sp>
        <p:nvSpPr>
          <p:cNvPr id="5" name="fu-0"/>
          <p:cNvSpPr/>
          <p:nvPr/>
        </p:nvSpPr>
        <p:spPr>
          <a:xfrm>
            <a:off x="548640" y="1417320"/>
            <a:ext cx="2572436" cy="2194560"/>
          </a:xfrm>
          <a:prstGeom prst="roundRect">
            <a:avLst>
              <a:gd name="adj" fmla="val 5000"/>
            </a:avLst>
          </a:prstGeom>
          <a:solidFill>
            <a:srgbClr val="E3F1FA"/>
          </a:solidFill>
          <a:ln w="12700">
            <a:solidFill>
              <a:srgbClr val="E3F1FA"/>
            </a:solidFill>
            <a:prstDash val="solid"/>
          </a:ln>
        </p:spPr>
      </p:sp>
      <p:sp>
        <p:nvSpPr>
          <p:cNvPr id="6" name="fu-ik-0-sirkulu"/>
          <p:cNvSpPr/>
          <p:nvPr/>
        </p:nvSpPr>
        <p:spPr>
          <a:xfrm>
            <a:off x="777240" y="1645920"/>
            <a:ext cx="731520" cy="731520"/>
          </a:xfrm>
          <a:prstGeom prst="ellipse">
            <a:avLst/>
          </a:prstGeom>
          <a:solidFill>
            <a:schemeClr val="tx2"/>
          </a:solidFill>
          <a:ln w="12700">
            <a:solidFill>
              <a:schemeClr val="tx2"/>
            </a:solidFill>
            <a:prstDash val="solid"/>
          </a:ln>
        </p:spPr>
      </p:sp>
      <p:pic>
        <p:nvPicPr>
          <p:cNvPr id="7" name="fu-ik-0-ikone" descr="preencoded.png">    </p:cNvPr>
          <p:cNvPicPr>
            <a:picLocks noChangeAspect="1"/>
          </p:cNvPicPr>
          <p:nvPr/>
        </p:nvPicPr>
        <p:blipFill>
          <a:blip r:embed="rId1"/>
          <a:stretch>
            <a:fillRect/>
          </a:stretch>
        </p:blipFill>
        <p:spPr>
          <a:xfrm>
            <a:off x="952805" y="1821485"/>
            <a:ext cx="380390" cy="380390"/>
          </a:xfrm>
          <a:prstGeom prst="rect">
            <a:avLst/>
          </a:prstGeom>
        </p:spPr>
      </p:pic>
      <p:sp>
        <p:nvSpPr>
          <p:cNvPr id="8" name="Text 5"/>
          <p:cNvSpPr txBox="1"/>
          <p:nvPr/>
        </p:nvSpPr>
        <p:spPr>
          <a:xfrm>
            <a:off x="1645920"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Servidór rasik RbR</a:t>
            </a:r>
            <a:endParaRPr lang="en-US" sz="1400" dirty="0"/>
          </a:p>
        </p:txBody>
      </p:sp>
      <p:sp>
        <p:nvSpPr>
          <p:cNvPr id="9" name="Text 6"/>
          <p:cNvSpPr txBox="1"/>
          <p:nvPr/>
        </p:nvSpPr>
        <p:spPr>
          <a:xfrm>
            <a:off x="777240"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Sistema no dadus iha servidór ne'ebé RbR kontrola rasik.</a:t>
            </a:r>
            <a:endParaRPr lang="en-US" sz="1300" dirty="0"/>
          </a:p>
        </p:txBody>
      </p:sp>
      <p:sp>
        <p:nvSpPr>
          <p:cNvPr id="10" name="fu-1"/>
          <p:cNvSpPr/>
          <p:nvPr/>
        </p:nvSpPr>
        <p:spPr>
          <a:xfrm>
            <a:off x="3322244" y="1417320"/>
            <a:ext cx="2572436" cy="2194560"/>
          </a:xfrm>
          <a:prstGeom prst="roundRect">
            <a:avLst>
              <a:gd name="adj" fmla="val 5000"/>
            </a:avLst>
          </a:prstGeom>
          <a:solidFill>
            <a:srgbClr val="E3F1FA"/>
          </a:solidFill>
          <a:ln w="12700">
            <a:solidFill>
              <a:srgbClr val="E3F1FA"/>
            </a:solidFill>
            <a:prstDash val="solid"/>
          </a:ln>
        </p:spPr>
      </p:sp>
      <p:sp>
        <p:nvSpPr>
          <p:cNvPr id="11" name="fu-ik-1-sirkulu"/>
          <p:cNvSpPr/>
          <p:nvPr/>
        </p:nvSpPr>
        <p:spPr>
          <a:xfrm>
            <a:off x="3550844" y="1645920"/>
            <a:ext cx="731520" cy="731520"/>
          </a:xfrm>
          <a:prstGeom prst="ellipse">
            <a:avLst/>
          </a:prstGeom>
          <a:solidFill>
            <a:schemeClr val="accent4"/>
          </a:solidFill>
          <a:ln w="12700">
            <a:solidFill>
              <a:schemeClr val="accent4"/>
            </a:solidFill>
            <a:prstDash val="solid"/>
          </a:ln>
        </p:spPr>
      </p:sp>
      <p:pic>
        <p:nvPicPr>
          <p:cNvPr id="12" name="fu-ik-1-ikone" descr="preencoded.png">    </p:cNvPr>
          <p:cNvPicPr>
            <a:picLocks noChangeAspect="1"/>
          </p:cNvPicPr>
          <p:nvPr/>
        </p:nvPicPr>
        <p:blipFill>
          <a:blip r:embed="rId2"/>
          <a:stretch>
            <a:fillRect/>
          </a:stretch>
        </p:blipFill>
        <p:spPr>
          <a:xfrm>
            <a:off x="3726409" y="1821485"/>
            <a:ext cx="380390" cy="380390"/>
          </a:xfrm>
          <a:prstGeom prst="rect">
            <a:avLst/>
          </a:prstGeom>
        </p:spPr>
      </p:pic>
      <p:sp>
        <p:nvSpPr>
          <p:cNvPr id="13" name="Text 9"/>
          <p:cNvSpPr txBox="1"/>
          <p:nvPr/>
        </p:nvSpPr>
        <p:spPr>
          <a:xfrm>
            <a:off x="4419524"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Ajente AI ba relatóriu</a:t>
            </a:r>
            <a:endParaRPr lang="en-US" sz="1400" dirty="0"/>
          </a:p>
        </p:txBody>
      </p:sp>
      <p:sp>
        <p:nvSpPr>
          <p:cNvPr id="14" name="Text 10"/>
          <p:cNvSpPr txBox="1"/>
          <p:nvPr/>
        </p:nvSpPr>
        <p:spPr>
          <a:xfrm>
            <a:off x="3550844"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AI hakerek relatóriu fulan no tinan husi dadus SIBAR-RbR.</a:t>
            </a:r>
            <a:endParaRPr lang="en-US" sz="1300" dirty="0"/>
          </a:p>
        </p:txBody>
      </p:sp>
      <p:sp>
        <p:nvSpPr>
          <p:cNvPr id="15" name="fu-2"/>
          <p:cNvSpPr/>
          <p:nvPr/>
        </p:nvSpPr>
        <p:spPr>
          <a:xfrm>
            <a:off x="6095848" y="1417320"/>
            <a:ext cx="2572436" cy="2194560"/>
          </a:xfrm>
          <a:prstGeom prst="roundRect">
            <a:avLst>
              <a:gd name="adj" fmla="val 5000"/>
            </a:avLst>
          </a:prstGeom>
          <a:solidFill>
            <a:srgbClr val="E3F1FA"/>
          </a:solidFill>
          <a:ln w="12700">
            <a:solidFill>
              <a:srgbClr val="E3F1FA"/>
            </a:solidFill>
            <a:prstDash val="solid"/>
          </a:ln>
        </p:spPr>
      </p:sp>
      <p:sp>
        <p:nvSpPr>
          <p:cNvPr id="16" name="fu-ik-2-sirkulu"/>
          <p:cNvSpPr/>
          <p:nvPr/>
        </p:nvSpPr>
        <p:spPr>
          <a:xfrm>
            <a:off x="6324448" y="1645920"/>
            <a:ext cx="731520" cy="731520"/>
          </a:xfrm>
          <a:prstGeom prst="ellipse">
            <a:avLst/>
          </a:prstGeom>
          <a:solidFill>
            <a:schemeClr val="accent5"/>
          </a:solidFill>
          <a:ln w="12700">
            <a:solidFill>
              <a:schemeClr val="accent5"/>
            </a:solidFill>
            <a:prstDash val="solid"/>
          </a:ln>
        </p:spPr>
      </p:sp>
      <p:pic>
        <p:nvPicPr>
          <p:cNvPr id="17" name="fu-ik-2-ikone" descr="preencoded.png">    </p:cNvPr>
          <p:cNvPicPr>
            <a:picLocks noChangeAspect="1"/>
          </p:cNvPicPr>
          <p:nvPr/>
        </p:nvPicPr>
        <p:blipFill>
          <a:blip r:embed="rId3"/>
          <a:stretch>
            <a:fillRect/>
          </a:stretch>
        </p:blipFill>
        <p:spPr>
          <a:xfrm>
            <a:off x="6500012" y="1821485"/>
            <a:ext cx="380390" cy="380390"/>
          </a:xfrm>
          <a:prstGeom prst="rect">
            <a:avLst/>
          </a:prstGeom>
        </p:spPr>
      </p:pic>
      <p:sp>
        <p:nvSpPr>
          <p:cNvPr id="18" name="Text 13"/>
          <p:cNvSpPr txBox="1"/>
          <p:nvPr/>
        </p:nvSpPr>
        <p:spPr>
          <a:xfrm>
            <a:off x="7193128"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AI responde komunidade</a:t>
            </a:r>
            <a:endParaRPr lang="en-US" sz="1400" dirty="0"/>
          </a:p>
        </p:txBody>
      </p:sp>
      <p:sp>
        <p:nvSpPr>
          <p:cNvPr id="19" name="Text 14"/>
          <p:cNvSpPr txBox="1"/>
          <p:nvPr/>
        </p:nvSpPr>
        <p:spPr>
          <a:xfrm>
            <a:off x="6324448"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Pergunta kona-ba direitu rai no prosesu kazu: AI responde automátiku.</a:t>
            </a:r>
            <a:endParaRPr lang="en-US" sz="1300" dirty="0"/>
          </a:p>
        </p:txBody>
      </p:sp>
      <p:sp>
        <p:nvSpPr>
          <p:cNvPr id="20" name="fu-3"/>
          <p:cNvSpPr/>
          <p:nvPr/>
        </p:nvSpPr>
        <p:spPr>
          <a:xfrm>
            <a:off x="8869451" y="1417320"/>
            <a:ext cx="2572436" cy="2194560"/>
          </a:xfrm>
          <a:prstGeom prst="roundRect">
            <a:avLst>
              <a:gd name="adj" fmla="val 5000"/>
            </a:avLst>
          </a:prstGeom>
          <a:solidFill>
            <a:srgbClr val="E3F1FA"/>
          </a:solidFill>
          <a:ln w="12700">
            <a:solidFill>
              <a:srgbClr val="E3F1FA"/>
            </a:solidFill>
            <a:prstDash val="solid"/>
          </a:ln>
        </p:spPr>
      </p:sp>
      <p:sp>
        <p:nvSpPr>
          <p:cNvPr id="21" name="fu-ik-3-sirkulu"/>
          <p:cNvSpPr/>
          <p:nvPr/>
        </p:nvSpPr>
        <p:spPr>
          <a:xfrm>
            <a:off x="9098051" y="1645920"/>
            <a:ext cx="731520" cy="731520"/>
          </a:xfrm>
          <a:prstGeom prst="ellipse">
            <a:avLst/>
          </a:prstGeom>
          <a:solidFill>
            <a:schemeClr val="accent1"/>
          </a:solidFill>
          <a:ln w="12700">
            <a:solidFill>
              <a:schemeClr val="accent1"/>
            </a:solidFill>
            <a:prstDash val="solid"/>
          </a:ln>
        </p:spPr>
      </p:sp>
      <p:pic>
        <p:nvPicPr>
          <p:cNvPr id="22" name="fu-ik-3-ikone" descr="preencoded.png">    </p:cNvPr>
          <p:cNvPicPr>
            <a:picLocks noChangeAspect="1"/>
          </p:cNvPicPr>
          <p:nvPr/>
        </p:nvPicPr>
        <p:blipFill>
          <a:blip r:embed="rId4"/>
          <a:stretch>
            <a:fillRect/>
          </a:stretch>
        </p:blipFill>
        <p:spPr>
          <a:xfrm>
            <a:off x="9273616" y="1821485"/>
            <a:ext cx="380390" cy="380390"/>
          </a:xfrm>
          <a:prstGeom prst="rect">
            <a:avLst/>
          </a:prstGeom>
        </p:spPr>
      </p:pic>
      <p:sp>
        <p:nvSpPr>
          <p:cNvPr id="23" name="Text 17"/>
          <p:cNvSpPr txBox="1"/>
          <p:nvPr/>
        </p:nvSpPr>
        <p:spPr>
          <a:xfrm>
            <a:off x="9966731"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Husu ba AI kona-ba dadus</a:t>
            </a:r>
            <a:endParaRPr lang="en-US" sz="1400" dirty="0"/>
          </a:p>
        </p:txBody>
      </p:sp>
      <p:sp>
        <p:nvSpPr>
          <p:cNvPr id="24" name="Text 18"/>
          <p:cNvSpPr txBox="1"/>
          <p:nvPr/>
        </p:nvSpPr>
        <p:spPr>
          <a:xfrm>
            <a:off x="9098051"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"Kazu eviksaun iha Ermera fulan ne'e hira?" → resposta lalais.</a:t>
            </a:r>
            <a:endParaRPr lang="en-US" sz="1300" dirty="0"/>
          </a:p>
        </p:txBody>
      </p:sp>
      <p:sp>
        <p:nvSpPr>
          <p:cNvPr id="25" name="fu-4"/>
          <p:cNvSpPr/>
          <p:nvPr/>
        </p:nvSpPr>
        <p:spPr>
          <a:xfrm>
            <a:off x="548640" y="3794760"/>
            <a:ext cx="2572436" cy="2194560"/>
          </a:xfrm>
          <a:prstGeom prst="roundRect">
            <a:avLst>
              <a:gd name="adj" fmla="val 5000"/>
            </a:avLst>
          </a:prstGeom>
          <a:solidFill>
            <a:schemeClr val="bg2"/>
          </a:solidFill>
          <a:ln w="12700">
            <a:solidFill>
              <a:schemeClr val="bg2"/>
            </a:solidFill>
            <a:prstDash val="solid"/>
          </a:ln>
        </p:spPr>
      </p:sp>
      <p:sp>
        <p:nvSpPr>
          <p:cNvPr id="26" name="fu-ik-4-sirkulu"/>
          <p:cNvSpPr/>
          <p:nvPr/>
        </p:nvSpPr>
        <p:spPr>
          <a:xfrm>
            <a:off x="777240" y="4023360"/>
            <a:ext cx="731520" cy="731520"/>
          </a:xfrm>
          <a:prstGeom prst="ellipse">
            <a:avLst/>
          </a:prstGeom>
          <a:solidFill>
            <a:schemeClr val="accent3"/>
          </a:solidFill>
          <a:ln w="12700">
            <a:solidFill>
              <a:schemeClr val="accent3"/>
            </a:solidFill>
            <a:prstDash val="solid"/>
          </a:ln>
        </p:spPr>
      </p:sp>
      <p:pic>
        <p:nvPicPr>
          <p:cNvPr id="27" name="fu-ik-4-ikone" descr="preencoded.png">    </p:cNvPr>
          <p:cNvPicPr>
            <a:picLocks noChangeAspect="1"/>
          </p:cNvPicPr>
          <p:nvPr/>
        </p:nvPicPr>
        <p:blipFill>
          <a:blip r:embed="rId5"/>
          <a:stretch>
            <a:fillRect/>
          </a:stretch>
        </p:blipFill>
        <p:spPr>
          <a:xfrm>
            <a:off x="952805" y="4198925"/>
            <a:ext cx="380390" cy="380390"/>
          </a:xfrm>
          <a:prstGeom prst="rect">
            <a:avLst/>
          </a:prstGeom>
        </p:spPr>
      </p:pic>
      <p:sp>
        <p:nvSpPr>
          <p:cNvPr id="28" name="Text 21"/>
          <p:cNvSpPr txBox="1"/>
          <p:nvPr/>
        </p:nvSpPr>
        <p:spPr>
          <a:xfrm>
            <a:off x="1645920"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App offline ba investigadór</a:t>
            </a:r>
            <a:endParaRPr lang="en-US" sz="1400" dirty="0"/>
          </a:p>
        </p:txBody>
      </p:sp>
      <p:sp>
        <p:nvSpPr>
          <p:cNvPr id="29" name="Text 22"/>
          <p:cNvSpPr txBox="1"/>
          <p:nvPr/>
        </p:nvSpPr>
        <p:spPr>
          <a:xfrm>
            <a:off x="777240"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Rejista kazu direta iha terrenu ho GPS no foto.</a:t>
            </a:r>
            <a:endParaRPr lang="en-US" sz="1300" dirty="0"/>
          </a:p>
        </p:txBody>
      </p:sp>
      <p:sp>
        <p:nvSpPr>
          <p:cNvPr id="30" name="fu-5"/>
          <p:cNvSpPr/>
          <p:nvPr/>
        </p:nvSpPr>
        <p:spPr>
          <a:xfrm>
            <a:off x="3322244" y="3794760"/>
            <a:ext cx="2572436" cy="2194560"/>
          </a:xfrm>
          <a:prstGeom prst="roundRect">
            <a:avLst>
              <a:gd name="adj" fmla="val 5000"/>
            </a:avLst>
          </a:prstGeom>
          <a:solidFill>
            <a:schemeClr val="bg2"/>
          </a:solidFill>
          <a:ln w="12700">
            <a:solidFill>
              <a:schemeClr val="bg2"/>
            </a:solidFill>
            <a:prstDash val="solid"/>
          </a:ln>
        </p:spPr>
      </p:sp>
      <p:sp>
        <p:nvSpPr>
          <p:cNvPr id="31" name="fu-ik-5-sirkulu"/>
          <p:cNvSpPr/>
          <p:nvPr/>
        </p:nvSpPr>
        <p:spPr>
          <a:xfrm>
            <a:off x="3550844" y="4023360"/>
            <a:ext cx="731520" cy="731520"/>
          </a:xfrm>
          <a:prstGeom prst="ellipse">
            <a:avLst/>
          </a:prstGeom>
          <a:solidFill>
            <a:schemeClr val="accent6"/>
          </a:solidFill>
          <a:ln w="12700">
            <a:solidFill>
              <a:schemeClr val="accent6"/>
            </a:solidFill>
            <a:prstDash val="solid"/>
          </a:ln>
        </p:spPr>
      </p:sp>
      <p:pic>
        <p:nvPicPr>
          <p:cNvPr id="32" name="fu-ik-5-ikone" descr="preencoded.png">    </p:cNvPr>
          <p:cNvPicPr>
            <a:picLocks noChangeAspect="1"/>
          </p:cNvPicPr>
          <p:nvPr/>
        </p:nvPicPr>
        <p:blipFill>
          <a:blip r:embed="rId6"/>
          <a:stretch>
            <a:fillRect/>
          </a:stretch>
        </p:blipFill>
        <p:spPr>
          <a:xfrm>
            <a:off x="3726409" y="4198925"/>
            <a:ext cx="380390" cy="380390"/>
          </a:xfrm>
          <a:prstGeom prst="rect">
            <a:avLst/>
          </a:prstGeom>
        </p:spPr>
      </p:pic>
      <p:sp>
        <p:nvSpPr>
          <p:cNvPr id="33" name="Text 25"/>
          <p:cNvSpPr txBox="1"/>
          <p:nvPr/>
        </p:nvSpPr>
        <p:spPr>
          <a:xfrm>
            <a:off x="4419524"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Portal públiku advokasia</a:t>
            </a:r>
            <a:endParaRPr lang="en-US" sz="1400" dirty="0"/>
          </a:p>
        </p:txBody>
      </p:sp>
      <p:sp>
        <p:nvSpPr>
          <p:cNvPr id="34" name="Text 26"/>
          <p:cNvSpPr txBox="1"/>
          <p:nvPr/>
        </p:nvSpPr>
        <p:spPr>
          <a:xfrm>
            <a:off x="3550844"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agregadu ho konsentimentu ba públiku no parseiru.</a:t>
            </a:r>
            <a:endParaRPr lang="en-US" sz="1300" dirty="0"/>
          </a:p>
        </p:txBody>
      </p:sp>
      <p:sp>
        <p:nvSpPr>
          <p:cNvPr id="35" name="fu-6"/>
          <p:cNvSpPr/>
          <p:nvPr/>
        </p:nvSpPr>
        <p:spPr>
          <a:xfrm>
            <a:off x="6095848" y="3794760"/>
            <a:ext cx="2572436" cy="2194560"/>
          </a:xfrm>
          <a:prstGeom prst="roundRect">
            <a:avLst>
              <a:gd name="adj" fmla="val 5000"/>
            </a:avLst>
          </a:prstGeom>
          <a:solidFill>
            <a:schemeClr val="bg2"/>
          </a:solidFill>
          <a:ln w="12700">
            <a:solidFill>
              <a:schemeClr val="bg2"/>
            </a:solidFill>
            <a:prstDash val="solid"/>
          </a:ln>
        </p:spPr>
      </p:sp>
      <p:sp>
        <p:nvSpPr>
          <p:cNvPr id="36" name="fu-ik-6-sirkulu"/>
          <p:cNvSpPr/>
          <p:nvPr/>
        </p:nvSpPr>
        <p:spPr>
          <a:xfrm>
            <a:off x="6324448" y="4023360"/>
            <a:ext cx="731520" cy="731520"/>
          </a:xfrm>
          <a:prstGeom prst="ellipse">
            <a:avLst/>
          </a:prstGeom>
          <a:solidFill>
            <a:schemeClr val="accent1"/>
          </a:solidFill>
          <a:ln w="12700">
            <a:solidFill>
              <a:schemeClr val="accent1"/>
            </a:solidFill>
            <a:prstDash val="solid"/>
          </a:ln>
        </p:spPr>
      </p:sp>
      <p:pic>
        <p:nvPicPr>
          <p:cNvPr id="37" name="fu-ik-6-ikone" descr="preencoded.png">    </p:cNvPr>
          <p:cNvPicPr>
            <a:picLocks noChangeAspect="1"/>
          </p:cNvPicPr>
          <p:nvPr/>
        </p:nvPicPr>
        <p:blipFill>
          <a:blip r:embed="rId7"/>
          <a:stretch>
            <a:fillRect/>
          </a:stretch>
        </p:blipFill>
        <p:spPr>
          <a:xfrm>
            <a:off x="6500012" y="4198925"/>
            <a:ext cx="380390" cy="380390"/>
          </a:xfrm>
          <a:prstGeom prst="rect">
            <a:avLst/>
          </a:prstGeom>
        </p:spPr>
      </p:pic>
      <p:sp>
        <p:nvSpPr>
          <p:cNvPr id="38" name="Text 29"/>
          <p:cNvSpPr txBox="1"/>
          <p:nvPr/>
        </p:nvSpPr>
        <p:spPr>
          <a:xfrm>
            <a:off x="7193128"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Staf hatene Python</a:t>
            </a:r>
            <a:endParaRPr lang="en-US" sz="1400" dirty="0"/>
          </a:p>
        </p:txBody>
      </p:sp>
      <p:sp>
        <p:nvSpPr>
          <p:cNvPr id="39" name="Text 30"/>
          <p:cNvSpPr txBox="1"/>
          <p:nvPr/>
        </p:nvSpPr>
        <p:spPr>
          <a:xfrm>
            <a:off x="6324448"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Staf balu bele analiza dadus rasik ho Python.</a:t>
            </a:r>
            <a:endParaRPr lang="en-US" sz="1300" dirty="0"/>
          </a:p>
        </p:txBody>
      </p:sp>
      <p:sp>
        <p:nvSpPr>
          <p:cNvPr id="40" name="fu-7"/>
          <p:cNvSpPr/>
          <p:nvPr/>
        </p:nvSpPr>
        <p:spPr>
          <a:xfrm>
            <a:off x="8869451" y="3794760"/>
            <a:ext cx="2572436" cy="2194560"/>
          </a:xfrm>
          <a:prstGeom prst="roundRect">
            <a:avLst>
              <a:gd name="adj" fmla="val 5000"/>
            </a:avLst>
          </a:prstGeom>
          <a:solidFill>
            <a:schemeClr val="bg2"/>
          </a:solidFill>
          <a:ln w="12700">
            <a:solidFill>
              <a:schemeClr val="bg2"/>
            </a:solidFill>
            <a:prstDash val="solid"/>
          </a:ln>
        </p:spPr>
      </p:sp>
      <p:sp>
        <p:nvSpPr>
          <p:cNvPr id="41" name="fu-ik-7-sirkulu"/>
          <p:cNvSpPr/>
          <p:nvPr/>
        </p:nvSpPr>
        <p:spPr>
          <a:xfrm>
            <a:off x="9098051" y="4023360"/>
            <a:ext cx="731520" cy="731520"/>
          </a:xfrm>
          <a:prstGeom prst="ellipse">
            <a:avLst/>
          </a:prstGeom>
          <a:solidFill>
            <a:schemeClr val="accent5"/>
          </a:solidFill>
          <a:ln w="12700">
            <a:solidFill>
              <a:schemeClr val="accent5"/>
            </a:solidFill>
            <a:prstDash val="solid"/>
          </a:ln>
        </p:spPr>
      </p:sp>
      <p:pic>
        <p:nvPicPr>
          <p:cNvPr id="42" name="fu-ik-7-ikone" descr="preencoded.png">    </p:cNvPr>
          <p:cNvPicPr>
            <a:picLocks noChangeAspect="1"/>
          </p:cNvPicPr>
          <p:nvPr/>
        </p:nvPicPr>
        <p:blipFill>
          <a:blip r:embed="rId8"/>
          <a:stretch>
            <a:fillRect/>
          </a:stretch>
        </p:blipFill>
        <p:spPr>
          <a:xfrm>
            <a:off x="9273616" y="4198925"/>
            <a:ext cx="380390" cy="380390"/>
          </a:xfrm>
          <a:prstGeom prst="rect">
            <a:avLst/>
          </a:prstGeom>
        </p:spPr>
      </p:pic>
      <p:sp>
        <p:nvSpPr>
          <p:cNvPr id="43" name="Text 33"/>
          <p:cNvSpPr txBox="1"/>
          <p:nvPr/>
        </p:nvSpPr>
        <p:spPr>
          <a:xfrm>
            <a:off x="9966731"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Dadus kompletu no seguru</a:t>
            </a:r>
            <a:endParaRPr lang="en-US" sz="1400" dirty="0"/>
          </a:p>
        </p:txBody>
      </p:sp>
      <p:sp>
        <p:nvSpPr>
          <p:cNvPr id="44" name="Text 34"/>
          <p:cNvSpPr txBox="1"/>
          <p:nvPr/>
        </p:nvSpPr>
        <p:spPr>
          <a:xfrm>
            <a:off x="9098051"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Airtable tuan tama hotu; backup regulár.</a:t>
            </a:r>
            <a:endParaRPr lang="en-US" sz="1300" dirty="0"/>
          </a:p>
        </p:txBody>
      </p:sp>
      <p:sp>
        <p:nvSpPr>
          <p:cNvPr id="45" name="Text 35"/>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50" i="1" dirty="0">
                <a:solidFill>
                  <a:srgbClr val="5E6B66"/>
                </a:solidFill>
              </a:rPr>
              <a:t>Kartaun azul: foun (servidór no AI) · AI ajuda, maibé staf mak verifika no foti desizaun</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Diskusaun grupu</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Grupu 5 · pergunta 3 · ita ko'alia hamutuk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07</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11:43 – 12:00</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Diskusaun grupu: oinsá?</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11:43</a:t>
            </a:r>
            <a:endParaRPr lang="en-US" sz="1200" dirty="0"/>
          </a:p>
        </p:txBody>
      </p:sp>
      <p:sp>
        <p:nvSpPr>
          <p:cNvPr id="5" name="pg-0"/>
          <p:cNvSpPr/>
          <p:nvPr/>
        </p:nvSpPr>
        <p:spPr>
          <a:xfrm>
            <a:off x="548640" y="1463040"/>
            <a:ext cx="2545004" cy="3017520"/>
          </a:xfrm>
          <a:prstGeom prst="roundRect">
            <a:avLst>
              <a:gd name="adj" fmla="val 4312"/>
            </a:avLst>
          </a:prstGeom>
          <a:solidFill>
            <a:schemeClr val="bg2"/>
          </a:solidFill>
          <a:ln w="12700">
            <a:solidFill>
              <a:schemeClr val="bg2"/>
            </a:solidFill>
            <a:prstDash val="solid"/>
          </a:ln>
        </p:spPr>
      </p:sp>
      <p:sp>
        <p:nvSpPr>
          <p:cNvPr id="6" name="pg-n-0"/>
          <p:cNvSpPr/>
          <p:nvPr/>
        </p:nvSpPr>
        <p:spPr>
          <a:xfrm>
            <a:off x="731520" y="1600200"/>
            <a:ext cx="457200" cy="457200"/>
          </a:xfrm>
          <a:prstGeom prst="ellipse">
            <a:avLst/>
          </a:prstGeom>
          <a:solidFill>
            <a:schemeClr val="tx2"/>
          </a:solidFill>
          <a:ln w="12700">
            <a:solidFill>
              <a:schemeClr val="tx2"/>
            </a:solidFill>
            <a:prstDash val="solid"/>
          </a:ln>
        </p:spPr>
      </p:sp>
      <p:sp>
        <p:nvSpPr>
          <p:cNvPr id="7" name="pg-n-0-n"/>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pg-ik-0-sirkulu"/>
          <p:cNvSpPr/>
          <p:nvPr/>
        </p:nvSpPr>
        <p:spPr>
          <a:xfrm>
            <a:off x="1226782" y="1783080"/>
            <a:ext cx="1188720" cy="1188720"/>
          </a:xfrm>
          <a:prstGeom prst="ellipse">
            <a:avLst/>
          </a:prstGeom>
          <a:solidFill>
            <a:schemeClr val="accent1"/>
          </a:solidFill>
          <a:ln w="12700">
            <a:solidFill>
              <a:schemeClr val="accent1"/>
            </a:solidFill>
            <a:prstDash val="solid"/>
          </a:ln>
        </p:spPr>
      </p:sp>
      <p:pic>
        <p:nvPicPr>
          <p:cNvPr id="9" name="pg-ik-0-ikone" descr="preencoded.png">    </p:cNvPr>
          <p:cNvPicPr>
            <a:picLocks noChangeAspect="1"/>
          </p:cNvPicPr>
          <p:nvPr/>
        </p:nvPicPr>
        <p:blipFill>
          <a:blip r:embed="rId1"/>
          <a:stretch>
            <a:fillRect/>
          </a:stretch>
        </p:blipFill>
        <p:spPr>
          <a:xfrm>
            <a:off x="1512075" y="2068373"/>
            <a:ext cx="618134" cy="618134"/>
          </a:xfrm>
          <a:prstGeom prst="rect">
            <a:avLst/>
          </a:prstGeom>
        </p:spPr>
      </p:pic>
      <p:sp>
        <p:nvSpPr>
          <p:cNvPr id="10" name="Text 7"/>
          <p:cNvSpPr txBox="1"/>
          <p:nvPr/>
        </p:nvSpPr>
        <p:spPr>
          <a:xfrm>
            <a:off x="685800"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Fahe grupu 5</a:t>
            </a:r>
            <a:endParaRPr lang="en-US" sz="1900" dirty="0"/>
          </a:p>
        </p:txBody>
      </p:sp>
      <p:sp>
        <p:nvSpPr>
          <p:cNvPr id="11" name="Text 8"/>
          <p:cNvSpPr txBox="1"/>
          <p:nvPr/>
        </p:nvSpPr>
        <p:spPr>
          <a:xfrm>
            <a:off x="731520"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Ema 3–5 kada grupu</a:t>
            </a:r>
            <a:endParaRPr lang="en-US" sz="1400" dirty="0"/>
          </a:p>
        </p:txBody>
      </p:sp>
      <p:sp>
        <p:nvSpPr>
          <p:cNvPr id="12" name="pg-1"/>
          <p:cNvSpPr/>
          <p:nvPr/>
        </p:nvSpPr>
        <p:spPr>
          <a:xfrm>
            <a:off x="3322244" y="1463040"/>
            <a:ext cx="2545004" cy="3017520"/>
          </a:xfrm>
          <a:prstGeom prst="roundRect">
            <a:avLst>
              <a:gd name="adj" fmla="val 4312"/>
            </a:avLst>
          </a:prstGeom>
          <a:solidFill>
            <a:schemeClr val="bg2"/>
          </a:solidFill>
          <a:ln w="12700">
            <a:solidFill>
              <a:schemeClr val="bg2"/>
            </a:solidFill>
            <a:prstDash val="solid"/>
          </a:ln>
        </p:spPr>
      </p:sp>
      <p:sp>
        <p:nvSpPr>
          <p:cNvPr id="13" name="pg-n-1"/>
          <p:cNvSpPr/>
          <p:nvPr/>
        </p:nvSpPr>
        <p:spPr>
          <a:xfrm>
            <a:off x="3505124" y="1600200"/>
            <a:ext cx="457200" cy="457200"/>
          </a:xfrm>
          <a:prstGeom prst="ellipse">
            <a:avLst/>
          </a:prstGeom>
          <a:solidFill>
            <a:schemeClr val="tx2"/>
          </a:solidFill>
          <a:ln w="12700">
            <a:solidFill>
              <a:schemeClr val="tx2"/>
            </a:solidFill>
            <a:prstDash val="solid"/>
          </a:ln>
        </p:spPr>
      </p:sp>
      <p:sp>
        <p:nvSpPr>
          <p:cNvPr id="14" name="pg-n-1-n"/>
          <p:cNvSpPr txBox="1"/>
          <p:nvPr/>
        </p:nvSpPr>
        <p:spPr>
          <a:xfrm>
            <a:off x="3505124"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5" name="pg-ik-1-sirkulu"/>
          <p:cNvSpPr/>
          <p:nvPr/>
        </p:nvSpPr>
        <p:spPr>
          <a:xfrm>
            <a:off x="4000386" y="1783080"/>
            <a:ext cx="1188720" cy="1188720"/>
          </a:xfrm>
          <a:prstGeom prst="ellipse">
            <a:avLst/>
          </a:prstGeom>
          <a:solidFill>
            <a:schemeClr val="accent5"/>
          </a:solidFill>
          <a:ln w="12700">
            <a:solidFill>
              <a:schemeClr val="accent5"/>
            </a:solidFill>
            <a:prstDash val="solid"/>
          </a:ln>
        </p:spPr>
      </p:sp>
      <p:pic>
        <p:nvPicPr>
          <p:cNvPr id="16" name="pg-ik-1-ikone" descr="preencoded.png">    </p:cNvPr>
          <p:cNvPicPr>
            <a:picLocks noChangeAspect="1"/>
          </p:cNvPicPr>
          <p:nvPr/>
        </p:nvPicPr>
        <p:blipFill>
          <a:blip r:embed="rId2"/>
          <a:stretch>
            <a:fillRect/>
          </a:stretch>
        </p:blipFill>
        <p:spPr>
          <a:xfrm>
            <a:off x="4285679" y="2068373"/>
            <a:ext cx="618134" cy="618134"/>
          </a:xfrm>
          <a:prstGeom prst="rect">
            <a:avLst/>
          </a:prstGeom>
        </p:spPr>
      </p:pic>
      <p:sp>
        <p:nvSpPr>
          <p:cNvPr id="17" name="Text 13"/>
          <p:cNvSpPr txBox="1"/>
          <p:nvPr/>
        </p:nvSpPr>
        <p:spPr>
          <a:xfrm>
            <a:off x="3459404"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Hili porta-voz</a:t>
            </a:r>
            <a:endParaRPr lang="en-US" sz="1900" dirty="0"/>
          </a:p>
        </p:txBody>
      </p:sp>
      <p:sp>
        <p:nvSpPr>
          <p:cNvPr id="18" name="Text 14"/>
          <p:cNvSpPr txBox="1"/>
          <p:nvPr/>
        </p:nvSpPr>
        <p:spPr>
          <a:xfrm>
            <a:off x="3505124"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Ema ida mak aprezenta</a:t>
            </a:r>
            <a:endParaRPr lang="en-US" sz="1400" dirty="0"/>
          </a:p>
        </p:txBody>
      </p:sp>
      <p:sp>
        <p:nvSpPr>
          <p:cNvPr id="19" name="pg-2"/>
          <p:cNvSpPr/>
          <p:nvPr/>
        </p:nvSpPr>
        <p:spPr>
          <a:xfrm>
            <a:off x="6095848" y="1463040"/>
            <a:ext cx="2545004" cy="3017520"/>
          </a:xfrm>
          <a:prstGeom prst="roundRect">
            <a:avLst>
              <a:gd name="adj" fmla="val 4312"/>
            </a:avLst>
          </a:prstGeom>
          <a:solidFill>
            <a:schemeClr val="bg2"/>
          </a:solidFill>
          <a:ln w="12700">
            <a:solidFill>
              <a:schemeClr val="bg2"/>
            </a:solidFill>
            <a:prstDash val="solid"/>
          </a:ln>
        </p:spPr>
      </p:sp>
      <p:sp>
        <p:nvSpPr>
          <p:cNvPr id="20" name="pg-n-2"/>
          <p:cNvSpPr/>
          <p:nvPr/>
        </p:nvSpPr>
        <p:spPr>
          <a:xfrm>
            <a:off x="6278728" y="1600200"/>
            <a:ext cx="457200" cy="457200"/>
          </a:xfrm>
          <a:prstGeom prst="ellipse">
            <a:avLst/>
          </a:prstGeom>
          <a:solidFill>
            <a:schemeClr val="tx2"/>
          </a:solidFill>
          <a:ln w="12700">
            <a:solidFill>
              <a:schemeClr val="tx2"/>
            </a:solidFill>
            <a:prstDash val="solid"/>
          </a:ln>
        </p:spPr>
      </p:sp>
      <p:sp>
        <p:nvSpPr>
          <p:cNvPr id="21" name="pg-n-2-n"/>
          <p:cNvSpPr txBox="1"/>
          <p:nvPr/>
        </p:nvSpPr>
        <p:spPr>
          <a:xfrm>
            <a:off x="6278728"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pg-ik-2-sirkulu"/>
          <p:cNvSpPr/>
          <p:nvPr/>
        </p:nvSpPr>
        <p:spPr>
          <a:xfrm>
            <a:off x="6773990" y="1783080"/>
            <a:ext cx="1188720" cy="1188720"/>
          </a:xfrm>
          <a:prstGeom prst="ellipse">
            <a:avLst/>
          </a:prstGeom>
          <a:solidFill>
            <a:schemeClr val="accent3"/>
          </a:solidFill>
          <a:ln w="12700">
            <a:solidFill>
              <a:schemeClr val="accent3"/>
            </a:solidFill>
            <a:prstDash val="solid"/>
          </a:ln>
        </p:spPr>
      </p:sp>
      <p:pic>
        <p:nvPicPr>
          <p:cNvPr id="23" name="pg-ik-2-ikone" descr="preencoded.png">    </p:cNvPr>
          <p:cNvPicPr>
            <a:picLocks noChangeAspect="1"/>
          </p:cNvPicPr>
          <p:nvPr/>
        </p:nvPicPr>
        <p:blipFill>
          <a:blip r:embed="rId3"/>
          <a:stretch>
            <a:fillRect/>
          </a:stretch>
        </p:blipFill>
        <p:spPr>
          <a:xfrm>
            <a:off x="7059282" y="2068373"/>
            <a:ext cx="618134" cy="618134"/>
          </a:xfrm>
          <a:prstGeom prst="rect">
            <a:avLst/>
          </a:prstGeom>
        </p:spPr>
      </p:pic>
      <p:sp>
        <p:nvSpPr>
          <p:cNvPr id="24" name="Text 19"/>
          <p:cNvSpPr txBox="1"/>
          <p:nvPr/>
        </p:nvSpPr>
        <p:spPr>
          <a:xfrm>
            <a:off x="6233008"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Diskute 5 min</a:t>
            </a:r>
            <a:endParaRPr lang="en-US" sz="1900" dirty="0"/>
          </a:p>
        </p:txBody>
      </p:sp>
      <p:sp>
        <p:nvSpPr>
          <p:cNvPr id="25" name="Text 20"/>
          <p:cNvSpPr txBox="1"/>
          <p:nvPr/>
        </p:nvSpPr>
        <p:spPr>
          <a:xfrm>
            <a:off x="6278728"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Pergunta 3 · la iha resposta sala</a:t>
            </a:r>
            <a:endParaRPr lang="en-US" sz="1400" dirty="0"/>
          </a:p>
        </p:txBody>
      </p:sp>
      <p:sp>
        <p:nvSpPr>
          <p:cNvPr id="26" name="pg-3"/>
          <p:cNvSpPr/>
          <p:nvPr/>
        </p:nvSpPr>
        <p:spPr>
          <a:xfrm>
            <a:off x="8869451" y="1463040"/>
            <a:ext cx="2545004" cy="3017520"/>
          </a:xfrm>
          <a:prstGeom prst="roundRect">
            <a:avLst>
              <a:gd name="adj" fmla="val 4312"/>
            </a:avLst>
          </a:prstGeom>
          <a:solidFill>
            <a:schemeClr val="bg2"/>
          </a:solidFill>
          <a:ln w="12700">
            <a:solidFill>
              <a:schemeClr val="bg2"/>
            </a:solidFill>
            <a:prstDash val="solid"/>
          </a:ln>
        </p:spPr>
      </p:sp>
      <p:sp>
        <p:nvSpPr>
          <p:cNvPr id="27" name="pg-n-3"/>
          <p:cNvSpPr/>
          <p:nvPr/>
        </p:nvSpPr>
        <p:spPr>
          <a:xfrm>
            <a:off x="9052331" y="1600200"/>
            <a:ext cx="457200" cy="457200"/>
          </a:xfrm>
          <a:prstGeom prst="ellipse">
            <a:avLst/>
          </a:prstGeom>
          <a:solidFill>
            <a:schemeClr val="tx2"/>
          </a:solidFill>
          <a:ln w="12700">
            <a:solidFill>
              <a:schemeClr val="tx2"/>
            </a:solidFill>
            <a:prstDash val="solid"/>
          </a:ln>
        </p:spPr>
      </p:sp>
      <p:sp>
        <p:nvSpPr>
          <p:cNvPr id="28" name="pg-n-3-n"/>
          <p:cNvSpPr txBox="1"/>
          <p:nvPr/>
        </p:nvSpPr>
        <p:spPr>
          <a:xfrm>
            <a:off x="9052331"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pg-ik-3-sirkulu"/>
          <p:cNvSpPr/>
          <p:nvPr/>
        </p:nvSpPr>
        <p:spPr>
          <a:xfrm>
            <a:off x="9547593" y="1783080"/>
            <a:ext cx="1188720" cy="1188720"/>
          </a:xfrm>
          <a:prstGeom prst="ellipse">
            <a:avLst/>
          </a:prstGeom>
          <a:solidFill>
            <a:schemeClr val="accent4"/>
          </a:solidFill>
          <a:ln w="12700">
            <a:solidFill>
              <a:schemeClr val="accent4"/>
            </a:solidFill>
            <a:prstDash val="solid"/>
          </a:ln>
        </p:spPr>
      </p:sp>
      <p:pic>
        <p:nvPicPr>
          <p:cNvPr id="30" name="pg-ik-3-ikone" descr="preencoded.png">    </p:cNvPr>
          <p:cNvPicPr>
            <a:picLocks noChangeAspect="1"/>
          </p:cNvPicPr>
          <p:nvPr/>
        </p:nvPicPr>
        <p:blipFill>
          <a:blip r:embed="rId4"/>
          <a:stretch>
            <a:fillRect/>
          </a:stretch>
        </p:blipFill>
        <p:spPr>
          <a:xfrm>
            <a:off x="9832886" y="2068373"/>
            <a:ext cx="618134" cy="618134"/>
          </a:xfrm>
          <a:prstGeom prst="rect">
            <a:avLst/>
          </a:prstGeom>
        </p:spPr>
      </p:pic>
      <p:sp>
        <p:nvSpPr>
          <p:cNvPr id="31" name="Text 25"/>
          <p:cNvSpPr txBox="1"/>
          <p:nvPr/>
        </p:nvSpPr>
        <p:spPr>
          <a:xfrm>
            <a:off x="9006611"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Aprezenta 1 min</a:t>
            </a:r>
            <a:endParaRPr lang="en-US" sz="1900" dirty="0"/>
          </a:p>
        </p:txBody>
      </p:sp>
      <p:sp>
        <p:nvSpPr>
          <p:cNvPr id="32" name="Text 26"/>
          <p:cNvSpPr txBox="1"/>
          <p:nvPr/>
        </p:nvSpPr>
        <p:spPr>
          <a:xfrm>
            <a:off x="9052331"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Ideia prinsipál de'it</a:t>
            </a:r>
            <a:endParaRPr lang="en-US" sz="1400" dirty="0"/>
          </a:p>
        </p:txBody>
      </p:sp>
      <p:sp>
        <p:nvSpPr>
          <p:cNvPr id="33" name="pg-msg"/>
          <p:cNvSpPr/>
          <p:nvPr/>
        </p:nvSpPr>
        <p:spPr>
          <a:xfrm>
            <a:off x="548640" y="4754880"/>
            <a:ext cx="11094415" cy="1371600"/>
          </a:xfrm>
          <a:prstGeom prst="roundRect">
            <a:avLst>
              <a:gd name="adj" fmla="val 8000"/>
            </a:avLst>
          </a:prstGeom>
          <a:solidFill>
            <a:schemeClr val="tx2"/>
          </a:solidFill>
          <a:ln w="12700">
            <a:solidFill>
              <a:schemeClr val="tx2"/>
            </a:solidFill>
            <a:prstDash val="solid"/>
          </a:ln>
        </p:spPr>
      </p:sp>
      <p:sp>
        <p:nvSpPr>
          <p:cNvPr id="34" name="Text 28"/>
          <p:cNvSpPr txBox="1"/>
          <p:nvPr/>
        </p:nvSpPr>
        <p:spPr>
          <a:xfrm>
            <a:off x="914400" y="4754880"/>
            <a:ext cx="10362895" cy="13716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Regra: </a:t>
            </a:r>
            <a:pPr indent="0" marL="0">
              <a:buNone/>
            </a:pPr>
            <a:r>
              <a:rPr lang="en-US" sz="2000" dirty="0">
                <a:solidFill>
                  <a:schemeClr val="bg1"/>
                </a:solidFill>
                <a:latin typeface="Cambria" pitchFamily="34" charset="0"/>
                <a:ea typeface="Cambria" pitchFamily="34" charset="-122"/>
                <a:cs typeface="Cambria" pitchFamily="34" charset="-120"/>
              </a:rPr>
              <a:t>Ema hotu ko'alia. La iha resposta sala. Uza ezemplu husi imi-nia servisu iha Rede ba Rai.</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5, tema 5</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11:44</a:t>
            </a:r>
            <a:endParaRPr lang="en-US" sz="1200" dirty="0"/>
          </a:p>
        </p:txBody>
      </p:sp>
      <p:sp>
        <p:nvSpPr>
          <p:cNvPr id="5" name="g5-cab-0"/>
          <p:cNvSpPr/>
          <p:nvPr/>
        </p:nvSpPr>
        <p:spPr>
          <a:xfrm>
            <a:off x="548640" y="1417320"/>
            <a:ext cx="2036003" cy="685800"/>
          </a:xfrm>
          <a:prstGeom prst="roundRect">
            <a:avLst>
              <a:gd name="adj" fmla="val 13333"/>
            </a:avLst>
          </a:prstGeom>
          <a:solidFill>
            <a:schemeClr val="accent6"/>
          </a:solidFill>
          <a:ln w="12700">
            <a:solidFill>
              <a:schemeClr val="accent6"/>
            </a:solidFill>
            <a:prstDash val="solid"/>
          </a:ln>
        </p:spPr>
      </p:sp>
      <p:sp>
        <p:nvSpPr>
          <p:cNvPr id="6" name="Text 4"/>
          <p:cNvSpPr txBox="1"/>
          <p:nvPr/>
        </p:nvSpPr>
        <p:spPr>
          <a:xfrm>
            <a:off x="548640"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1</a:t>
            </a:r>
            <a:endParaRPr lang="en-US" sz="2000" dirty="0"/>
          </a:p>
        </p:txBody>
      </p:sp>
      <p:sp>
        <p:nvSpPr>
          <p:cNvPr id="7" name="g5-0"/>
          <p:cNvSpPr/>
          <p:nvPr/>
        </p:nvSpPr>
        <p:spPr>
          <a:xfrm>
            <a:off x="548640" y="2240280"/>
            <a:ext cx="2036003" cy="3886200"/>
          </a:xfrm>
          <a:prstGeom prst="roundRect">
            <a:avLst>
              <a:gd name="adj" fmla="val 5389"/>
            </a:avLst>
          </a:prstGeom>
          <a:solidFill>
            <a:schemeClr val="bg2"/>
          </a:solidFill>
          <a:ln w="12700">
            <a:solidFill>
              <a:schemeClr val="bg2"/>
            </a:solidFill>
            <a:prstDash val="solid"/>
          </a:ln>
        </p:spPr>
      </p:sp>
      <p:sp>
        <p:nvSpPr>
          <p:cNvPr id="8" name="g5-ik-0-sirkulu"/>
          <p:cNvSpPr/>
          <p:nvPr/>
        </p:nvSpPr>
        <p:spPr>
          <a:xfrm>
            <a:off x="1109442" y="2468880"/>
            <a:ext cx="914400" cy="914400"/>
          </a:xfrm>
          <a:prstGeom prst="ellipse">
            <a:avLst/>
          </a:prstGeom>
          <a:solidFill>
            <a:schemeClr val="accent6"/>
          </a:solidFill>
          <a:ln w="12700">
            <a:solidFill>
              <a:schemeClr val="accent6"/>
            </a:solidFill>
            <a:prstDash val="solid"/>
          </a:ln>
        </p:spPr>
      </p:sp>
      <p:pic>
        <p:nvPicPr>
          <p:cNvPr id="9" name="g5-ik-0-ikone" descr="preencoded.png">    </p:cNvPr>
          <p:cNvPicPr>
            <a:picLocks noChangeAspect="1"/>
          </p:cNvPicPr>
          <p:nvPr/>
        </p:nvPicPr>
        <p:blipFill>
          <a:blip r:embed="rId1"/>
          <a:stretch>
            <a:fillRect/>
          </a:stretch>
        </p:blipFill>
        <p:spPr>
          <a:xfrm>
            <a:off x="1328898" y="2688336"/>
            <a:ext cx="475488" cy="475488"/>
          </a:xfrm>
          <a:prstGeom prst="rect">
            <a:avLst/>
          </a:prstGeom>
        </p:spPr>
      </p:pic>
      <p:sp>
        <p:nvSpPr>
          <p:cNvPr id="10" name="Text 7"/>
          <p:cNvSpPr txBox="1"/>
          <p:nvPr/>
        </p:nvSpPr>
        <p:spPr>
          <a:xfrm>
            <a:off x="640080"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Saida mak Python?</a:t>
            </a:r>
            <a:endParaRPr lang="en-US" sz="1600" dirty="0"/>
          </a:p>
        </p:txBody>
      </p:sp>
      <p:sp>
        <p:nvSpPr>
          <p:cNvPr id="11" name="Text 8"/>
          <p:cNvSpPr txBox="1"/>
          <p:nvPr/>
        </p:nvSpPr>
        <p:spPr>
          <a:xfrm>
            <a:off x="731520"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Esplika Python ba ita-nia família ho fraze ida de'it. Saida mak imi sei dehan?</a:t>
            </a:r>
            <a:endParaRPr lang="en-US" sz="1300" dirty="0"/>
          </a:p>
        </p:txBody>
      </p:sp>
      <p:sp>
        <p:nvSpPr>
          <p:cNvPr id="12" name="g5-cab-1"/>
          <p:cNvSpPr/>
          <p:nvPr/>
        </p:nvSpPr>
        <p:spPr>
          <a:xfrm>
            <a:off x="2767523" y="1417320"/>
            <a:ext cx="2036003" cy="685800"/>
          </a:xfrm>
          <a:prstGeom prst="roundRect">
            <a:avLst>
              <a:gd name="adj" fmla="val 13333"/>
            </a:avLst>
          </a:prstGeom>
          <a:solidFill>
            <a:schemeClr val="accent5"/>
          </a:solidFill>
          <a:ln w="12700">
            <a:solidFill>
              <a:schemeClr val="accent5"/>
            </a:solidFill>
            <a:prstDash val="solid"/>
          </a:ln>
        </p:spPr>
      </p:sp>
      <p:sp>
        <p:nvSpPr>
          <p:cNvPr id="13" name="Text 10"/>
          <p:cNvSpPr txBox="1"/>
          <p:nvPr/>
        </p:nvSpPr>
        <p:spPr>
          <a:xfrm>
            <a:off x="2767523"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2</a:t>
            </a:r>
            <a:endParaRPr lang="en-US" sz="2000" dirty="0"/>
          </a:p>
        </p:txBody>
      </p:sp>
      <p:sp>
        <p:nvSpPr>
          <p:cNvPr id="14" name="g5-1"/>
          <p:cNvSpPr/>
          <p:nvPr/>
        </p:nvSpPr>
        <p:spPr>
          <a:xfrm>
            <a:off x="2767523" y="2240280"/>
            <a:ext cx="2036003" cy="3886200"/>
          </a:xfrm>
          <a:prstGeom prst="roundRect">
            <a:avLst>
              <a:gd name="adj" fmla="val 5389"/>
            </a:avLst>
          </a:prstGeom>
          <a:solidFill>
            <a:schemeClr val="bg2"/>
          </a:solidFill>
          <a:ln w="12700">
            <a:solidFill>
              <a:schemeClr val="bg2"/>
            </a:solidFill>
            <a:prstDash val="solid"/>
          </a:ln>
        </p:spPr>
      </p:sp>
      <p:sp>
        <p:nvSpPr>
          <p:cNvPr id="15" name="g5-ik-1-sirkulu"/>
          <p:cNvSpPr/>
          <p:nvPr/>
        </p:nvSpPr>
        <p:spPr>
          <a:xfrm>
            <a:off x="3328325" y="2468880"/>
            <a:ext cx="914400" cy="914400"/>
          </a:xfrm>
          <a:prstGeom prst="ellipse">
            <a:avLst/>
          </a:prstGeom>
          <a:solidFill>
            <a:schemeClr val="accent5"/>
          </a:solidFill>
          <a:ln w="12700">
            <a:solidFill>
              <a:schemeClr val="accent5"/>
            </a:solidFill>
            <a:prstDash val="solid"/>
          </a:ln>
        </p:spPr>
      </p:sp>
      <p:pic>
        <p:nvPicPr>
          <p:cNvPr id="16" name="g5-ik-1-ikone" descr="preencoded.png">    </p:cNvPr>
          <p:cNvPicPr>
            <a:picLocks noChangeAspect="1"/>
          </p:cNvPicPr>
          <p:nvPr/>
        </p:nvPicPr>
        <p:blipFill>
          <a:blip r:embed="rId2"/>
          <a:stretch>
            <a:fillRect/>
          </a:stretch>
        </p:blipFill>
        <p:spPr>
          <a:xfrm>
            <a:off x="3547781" y="2688336"/>
            <a:ext cx="475488" cy="475488"/>
          </a:xfrm>
          <a:prstGeom prst="rect">
            <a:avLst/>
          </a:prstGeom>
        </p:spPr>
      </p:pic>
      <p:sp>
        <p:nvSpPr>
          <p:cNvPr id="17" name="Text 13"/>
          <p:cNvSpPr txBox="1"/>
          <p:nvPr/>
        </p:nvSpPr>
        <p:spPr>
          <a:xfrm>
            <a:off x="2858963"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Istória Python</a:t>
            </a:r>
            <a:endParaRPr lang="en-US" sz="1600" dirty="0"/>
          </a:p>
        </p:txBody>
      </p:sp>
      <p:sp>
        <p:nvSpPr>
          <p:cNvPr id="18" name="Text 14"/>
          <p:cNvSpPr txBox="1"/>
          <p:nvPr/>
        </p:nvSpPr>
        <p:spPr>
          <a:xfrm>
            <a:off x="2950403"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Tanba sá naran "Python"? Imi hanoin naran ne'e di'ak ka lae?</a:t>
            </a:r>
            <a:endParaRPr lang="en-US" sz="1300" dirty="0"/>
          </a:p>
        </p:txBody>
      </p:sp>
      <p:sp>
        <p:nvSpPr>
          <p:cNvPr id="19" name="g5-cab-2"/>
          <p:cNvSpPr/>
          <p:nvPr/>
        </p:nvSpPr>
        <p:spPr>
          <a:xfrm>
            <a:off x="4986406" y="1417320"/>
            <a:ext cx="2036003" cy="685800"/>
          </a:xfrm>
          <a:prstGeom prst="roundRect">
            <a:avLst>
              <a:gd name="adj" fmla="val 13333"/>
            </a:avLst>
          </a:prstGeom>
          <a:solidFill>
            <a:schemeClr val="accent3"/>
          </a:solidFill>
          <a:ln w="12700">
            <a:solidFill>
              <a:schemeClr val="accent3"/>
            </a:solidFill>
            <a:prstDash val="solid"/>
          </a:ln>
        </p:spPr>
      </p:sp>
      <p:sp>
        <p:nvSpPr>
          <p:cNvPr id="20" name="Text 16"/>
          <p:cNvSpPr txBox="1"/>
          <p:nvPr/>
        </p:nvSpPr>
        <p:spPr>
          <a:xfrm>
            <a:off x="4986406"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3</a:t>
            </a:r>
            <a:endParaRPr lang="en-US" sz="2000" dirty="0"/>
          </a:p>
        </p:txBody>
      </p:sp>
      <p:sp>
        <p:nvSpPr>
          <p:cNvPr id="21" name="g5-2"/>
          <p:cNvSpPr/>
          <p:nvPr/>
        </p:nvSpPr>
        <p:spPr>
          <a:xfrm>
            <a:off x="4986406" y="2240280"/>
            <a:ext cx="2036003" cy="3886200"/>
          </a:xfrm>
          <a:prstGeom prst="roundRect">
            <a:avLst>
              <a:gd name="adj" fmla="val 5389"/>
            </a:avLst>
          </a:prstGeom>
          <a:solidFill>
            <a:schemeClr val="bg2"/>
          </a:solidFill>
          <a:ln w="12700">
            <a:solidFill>
              <a:schemeClr val="bg2"/>
            </a:solidFill>
            <a:prstDash val="solid"/>
          </a:ln>
        </p:spPr>
      </p:sp>
      <p:sp>
        <p:nvSpPr>
          <p:cNvPr id="22" name="g5-ik-2-sirkulu"/>
          <p:cNvSpPr/>
          <p:nvPr/>
        </p:nvSpPr>
        <p:spPr>
          <a:xfrm>
            <a:off x="5547208" y="2468880"/>
            <a:ext cx="914400" cy="914400"/>
          </a:xfrm>
          <a:prstGeom prst="ellipse">
            <a:avLst/>
          </a:prstGeom>
          <a:solidFill>
            <a:schemeClr val="accent3"/>
          </a:solidFill>
          <a:ln w="12700">
            <a:solidFill>
              <a:schemeClr val="accent3"/>
            </a:solidFill>
            <a:prstDash val="solid"/>
          </a:ln>
        </p:spPr>
      </p:sp>
      <p:pic>
        <p:nvPicPr>
          <p:cNvPr id="23" name="g5-ik-2-ikone" descr="preencoded.png">    </p:cNvPr>
          <p:cNvPicPr>
            <a:picLocks noChangeAspect="1"/>
          </p:cNvPicPr>
          <p:nvPr/>
        </p:nvPicPr>
        <p:blipFill>
          <a:blip r:embed="rId3"/>
          <a:stretch>
            <a:fillRect/>
          </a:stretch>
        </p:blipFill>
        <p:spPr>
          <a:xfrm>
            <a:off x="5766664" y="2688336"/>
            <a:ext cx="475488" cy="475488"/>
          </a:xfrm>
          <a:prstGeom prst="rect">
            <a:avLst/>
          </a:prstGeom>
        </p:spPr>
      </p:pic>
      <p:sp>
        <p:nvSpPr>
          <p:cNvPr id="24" name="Text 19"/>
          <p:cNvSpPr txBox="1"/>
          <p:nvPr/>
        </p:nvSpPr>
        <p:spPr>
          <a:xfrm>
            <a:off x="5077846"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Dadus RbR: uluk no agora</a:t>
            </a:r>
            <a:endParaRPr lang="en-US" sz="1600" dirty="0"/>
          </a:p>
        </p:txBody>
      </p:sp>
      <p:sp>
        <p:nvSpPr>
          <p:cNvPr id="25" name="Text 20"/>
          <p:cNvSpPr txBox="1"/>
          <p:nvPr/>
        </p:nvSpPr>
        <p:spPr>
          <a:xfrm>
            <a:off x="5169286"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Iha tempu surat, Word no Excel: problema saida mak imi hasoru?</a:t>
            </a:r>
            <a:endParaRPr lang="en-US" sz="1300" dirty="0"/>
          </a:p>
        </p:txBody>
      </p:sp>
      <p:sp>
        <p:nvSpPr>
          <p:cNvPr id="26" name="g5-cab-3"/>
          <p:cNvSpPr/>
          <p:nvPr/>
        </p:nvSpPr>
        <p:spPr>
          <a:xfrm>
            <a:off x="7205289" y="1417320"/>
            <a:ext cx="2036003" cy="685800"/>
          </a:xfrm>
          <a:prstGeom prst="roundRect">
            <a:avLst>
              <a:gd name="adj" fmla="val 13333"/>
            </a:avLst>
          </a:prstGeom>
          <a:solidFill>
            <a:schemeClr val="accent1"/>
          </a:solidFill>
          <a:ln w="12700">
            <a:solidFill>
              <a:schemeClr val="accent1"/>
            </a:solidFill>
            <a:prstDash val="solid"/>
          </a:ln>
        </p:spPr>
      </p:sp>
      <p:sp>
        <p:nvSpPr>
          <p:cNvPr id="27" name="Text 22"/>
          <p:cNvSpPr txBox="1"/>
          <p:nvPr/>
        </p:nvSpPr>
        <p:spPr>
          <a:xfrm>
            <a:off x="7205289"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4</a:t>
            </a:r>
            <a:endParaRPr lang="en-US" sz="2000" dirty="0"/>
          </a:p>
        </p:txBody>
      </p:sp>
      <p:sp>
        <p:nvSpPr>
          <p:cNvPr id="28" name="g5-3"/>
          <p:cNvSpPr/>
          <p:nvPr/>
        </p:nvSpPr>
        <p:spPr>
          <a:xfrm>
            <a:off x="7205289" y="2240280"/>
            <a:ext cx="2036003" cy="3886200"/>
          </a:xfrm>
          <a:prstGeom prst="roundRect">
            <a:avLst>
              <a:gd name="adj" fmla="val 5389"/>
            </a:avLst>
          </a:prstGeom>
          <a:solidFill>
            <a:schemeClr val="bg2"/>
          </a:solidFill>
          <a:ln w="12700">
            <a:solidFill>
              <a:schemeClr val="bg2"/>
            </a:solidFill>
            <a:prstDash val="solid"/>
          </a:ln>
        </p:spPr>
      </p:sp>
      <p:sp>
        <p:nvSpPr>
          <p:cNvPr id="29" name="g5-ik-3-sirkulu"/>
          <p:cNvSpPr/>
          <p:nvPr/>
        </p:nvSpPr>
        <p:spPr>
          <a:xfrm>
            <a:off x="7766091" y="2468880"/>
            <a:ext cx="914400" cy="914400"/>
          </a:xfrm>
          <a:prstGeom prst="ellipse">
            <a:avLst/>
          </a:prstGeom>
          <a:solidFill>
            <a:schemeClr val="accent1"/>
          </a:solidFill>
          <a:ln w="12700">
            <a:solidFill>
              <a:schemeClr val="accent1"/>
            </a:solidFill>
            <a:prstDash val="solid"/>
          </a:ln>
        </p:spPr>
      </p:sp>
      <p:pic>
        <p:nvPicPr>
          <p:cNvPr id="30" name="g5-ik-3-ikone" descr="preencoded.png">    </p:cNvPr>
          <p:cNvPicPr>
            <a:picLocks noChangeAspect="1"/>
          </p:cNvPicPr>
          <p:nvPr/>
        </p:nvPicPr>
        <p:blipFill>
          <a:blip r:embed="rId4"/>
          <a:stretch>
            <a:fillRect/>
          </a:stretch>
        </p:blipFill>
        <p:spPr>
          <a:xfrm>
            <a:off x="7985547" y="2688336"/>
            <a:ext cx="475488" cy="475488"/>
          </a:xfrm>
          <a:prstGeom prst="rect">
            <a:avLst/>
          </a:prstGeom>
        </p:spPr>
      </p:pic>
      <p:sp>
        <p:nvSpPr>
          <p:cNvPr id="31" name="Text 25"/>
          <p:cNvSpPr txBox="1"/>
          <p:nvPr/>
        </p:nvSpPr>
        <p:spPr>
          <a:xfrm>
            <a:off x="7296729"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Dadus ba advokasia</a:t>
            </a:r>
            <a:endParaRPr lang="en-US" sz="1600" dirty="0"/>
          </a:p>
        </p:txBody>
      </p:sp>
      <p:sp>
        <p:nvSpPr>
          <p:cNvPr id="32" name="Text 26"/>
          <p:cNvSpPr txBox="1"/>
          <p:nvPr/>
        </p:nvSpPr>
        <p:spPr>
          <a:xfrm>
            <a:off x="7388169"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Númeru ida-ne'ebé iha Live Dashboard mak importante liu ba advokasia? Tanba sá?</a:t>
            </a:r>
            <a:endParaRPr lang="en-US" sz="1300" dirty="0"/>
          </a:p>
        </p:txBody>
      </p:sp>
      <p:sp>
        <p:nvSpPr>
          <p:cNvPr id="33" name="g5-cab-4"/>
          <p:cNvSpPr/>
          <p:nvPr/>
        </p:nvSpPr>
        <p:spPr>
          <a:xfrm>
            <a:off x="9424172" y="1417320"/>
            <a:ext cx="2036003" cy="685800"/>
          </a:xfrm>
          <a:prstGeom prst="roundRect">
            <a:avLst>
              <a:gd name="adj" fmla="val 13333"/>
            </a:avLst>
          </a:prstGeom>
          <a:solidFill>
            <a:schemeClr val="accent4"/>
          </a:solidFill>
          <a:ln w="12700">
            <a:solidFill>
              <a:schemeClr val="accent4"/>
            </a:solidFill>
            <a:prstDash val="solid"/>
          </a:ln>
        </p:spPr>
      </p:sp>
      <p:sp>
        <p:nvSpPr>
          <p:cNvPr id="34" name="Text 28"/>
          <p:cNvSpPr txBox="1"/>
          <p:nvPr/>
        </p:nvSpPr>
        <p:spPr>
          <a:xfrm>
            <a:off x="9424172"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5</a:t>
            </a:r>
            <a:endParaRPr lang="en-US" sz="2000" dirty="0"/>
          </a:p>
        </p:txBody>
      </p:sp>
      <p:sp>
        <p:nvSpPr>
          <p:cNvPr id="35" name="g5-4"/>
          <p:cNvSpPr/>
          <p:nvPr/>
        </p:nvSpPr>
        <p:spPr>
          <a:xfrm>
            <a:off x="9424172" y="2240280"/>
            <a:ext cx="2036003" cy="3886200"/>
          </a:xfrm>
          <a:prstGeom prst="roundRect">
            <a:avLst>
              <a:gd name="adj" fmla="val 5389"/>
            </a:avLst>
          </a:prstGeom>
          <a:solidFill>
            <a:schemeClr val="bg2"/>
          </a:solidFill>
          <a:ln w="12700">
            <a:solidFill>
              <a:schemeClr val="bg2"/>
            </a:solidFill>
            <a:prstDash val="solid"/>
          </a:ln>
        </p:spPr>
      </p:sp>
      <p:sp>
        <p:nvSpPr>
          <p:cNvPr id="36" name="g5-ik-4-sirkulu"/>
          <p:cNvSpPr/>
          <p:nvPr/>
        </p:nvSpPr>
        <p:spPr>
          <a:xfrm>
            <a:off x="9984974" y="2468880"/>
            <a:ext cx="914400" cy="914400"/>
          </a:xfrm>
          <a:prstGeom prst="ellipse">
            <a:avLst/>
          </a:prstGeom>
          <a:solidFill>
            <a:schemeClr val="accent4"/>
          </a:solidFill>
          <a:ln w="12700">
            <a:solidFill>
              <a:schemeClr val="accent4"/>
            </a:solidFill>
            <a:prstDash val="solid"/>
          </a:ln>
        </p:spPr>
      </p:sp>
      <p:pic>
        <p:nvPicPr>
          <p:cNvPr id="37" name="g5-ik-4-ikone" descr="preencoded.png">    </p:cNvPr>
          <p:cNvPicPr>
            <a:picLocks noChangeAspect="1"/>
          </p:cNvPicPr>
          <p:nvPr/>
        </p:nvPicPr>
        <p:blipFill>
          <a:blip r:embed="rId5"/>
          <a:stretch>
            <a:fillRect/>
          </a:stretch>
        </p:blipFill>
        <p:spPr>
          <a:xfrm>
            <a:off x="10204430" y="2688336"/>
            <a:ext cx="475488" cy="475488"/>
          </a:xfrm>
          <a:prstGeom prst="rect">
            <a:avLst/>
          </a:prstGeom>
        </p:spPr>
      </p:pic>
      <p:sp>
        <p:nvSpPr>
          <p:cNvPr id="38" name="Text 31"/>
          <p:cNvSpPr txBox="1"/>
          <p:nvPr/>
        </p:nvSpPr>
        <p:spPr>
          <a:xfrm>
            <a:off x="9515612"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Futuru no AI</a:t>
            </a:r>
            <a:endParaRPr lang="en-US" sz="1600" dirty="0"/>
          </a:p>
        </p:txBody>
      </p:sp>
      <p:sp>
        <p:nvSpPr>
          <p:cNvPr id="39" name="Text 32"/>
          <p:cNvSpPr txBox="1"/>
          <p:nvPr/>
        </p:nvSpPr>
        <p:spPr>
          <a:xfrm>
            <a:off x="9607052"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Se RbR iha ajente AI, servisu ida-ne'ebé imi hakarak AI ajuda?</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1: Saida mak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11:49</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6"/>
          </a:solidFill>
          <a:ln w="12700">
            <a:solidFill>
              <a:schemeClr val="accent6"/>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1</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Saida mak Python?</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6"/>
          </a:solidFill>
          <a:ln w="12700">
            <a:solidFill>
              <a:schemeClr val="accent6"/>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Esplika Python ba ita-nia família ho fraze ida de'it. Saida mak imi sei dehan?</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6"/>
          </a:solidFill>
          <a:ln w="12700">
            <a:solidFill>
              <a:schemeClr val="accent6"/>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145536"/>
            <a:ext cx="3291840" cy="1234440"/>
          </a:xfrm>
          <a:prstGeom prst="rect">
            <a:avLst/>
          </a:prstGeom>
          <a:noFill/>
          <a:ln/>
        </p:spPr>
        <p:txBody>
          <a:bodyPr wrap="square" lIns="0" tIns="0" rIns="0" bIns="0" rtlCol="0" anchor="ctr"/>
          <a:lstStyle/>
          <a:p>
            <a:pPr indent="0" marL="0">
              <a:buNone/>
            </a:pPr>
            <a:r>
              <a:rPr lang="en-US" sz="1700" b="1" dirty="0">
                <a:solidFill>
                  <a:schemeClr val="tx2"/>
                </a:solidFill>
              </a:rPr>
              <a:t>Kódigu ida-ne'e halo saida?</a:t>
            </a:r>
            <a:endParaRPr lang="en-US" sz="1700" dirty="0"/>
          </a:p>
        </p:txBody>
      </p:sp>
      <p:sp>
        <p:nvSpPr>
          <p:cNvPr id="18" name="gr-k-1"/>
          <p:cNvSpPr/>
          <p:nvPr/>
        </p:nvSpPr>
        <p:spPr>
          <a:xfrm>
            <a:off x="7589520" y="3172968"/>
            <a:ext cx="3824935" cy="1188720"/>
          </a:xfrm>
          <a:prstGeom prst="roundRect">
            <a:avLst>
              <a:gd name="adj" fmla="val 7692"/>
            </a:avLst>
          </a:prstGeom>
          <a:solidFill>
            <a:schemeClr val="tx1"/>
          </a:solidFill>
          <a:ln w="12700">
            <a:solidFill>
              <a:schemeClr val="tx1"/>
            </a:solidFill>
            <a:prstDash val="solid"/>
          </a:ln>
        </p:spPr>
      </p:sp>
      <p:sp>
        <p:nvSpPr>
          <p:cNvPr id="19" name="gr-k-1-t"/>
          <p:cNvSpPr txBox="1"/>
          <p:nvPr/>
        </p:nvSpPr>
        <p:spPr>
          <a:xfrm>
            <a:off x="7863840" y="3401568"/>
            <a:ext cx="3276295" cy="7315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if 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print("Kazu urjente!")</a:t>
            </a:r>
            <a:endParaRPr lang="en-US" sz="1400" dirty="0"/>
          </a:p>
        </p:txBody>
      </p:sp>
      <p:sp>
        <p:nvSpPr>
          <p:cNvPr id="20"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21" name="gr-n-2"/>
          <p:cNvSpPr/>
          <p:nvPr/>
        </p:nvSpPr>
        <p:spPr>
          <a:xfrm>
            <a:off x="3383280" y="5065776"/>
            <a:ext cx="640080" cy="640080"/>
          </a:xfrm>
          <a:prstGeom prst="ellipse">
            <a:avLst/>
          </a:prstGeom>
          <a:solidFill>
            <a:schemeClr val="accent6"/>
          </a:solidFill>
          <a:ln w="12700">
            <a:solidFill>
              <a:schemeClr val="accent6"/>
            </a:solidFill>
            <a:prstDash val="solid"/>
          </a:ln>
        </p:spPr>
      </p:sp>
      <p:sp>
        <p:nvSpPr>
          <p:cNvPr id="22"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3" name="Text 20"/>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Servisu ida iha RbR ne'ebé imi halo fali beibeik ho liman. Python bele ajuda oinsá?</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2: Istória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11:50</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5"/>
          </a:solidFill>
          <a:ln w="12700">
            <a:solidFill>
              <a:schemeClr val="accent5"/>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2</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Istória Python</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5"/>
          </a:solidFill>
          <a:ln w="12700">
            <a:solidFill>
              <a:schemeClr val="accent5"/>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Tanba sá naran "Python"? Imi hanoin naran ne'e di'ak ka lae?</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5"/>
          </a:solidFill>
          <a:ln w="12700">
            <a:solidFill>
              <a:schemeClr val="accent5"/>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Guido hahú Python iha feriadu Natál hanesan projetu ki'ik. Lisaun saida ba ita?</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5"/>
          </a:solidFill>
          <a:ln w="12700">
            <a:solidFill>
              <a:schemeClr val="accent5"/>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Python gratuitu no komunidade mundu mak kuida. Tanba sá ida-ne'e importante ba RbR?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3: Dadus RbR: uluk no agora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11:51</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3"/>
          </a:solidFill>
          <a:ln w="12700">
            <a:solidFill>
              <a:schemeClr val="accent3"/>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3</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Dadus RbR: uluk no agora</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3"/>
          </a:solidFill>
          <a:ln w="12700">
            <a:solidFill>
              <a:schemeClr val="accent3"/>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Iha tempu surat, Word no Excel: problema saida mak imi hasoru?</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3"/>
          </a:solidFill>
          <a:ln w="12700">
            <a:solidFill>
              <a:schemeClr val="accent3"/>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Saida mak muda iha imi-nia servisu ho SIBAR-RbR? Buat ida di'ak no buat ida susar.</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3"/>
          </a:solidFill>
          <a:ln w="12700">
            <a:solidFill>
              <a:schemeClr val="accent3"/>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 kazu eviksaun ida rejista dala rua, saida mak bele akontese ba relatóriu no advokasia?</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4: Dadus ba advokasia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11:52</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1"/>
          </a:solidFill>
          <a:ln w="12700">
            <a:solidFill>
              <a:schemeClr val="accent1"/>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4</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Dadus ba advokasia</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1"/>
          </a:solidFill>
          <a:ln w="12700">
            <a:solidFill>
              <a:schemeClr val="accent1"/>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Númeru ida-ne'ebé iha Live Dashboard mak importante liu ba advokasia? Tanba sá?</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1"/>
          </a:solidFill>
          <a:ln w="12700">
            <a:solidFill>
              <a:schemeClr val="accent1"/>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 imi bele husu Python atu konta buat ida, saida mak imi hakarak hatene?</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1"/>
          </a:solidFill>
          <a:ln w="12700">
            <a:solidFill>
              <a:schemeClr val="accent1"/>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Oinsá dadus kazu eviksaun bele ajuda komunidade afetadu duni?</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5: Futuru no AI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11:53</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4"/>
          </a:solidFill>
          <a:ln w="12700">
            <a:solidFill>
              <a:schemeClr val="accent4"/>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5</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Futuru no AI</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4"/>
          </a:solidFill>
          <a:ln w="12700">
            <a:solidFill>
              <a:schemeClr val="accent4"/>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 RbR iha ajente AI, servisu ida-ne'ebé imi hakarak AI ajuda?</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4"/>
          </a:solidFill>
          <a:ln w="12700">
            <a:solidFill>
              <a:schemeClr val="accent4"/>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Servisu saida mak AI LABELE halo no tenke ema mak halo?</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4"/>
          </a:solidFill>
          <a:ln w="12700">
            <a:solidFill>
              <a:schemeClr val="accent4"/>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Dadus komunidade sensível: regra saida mak tenke iha bainhira uza AI?</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Perguntas ne'ebé ema husu beibeik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11:55</a:t>
            </a:r>
            <a:endParaRPr lang="en-US" sz="1200" dirty="0"/>
          </a:p>
        </p:txBody>
      </p:sp>
      <p:sp>
        <p:nvSpPr>
          <p:cNvPr id="5" name="q-0"/>
          <p:cNvSpPr/>
          <p:nvPr/>
        </p:nvSpPr>
        <p:spPr>
          <a:xfrm>
            <a:off x="548640" y="1417320"/>
            <a:ext cx="5410048" cy="1417320"/>
          </a:xfrm>
          <a:prstGeom prst="roundRect">
            <a:avLst>
              <a:gd name="adj" fmla="val 7742"/>
            </a:avLst>
          </a:prstGeom>
          <a:solidFill>
            <a:schemeClr val="bg2"/>
          </a:solidFill>
          <a:ln w="12700">
            <a:solidFill>
              <a:schemeClr val="bg2"/>
            </a:solidFill>
            <a:prstDash val="solid"/>
          </a:ln>
        </p:spPr>
      </p:sp>
      <p:sp>
        <p:nvSpPr>
          <p:cNvPr id="6" name="q-n-0"/>
          <p:cNvSpPr/>
          <p:nvPr/>
        </p:nvSpPr>
        <p:spPr>
          <a:xfrm>
            <a:off x="777240" y="1801368"/>
            <a:ext cx="640080" cy="640080"/>
          </a:xfrm>
          <a:prstGeom prst="ellipse">
            <a:avLst/>
          </a:prstGeom>
          <a:solidFill>
            <a:schemeClr val="accent1"/>
          </a:solidFill>
          <a:ln w="12700">
            <a:solidFill>
              <a:schemeClr val="accent1"/>
            </a:solidFill>
            <a:prstDash val="solid"/>
          </a:ln>
        </p:spPr>
      </p:sp>
      <p:sp>
        <p:nvSpPr>
          <p:cNvPr id="7" name="q-n-0-n"/>
          <p:cNvSpPr txBox="1"/>
          <p:nvPr/>
        </p:nvSpPr>
        <p:spPr>
          <a:xfrm>
            <a:off x="777240"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8" name="Text 6"/>
          <p:cNvSpPr txBox="1"/>
          <p:nvPr/>
        </p:nvSpPr>
        <p:spPr>
          <a:xfrm>
            <a:off x="1600200"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la'ós ema IT. Bele aprende?</a:t>
            </a:r>
            <a:endParaRPr lang="en-US" sz="1600" dirty="0"/>
          </a:p>
        </p:txBody>
      </p:sp>
      <p:sp>
        <p:nvSpPr>
          <p:cNvPr id="9" name="Text 7"/>
          <p:cNvSpPr txBox="1"/>
          <p:nvPr/>
        </p:nvSpPr>
        <p:spPr>
          <a:xfrm>
            <a:off x="1600200"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Sin. Python lian dahuluk ba ema hahú; presiza minutu 15 loron-loron.</a:t>
            </a:r>
            <a:endParaRPr lang="en-US" sz="1400" dirty="0"/>
          </a:p>
        </p:txBody>
      </p:sp>
      <p:sp>
        <p:nvSpPr>
          <p:cNvPr id="10" name="q-1"/>
          <p:cNvSpPr/>
          <p:nvPr/>
        </p:nvSpPr>
        <p:spPr>
          <a:xfrm>
            <a:off x="6233008" y="1417320"/>
            <a:ext cx="5410048" cy="1417320"/>
          </a:xfrm>
          <a:prstGeom prst="roundRect">
            <a:avLst>
              <a:gd name="adj" fmla="val 7742"/>
            </a:avLst>
          </a:prstGeom>
          <a:solidFill>
            <a:schemeClr val="bg2"/>
          </a:solidFill>
          <a:ln w="12700">
            <a:solidFill>
              <a:schemeClr val="bg2"/>
            </a:solidFill>
            <a:prstDash val="solid"/>
          </a:ln>
        </p:spPr>
      </p:sp>
      <p:sp>
        <p:nvSpPr>
          <p:cNvPr id="11" name="q-n-1"/>
          <p:cNvSpPr/>
          <p:nvPr/>
        </p:nvSpPr>
        <p:spPr>
          <a:xfrm>
            <a:off x="6461608" y="1801368"/>
            <a:ext cx="640080" cy="640080"/>
          </a:xfrm>
          <a:prstGeom prst="ellipse">
            <a:avLst/>
          </a:prstGeom>
          <a:solidFill>
            <a:schemeClr val="accent5"/>
          </a:solidFill>
          <a:ln w="12700">
            <a:solidFill>
              <a:schemeClr val="accent5"/>
            </a:solidFill>
            <a:prstDash val="solid"/>
          </a:ln>
        </p:spPr>
      </p:sp>
      <p:sp>
        <p:nvSpPr>
          <p:cNvPr id="12" name="q-n-1-n"/>
          <p:cNvSpPr txBox="1"/>
          <p:nvPr/>
        </p:nvSpPr>
        <p:spPr>
          <a:xfrm>
            <a:off x="6461608"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3" name="Text 11"/>
          <p:cNvSpPr txBox="1"/>
          <p:nvPr/>
        </p:nvSpPr>
        <p:spPr>
          <a:xfrm>
            <a:off x="7284568"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presiza matenek matemátika?</a:t>
            </a:r>
            <a:endParaRPr lang="en-US" sz="1600" dirty="0"/>
          </a:p>
        </p:txBody>
      </p:sp>
      <p:sp>
        <p:nvSpPr>
          <p:cNvPr id="14" name="Text 12"/>
          <p:cNvSpPr txBox="1"/>
          <p:nvPr/>
        </p:nvSpPr>
        <p:spPr>
          <a:xfrm>
            <a:off x="7284568"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Lae. Ba dadus kazu presiza lójika simples: soma, konta, kompara.</a:t>
            </a:r>
            <a:endParaRPr lang="en-US" sz="1400" dirty="0"/>
          </a:p>
        </p:txBody>
      </p:sp>
      <p:sp>
        <p:nvSpPr>
          <p:cNvPr id="15" name="q-2"/>
          <p:cNvSpPr/>
          <p:nvPr/>
        </p:nvSpPr>
        <p:spPr>
          <a:xfrm>
            <a:off x="548640" y="2990088"/>
            <a:ext cx="5410048" cy="1417320"/>
          </a:xfrm>
          <a:prstGeom prst="roundRect">
            <a:avLst>
              <a:gd name="adj" fmla="val 7742"/>
            </a:avLst>
          </a:prstGeom>
          <a:solidFill>
            <a:schemeClr val="bg2"/>
          </a:solidFill>
          <a:ln w="12700">
            <a:solidFill>
              <a:schemeClr val="bg2"/>
            </a:solidFill>
            <a:prstDash val="solid"/>
          </a:ln>
        </p:spPr>
      </p:sp>
      <p:sp>
        <p:nvSpPr>
          <p:cNvPr id="16" name="q-n-2"/>
          <p:cNvSpPr/>
          <p:nvPr/>
        </p:nvSpPr>
        <p:spPr>
          <a:xfrm>
            <a:off x="777240" y="3374136"/>
            <a:ext cx="640080" cy="640080"/>
          </a:xfrm>
          <a:prstGeom prst="ellipse">
            <a:avLst/>
          </a:prstGeom>
          <a:solidFill>
            <a:schemeClr val="accent3"/>
          </a:solidFill>
          <a:ln w="12700">
            <a:solidFill>
              <a:schemeClr val="accent3"/>
            </a:solidFill>
            <a:prstDash val="solid"/>
          </a:ln>
        </p:spPr>
      </p:sp>
      <p:sp>
        <p:nvSpPr>
          <p:cNvPr id="17" name="q-n-2-n"/>
          <p:cNvSpPr txBox="1"/>
          <p:nvPr/>
        </p:nvSpPr>
        <p:spPr>
          <a:xfrm>
            <a:off x="777240"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8" name="Text 16"/>
          <p:cNvSpPr txBox="1"/>
          <p:nvPr/>
        </p:nvSpPr>
        <p:spPr>
          <a:xfrm>
            <a:off x="1600200"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Python troka Excel?</a:t>
            </a:r>
            <a:endParaRPr lang="en-US" sz="1600" dirty="0"/>
          </a:p>
        </p:txBody>
      </p:sp>
      <p:sp>
        <p:nvSpPr>
          <p:cNvPr id="19" name="Text 17"/>
          <p:cNvSpPr txBox="1"/>
          <p:nvPr/>
        </p:nvSpPr>
        <p:spPr>
          <a:xfrm>
            <a:off x="1600200"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Excel nafatin di'ak ba tabela ki'ik; Python ajuda dadus barak no servisu repete.</a:t>
            </a:r>
            <a:endParaRPr lang="en-US" sz="1400" dirty="0"/>
          </a:p>
        </p:txBody>
      </p:sp>
      <p:sp>
        <p:nvSpPr>
          <p:cNvPr id="20" name="q-3"/>
          <p:cNvSpPr/>
          <p:nvPr/>
        </p:nvSpPr>
        <p:spPr>
          <a:xfrm>
            <a:off x="6233008" y="2990088"/>
            <a:ext cx="5410048" cy="1417320"/>
          </a:xfrm>
          <a:prstGeom prst="roundRect">
            <a:avLst>
              <a:gd name="adj" fmla="val 7742"/>
            </a:avLst>
          </a:prstGeom>
          <a:solidFill>
            <a:schemeClr val="bg2"/>
          </a:solidFill>
          <a:ln w="12700">
            <a:solidFill>
              <a:schemeClr val="bg2"/>
            </a:solidFill>
            <a:prstDash val="solid"/>
          </a:ln>
        </p:spPr>
      </p:sp>
      <p:sp>
        <p:nvSpPr>
          <p:cNvPr id="21" name="q-n-3"/>
          <p:cNvSpPr/>
          <p:nvPr/>
        </p:nvSpPr>
        <p:spPr>
          <a:xfrm>
            <a:off x="6461608" y="3374136"/>
            <a:ext cx="640080" cy="640080"/>
          </a:xfrm>
          <a:prstGeom prst="ellipse">
            <a:avLst/>
          </a:prstGeom>
          <a:solidFill>
            <a:schemeClr val="accent1"/>
          </a:solidFill>
          <a:ln w="12700">
            <a:solidFill>
              <a:schemeClr val="accent1"/>
            </a:solidFill>
            <a:prstDash val="solid"/>
          </a:ln>
        </p:spPr>
      </p:sp>
      <p:sp>
        <p:nvSpPr>
          <p:cNvPr id="22" name="q-n-3-n"/>
          <p:cNvSpPr txBox="1"/>
          <p:nvPr/>
        </p:nvSpPr>
        <p:spPr>
          <a:xfrm>
            <a:off x="6461608"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3" name="Text 21"/>
          <p:cNvSpPr txBox="1"/>
          <p:nvPr/>
        </p:nvSpPr>
        <p:spPr>
          <a:xfrm>
            <a:off x="7284568"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AI sei troka ita-nia servisu?</a:t>
            </a:r>
            <a:endParaRPr lang="en-US" sz="1600" dirty="0"/>
          </a:p>
        </p:txBody>
      </p:sp>
      <p:sp>
        <p:nvSpPr>
          <p:cNvPr id="24" name="Text 22"/>
          <p:cNvSpPr txBox="1"/>
          <p:nvPr/>
        </p:nvSpPr>
        <p:spPr>
          <a:xfrm>
            <a:off x="7284568"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AI ajuda servisu lalais; staf mak hatene komunidade no foti desizaun.</a:t>
            </a:r>
            <a:endParaRPr lang="en-US" sz="1400" dirty="0"/>
          </a:p>
        </p:txBody>
      </p:sp>
      <p:sp>
        <p:nvSpPr>
          <p:cNvPr id="25" name="q-4"/>
          <p:cNvSpPr/>
          <p:nvPr/>
        </p:nvSpPr>
        <p:spPr>
          <a:xfrm>
            <a:off x="548640" y="4562856"/>
            <a:ext cx="5410048" cy="1417320"/>
          </a:xfrm>
          <a:prstGeom prst="roundRect">
            <a:avLst>
              <a:gd name="adj" fmla="val 7742"/>
            </a:avLst>
          </a:prstGeom>
          <a:solidFill>
            <a:schemeClr val="bg2"/>
          </a:solidFill>
          <a:ln w="12700">
            <a:solidFill>
              <a:schemeClr val="bg2"/>
            </a:solidFill>
            <a:prstDash val="solid"/>
          </a:ln>
        </p:spPr>
      </p:sp>
      <p:sp>
        <p:nvSpPr>
          <p:cNvPr id="26" name="q-n-4"/>
          <p:cNvSpPr/>
          <p:nvPr/>
        </p:nvSpPr>
        <p:spPr>
          <a:xfrm>
            <a:off x="777240" y="4946904"/>
            <a:ext cx="640080" cy="640080"/>
          </a:xfrm>
          <a:prstGeom prst="ellipse">
            <a:avLst/>
          </a:prstGeom>
          <a:solidFill>
            <a:schemeClr val="accent5"/>
          </a:solidFill>
          <a:ln w="12700">
            <a:solidFill>
              <a:schemeClr val="accent5"/>
            </a:solidFill>
            <a:prstDash val="solid"/>
          </a:ln>
        </p:spPr>
      </p:sp>
      <p:sp>
        <p:nvSpPr>
          <p:cNvPr id="27" name="q-n-4-n"/>
          <p:cNvSpPr txBox="1"/>
          <p:nvPr/>
        </p:nvSpPr>
        <p:spPr>
          <a:xfrm>
            <a:off x="777240"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8" name="Text 26"/>
          <p:cNvSpPr txBox="1"/>
          <p:nvPr/>
        </p:nvSpPr>
        <p:spPr>
          <a:xfrm>
            <a:off x="1600200"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Dadus kazu eviksaun seguru?</a:t>
            </a:r>
            <a:endParaRPr lang="en-US" sz="1600" dirty="0"/>
          </a:p>
        </p:txBody>
      </p:sp>
      <p:sp>
        <p:nvSpPr>
          <p:cNvPr id="29" name="Text 27"/>
          <p:cNvSpPr txBox="1"/>
          <p:nvPr/>
        </p:nvSpPr>
        <p:spPr>
          <a:xfrm>
            <a:off x="1600200"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Sin: asesu tuir papél, password, PIN, enkriptasaun iha HP no log asesu.</a:t>
            </a:r>
            <a:endParaRPr lang="en-US" sz="1400" dirty="0"/>
          </a:p>
        </p:txBody>
      </p:sp>
      <p:sp>
        <p:nvSpPr>
          <p:cNvPr id="30" name="q-5"/>
          <p:cNvSpPr/>
          <p:nvPr/>
        </p:nvSpPr>
        <p:spPr>
          <a:xfrm>
            <a:off x="6233008" y="4562856"/>
            <a:ext cx="5410048" cy="1417320"/>
          </a:xfrm>
          <a:prstGeom prst="roundRect">
            <a:avLst>
              <a:gd name="adj" fmla="val 7742"/>
            </a:avLst>
          </a:prstGeom>
          <a:solidFill>
            <a:schemeClr val="bg2"/>
          </a:solidFill>
          <a:ln w="12700">
            <a:solidFill>
              <a:schemeClr val="bg2"/>
            </a:solidFill>
            <a:prstDash val="solid"/>
          </a:ln>
        </p:spPr>
      </p:sp>
      <p:sp>
        <p:nvSpPr>
          <p:cNvPr id="31" name="q-n-5"/>
          <p:cNvSpPr/>
          <p:nvPr/>
        </p:nvSpPr>
        <p:spPr>
          <a:xfrm>
            <a:off x="6461608" y="4946904"/>
            <a:ext cx="640080" cy="640080"/>
          </a:xfrm>
          <a:prstGeom prst="ellipse">
            <a:avLst/>
          </a:prstGeom>
          <a:solidFill>
            <a:schemeClr val="accent3"/>
          </a:solidFill>
          <a:ln w="12700">
            <a:solidFill>
              <a:schemeClr val="accent3"/>
            </a:solidFill>
            <a:prstDash val="solid"/>
          </a:ln>
        </p:spPr>
      </p:sp>
      <p:sp>
        <p:nvSpPr>
          <p:cNvPr id="32" name="q-n-5-n"/>
          <p:cNvSpPr txBox="1"/>
          <p:nvPr/>
        </p:nvSpPr>
        <p:spPr>
          <a:xfrm>
            <a:off x="6461608"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33" name="Text 31"/>
          <p:cNvSpPr txBox="1"/>
          <p:nvPr/>
        </p:nvSpPr>
        <p:spPr>
          <a:xfrm>
            <a:off x="7284568"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bele aprende iha ne'ebé?</a:t>
            </a:r>
            <a:endParaRPr lang="en-US" sz="1600" dirty="0"/>
          </a:p>
        </p:txBody>
      </p:sp>
      <p:sp>
        <p:nvSpPr>
          <p:cNvPr id="34" name="Text 32"/>
          <p:cNvSpPr txBox="1"/>
          <p:nvPr/>
        </p:nvSpPr>
        <p:spPr>
          <a:xfrm>
            <a:off x="7284568"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w3schools.com/python, Google Colab, no modulu Python RbR (Word/PDF).</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Perguntas?</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Obrigadu barak ba partisipasaun!</a:t>
            </a:r>
            <a:endParaRPr lang="en-US" sz="2000" dirty="0"/>
          </a:p>
          <a:p>
            <a:pPr indent="0" marL="0">
              <a:buNone/>
            </a:pPr>
            <a:r>
              <a:rPr lang="en-US" sz="2000" b="1" dirty="0">
                <a:solidFill>
                  <a:schemeClr val="accent2"/>
                </a:solidFill>
              </a:rPr>
              <a:t>Python: lian ne'ebé harii SIBAR-RbR</a:t>
            </a:r>
            <a:endParaRPr lang="en-US" sz="2000" dirty="0"/>
          </a:p>
        </p:txBody>
      </p:sp>
      <p:sp>
        <p:nvSpPr>
          <p:cNvPr id="4" name="rec-0-sirkulu"/>
          <p:cNvSpPr/>
          <p:nvPr/>
        </p:nvSpPr>
        <p:spPr>
          <a:xfrm>
            <a:off x="7955280" y="1371600"/>
            <a:ext cx="868680" cy="868680"/>
          </a:xfrm>
          <a:prstGeom prst="ellipse">
            <a:avLst/>
          </a:prstGeom>
          <a:solidFill>
            <a:schemeClr val="accent1"/>
          </a:solidFill>
          <a:ln w="12700">
            <a:solidFill>
              <a:schemeClr val="accent1"/>
            </a:solidFill>
            <a:prstDash val="solid"/>
          </a:ln>
        </p:spPr>
      </p:sp>
      <p:pic>
        <p:nvPicPr>
          <p:cNvPr id="5" name="rec-0-ikone" descr="preencoded.png">    </p:cNvPr>
          <p:cNvPicPr>
            <a:picLocks noChangeAspect="1"/>
          </p:cNvPicPr>
          <p:nvPr/>
        </p:nvPicPr>
        <p:blipFill>
          <a:blip r:embed="rId1"/>
          <a:stretch>
            <a:fillRect/>
          </a:stretch>
        </p:blipFill>
        <p:spPr>
          <a:xfrm>
            <a:off x="8163763" y="1580083"/>
            <a:ext cx="451714" cy="451714"/>
          </a:xfrm>
          <a:prstGeom prst="rect">
            <a:avLst/>
          </a:prstGeom>
        </p:spPr>
      </p:pic>
      <p:sp>
        <p:nvSpPr>
          <p:cNvPr id="6" name="Text 3"/>
          <p:cNvSpPr txBox="1"/>
          <p:nvPr/>
        </p:nvSpPr>
        <p:spPr>
          <a:xfrm>
            <a:off x="8961120" y="1444752"/>
            <a:ext cx="3017520" cy="365760"/>
          </a:xfrm>
          <a:prstGeom prst="rect">
            <a:avLst/>
          </a:prstGeom>
          <a:noFill/>
          <a:ln/>
        </p:spPr>
        <p:txBody>
          <a:bodyPr wrap="square" lIns="0" tIns="0" rIns="0" bIns="0" rtlCol="0" anchor="t"/>
          <a:lstStyle/>
          <a:p>
            <a:pPr indent="0" marL="0">
              <a:buNone/>
            </a:pPr>
            <a:r>
              <a:rPr lang="en-US" sz="1400" b="1" dirty="0">
                <a:solidFill>
                  <a:schemeClr val="bg1"/>
                </a:solidFill>
              </a:rPr>
              <a:t>w3schools.com/python</a:t>
            </a:r>
            <a:endParaRPr lang="en-US" sz="1400" dirty="0"/>
          </a:p>
        </p:txBody>
      </p:sp>
      <p:sp>
        <p:nvSpPr>
          <p:cNvPr id="7" name="Text 4"/>
          <p:cNvSpPr txBox="1"/>
          <p:nvPr/>
        </p:nvSpPr>
        <p:spPr>
          <a:xfrm>
            <a:off x="8961120" y="1847088"/>
            <a:ext cx="3017520" cy="365760"/>
          </a:xfrm>
          <a:prstGeom prst="rect">
            <a:avLst/>
          </a:prstGeom>
          <a:noFill/>
          <a:ln/>
        </p:spPr>
        <p:txBody>
          <a:bodyPr wrap="square" lIns="0" tIns="0" rIns="0" bIns="0" rtlCol="0" anchor="t"/>
          <a:lstStyle/>
          <a:p>
            <a:pPr indent="0" marL="0">
              <a:buNone/>
            </a:pPr>
            <a:r>
              <a:rPr lang="en-US" sz="1300" dirty="0">
                <a:solidFill>
                  <a:schemeClr val="bg2"/>
                </a:solidFill>
              </a:rPr>
              <a:t>Aprende baze, gratuitu</a:t>
            </a:r>
            <a:endParaRPr lang="en-US" sz="1300" dirty="0"/>
          </a:p>
        </p:txBody>
      </p:sp>
      <p:sp>
        <p:nvSpPr>
          <p:cNvPr id="8" name="rec-1-sirkulu"/>
          <p:cNvSpPr/>
          <p:nvPr/>
        </p:nvSpPr>
        <p:spPr>
          <a:xfrm>
            <a:off x="7955280" y="2834640"/>
            <a:ext cx="868680" cy="868680"/>
          </a:xfrm>
          <a:prstGeom prst="ellipse">
            <a:avLst/>
          </a:prstGeom>
          <a:solidFill>
            <a:schemeClr val="accent3"/>
          </a:solidFill>
          <a:ln w="12700">
            <a:solidFill>
              <a:schemeClr val="accent3"/>
            </a:solidFill>
            <a:prstDash val="solid"/>
          </a:ln>
        </p:spPr>
      </p:sp>
      <p:pic>
        <p:nvPicPr>
          <p:cNvPr id="9" name="rec-1-ikone" descr="preencoded.png">    </p:cNvPr>
          <p:cNvPicPr>
            <a:picLocks noChangeAspect="1"/>
          </p:cNvPicPr>
          <p:nvPr/>
        </p:nvPicPr>
        <p:blipFill>
          <a:blip r:embed="rId2"/>
          <a:stretch>
            <a:fillRect/>
          </a:stretch>
        </p:blipFill>
        <p:spPr>
          <a:xfrm>
            <a:off x="8163763" y="3043123"/>
            <a:ext cx="451714" cy="451714"/>
          </a:xfrm>
          <a:prstGeom prst="rect">
            <a:avLst/>
          </a:prstGeom>
        </p:spPr>
      </p:pic>
      <p:sp>
        <p:nvSpPr>
          <p:cNvPr id="10" name="Text 6"/>
          <p:cNvSpPr txBox="1"/>
          <p:nvPr/>
        </p:nvSpPr>
        <p:spPr>
          <a:xfrm>
            <a:off x="8961120" y="2907792"/>
            <a:ext cx="3017520" cy="365760"/>
          </a:xfrm>
          <a:prstGeom prst="rect">
            <a:avLst/>
          </a:prstGeom>
          <a:noFill/>
          <a:ln/>
        </p:spPr>
        <p:txBody>
          <a:bodyPr wrap="square" lIns="0" tIns="0" rIns="0" bIns="0" rtlCol="0" anchor="t"/>
          <a:lstStyle/>
          <a:p>
            <a:pPr indent="0" marL="0">
              <a:buNone/>
            </a:pPr>
            <a:r>
              <a:rPr lang="en-US" sz="1400" b="1" dirty="0">
                <a:solidFill>
                  <a:schemeClr val="bg1"/>
                </a:solidFill>
              </a:rPr>
              <a:t>colab.research.google.com</a:t>
            </a:r>
            <a:endParaRPr lang="en-US" sz="1400" dirty="0"/>
          </a:p>
        </p:txBody>
      </p:sp>
      <p:sp>
        <p:nvSpPr>
          <p:cNvPr id="11" name="Text 7"/>
          <p:cNvSpPr txBox="1"/>
          <p:nvPr/>
        </p:nvSpPr>
        <p:spPr>
          <a:xfrm>
            <a:off x="8961120" y="3310128"/>
            <a:ext cx="3017520" cy="365760"/>
          </a:xfrm>
          <a:prstGeom prst="rect">
            <a:avLst/>
          </a:prstGeom>
          <a:noFill/>
          <a:ln/>
        </p:spPr>
        <p:txBody>
          <a:bodyPr wrap="square" lIns="0" tIns="0" rIns="0" bIns="0" rtlCol="0" anchor="t"/>
          <a:lstStyle/>
          <a:p>
            <a:pPr indent="0" marL="0">
              <a:buNone/>
            </a:pPr>
            <a:r>
              <a:rPr lang="en-US" sz="1300" dirty="0">
                <a:solidFill>
                  <a:schemeClr val="bg2"/>
                </a:solidFill>
              </a:rPr>
              <a:t>Koko Python iha browser</a:t>
            </a:r>
            <a:endParaRPr lang="en-US" sz="1300" dirty="0"/>
          </a:p>
        </p:txBody>
      </p:sp>
      <p:sp>
        <p:nvSpPr>
          <p:cNvPr id="12" name="rec-2-sirkulu"/>
          <p:cNvSpPr/>
          <p:nvPr/>
        </p:nvSpPr>
        <p:spPr>
          <a:xfrm>
            <a:off x="7955280" y="4297680"/>
            <a:ext cx="868680" cy="868680"/>
          </a:xfrm>
          <a:prstGeom prst="ellipse">
            <a:avLst/>
          </a:prstGeom>
          <a:solidFill>
            <a:schemeClr val="accent5"/>
          </a:solidFill>
          <a:ln w="12700">
            <a:solidFill>
              <a:schemeClr val="accent5"/>
            </a:solidFill>
            <a:prstDash val="solid"/>
          </a:ln>
        </p:spPr>
      </p:sp>
      <p:pic>
        <p:nvPicPr>
          <p:cNvPr id="13" name="rec-2-ikone" descr="preencoded.png">    </p:cNvPr>
          <p:cNvPicPr>
            <a:picLocks noChangeAspect="1"/>
          </p:cNvPicPr>
          <p:nvPr/>
        </p:nvPicPr>
        <p:blipFill>
          <a:blip r:embed="rId3"/>
          <a:stretch>
            <a:fillRect/>
          </a:stretch>
        </p:blipFill>
        <p:spPr>
          <a:xfrm>
            <a:off x="8163763" y="4506163"/>
            <a:ext cx="451714" cy="451714"/>
          </a:xfrm>
          <a:prstGeom prst="rect">
            <a:avLst/>
          </a:prstGeom>
        </p:spPr>
      </p:pic>
      <p:sp>
        <p:nvSpPr>
          <p:cNvPr id="14" name="Text 9"/>
          <p:cNvSpPr txBox="1"/>
          <p:nvPr/>
        </p:nvSpPr>
        <p:spPr>
          <a:xfrm>
            <a:off x="8961120" y="4370832"/>
            <a:ext cx="3017520" cy="365760"/>
          </a:xfrm>
          <a:prstGeom prst="rect">
            <a:avLst/>
          </a:prstGeom>
          <a:noFill/>
          <a:ln/>
        </p:spPr>
        <p:txBody>
          <a:bodyPr wrap="square" lIns="0" tIns="0" rIns="0" bIns="0" rtlCol="0" anchor="t"/>
          <a:lstStyle/>
          <a:p>
            <a:pPr indent="0" marL="0">
              <a:buNone/>
            </a:pPr>
            <a:r>
              <a:rPr lang="en-US" sz="1400" b="1" dirty="0">
                <a:solidFill>
                  <a:schemeClr val="bg1"/>
                </a:solidFill>
              </a:rPr>
              <a:t>Modulu Python RbR</a:t>
            </a:r>
            <a:endParaRPr lang="en-US" sz="1400" dirty="0"/>
          </a:p>
        </p:txBody>
      </p:sp>
      <p:sp>
        <p:nvSpPr>
          <p:cNvPr id="15" name="Text 10"/>
          <p:cNvSpPr txBox="1"/>
          <p:nvPr/>
        </p:nvSpPr>
        <p:spPr>
          <a:xfrm>
            <a:off x="8961120" y="4773168"/>
            <a:ext cx="3017520" cy="365760"/>
          </a:xfrm>
          <a:prstGeom prst="rect">
            <a:avLst/>
          </a:prstGeom>
          <a:noFill/>
          <a:ln/>
        </p:spPr>
        <p:txBody>
          <a:bodyPr wrap="square" lIns="0" tIns="0" rIns="0" bIns="0" rtlCol="0" anchor="t"/>
          <a:lstStyle/>
          <a:p>
            <a:pPr indent="0" marL="0">
              <a:buNone/>
            </a:pPr>
            <a:r>
              <a:rPr lang="en-US" sz="1300" dirty="0">
                <a:solidFill>
                  <a:schemeClr val="bg2"/>
                </a:solidFill>
              </a:rPr>
              <a:t>Word / PDF ba partisipante</a:t>
            </a:r>
            <a:endParaRPr lang="en-US" sz="1300" dirty="0"/>
          </a:p>
        </p:txBody>
      </p:sp>
    </p:spTree>
  </p:cSld>
  <p:clrMapOvr>
    <a:masterClrMapping/>
  </p:clrMapOvr>
</p:sld>
</file>

<file path=ppt/theme/theme1.xml><?xml version="1.0" encoding="utf-8"?>
<a:theme xmlns:a="http://schemas.openxmlformats.org/drawingml/2006/main" name="Rede ba Rai">
  <a:themeElements>
    <a:clrScheme name="Rede ba Rai">
      <a:dk1>
        <a:srgbClr val="1F2A26"/>
      </a:dk1>
      <a:lt1>
        <a:srgbClr val="FFFFFF"/>
      </a:lt1>
      <a:dk2>
        <a:srgbClr val="0B4F3C"/>
      </a:dk2>
      <a:lt2>
        <a:srgbClr val="EAF5EF"/>
      </a:lt2>
      <a:accent1>
        <a:srgbClr val="0E8A68"/>
      </a:accent1>
      <a:accent2>
        <a:srgbClr val="82DA36"/>
      </a:accent2>
      <a:accent3>
        <a:srgbClr val="E8772E"/>
      </a:accent3>
      <a:accent4>
        <a:srgbClr val="D63C3C"/>
      </a:accent4>
      <a:accent5>
        <a:srgbClr val="2F6AA6"/>
      </a:accent5>
      <a:accent6>
        <a:srgbClr val="C99A06"/>
      </a:accent6>
      <a:hlink>
        <a:srgbClr val="0E8A68"/>
      </a:hlink>
      <a:folHlink>
        <a:srgbClr val="0B6B50"/>
      </a:folHlink>
    </a:clrScheme>
    <a:fontScheme name="Rede ba R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Rede ba Rai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lian ne'ebé harii SIBAR-RbR</dc:title>
  <dc:subject>PptxGenJS Presentation</dc:subject>
  <dc:creator>Rede ba Rai</dc:creator>
  <cp:lastModifiedBy>Rede ba Rai</cp:lastModifiedBy>
  <cp:revision>1</cp:revision>
  <dcterms:created xsi:type="dcterms:W3CDTF">2026-10-27T01:44:33Z</dcterms:created>
  <dcterms:modified xsi:type="dcterms:W3CDTF">2026-10-27T01:44:33Z</dcterms:modified>
</cp:coreProperties>
</file>