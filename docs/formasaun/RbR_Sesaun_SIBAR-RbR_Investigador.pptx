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saun" id="{48ff97e5-2887-9da7-f6a0-272965c65c8a}">
          <p14:sldIdLst>
            <p14:sldId id="256"/>
            <p14:sldId id="257"/>
            <p14:sldId id="258"/>
          </p14:sldIdLst>
        </p14:section>
        <p14:section name="Dalan kazu" id="{8f08d7db-a1cd-d766-ec83-7804e722761e}">
          <p14:sldIdLst>
            <p14:sldId id="259"/>
            <p14:sldId id="260"/>
            <p14:sldId id="261"/>
          </p14:sldIdLst>
        </p14:section>
        <p14:section name="App offline" id="{d0d8588f-9f75-dc81-d15a-af5393a5d524}">
          <p14:sldIdLst>
            <p14:sldId id="262"/>
            <p14:sldId id="263"/>
            <p14:sldId id="264"/>
            <p14:sldId id="265"/>
            <p14:sldId id="266"/>
            <p14:sldId id="267"/>
            <p14:sldId id="268"/>
            <p14:sldId id="269"/>
          </p14:sldIdLst>
        </p14:section>
        <p14:section name="Prátika" id="{59abf392-7eb7-cb65-790b-7dcba700c2c5}">
          <p14:sldIdLst>
            <p14:sldId id="270"/>
            <p14:sldId id="271"/>
            <p14:sldId id="272"/>
            <p14:sldId id="273"/>
            <p14:sldId id="274"/>
          </p14:sldIdLst>
        </p14:section>
        <p14:section name="Kualidade" id="{064a9c7c-9134-56b6-367f-f2571dafd62e}">
          <p14:sldIdLst>
            <p14:sldId id="275"/>
            <p14:sldId id="276"/>
            <p14:sldId id="277"/>
          </p14:sldIdLst>
        </p14:section>
        <p14:section name="Étika" id="{a647e48e-dfc7-957f-1d79-7883fb018067}">
          <p14:sldIdLst>
            <p14:sldId id="278"/>
            <p14:sldId id="279"/>
            <p14:sldId id="280"/>
          </p14:sldIdLst>
        </p14:section>
        <p14:section name="Grupu" id="{3616f890-8b59-54b4-170d-780abf1c4dc6}">
          <p14:sldIdLst>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 – 2 min] Botarde hotu. Ohin ita aprende SIBAR-RbR, sistema ne'ebé imi uza iha terrenu atu rejista kazu eviksaun no konflitu rai. Sesaun ida-ne'e iha prátika: favor prepara HP, liga internet, no loke app offline. Objetivu: bainhira ita sai husi sala ne'e, ema hotu bele rejista kazu ida husi hahú to'o sinkron.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 – 4 min] Konta istória: iha aldeia ida, uma-kain 15 simu avizu atu sai husi sira-nia rai. Investigadór RbR to'o, rejista kazu iha HP: GPS, foto, konsentimentu. Bainhira hetan sinál, kazu sinkron ba server. Admin verifika no aprova. Depois RbR deside: monitorizasaun, advokasia ativu ka arkivu. Dadus ne'e mak evidénsia ba advokasia. Mensajen: imi mak pasu dahuluk; dadus husi imi mak fundasaun.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[14:06 – 2 min] Esplika agenda. Parte boot liu mak prátika iha HP (minutu 35). Husu: ema hotu iha HP ho internet? App offline loke ona? Se ema ruma la iha HP, servisu hamutuk ho kolega.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[14:08 – 4 min] Papél 4 iha SIBAR-RbR. Imi (Investigadór/Fokal Point) rejista kazu no hadi'a se Admin rejeita. Admin verifika, fó PIN ba app offline no autorizasaun. Superadmin aprova. Ofisiál Legál akompaña kazu ne'ebé sai advokasia ativu. Kada ema haree de'it buat ne'ebé nia knaar presiza.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[14:12 – 6 min] Status dalan normál: Rascunho → Hein Sinál (iha HP) → Hein Verifikasaun (iha server) → Verifikadu → Aprovadu. Status espesiál rua ba imi: Rejeitadu (lee nota Admin, hadi'a, haruka fali) no Follow-up (Admin husu tuun fali ba terrenu; iha app klik 'Download ba HP'). Hafoin verifika, RbR fó Desizaun: Monitorizasaun (haree hela), Advokasia ativu (ekipa legál foti), Arkivu (kazu rezolve ona ka refere ba advogadu privadu). Husu: se imi-nia kazu Rejeitadu, imi halo saida?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[14:18 – 2 min] Antes sai ba terrenu: bateria no power bank; autorizasaun offline husi Admin; sinkron kazu uluk; loke app ho internet atu hetan lista suku/aldeia foun; prepara esplikasaun konsentimentu; memória HP ba foto no vídeo.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 – 4 min] Login dahuluk presiza internet: hakerek email no password. Depois tama PIN númeru 6 ne'ebé Admin fó (imi simu mós iha email). Se haluha PIN iha terrenu: telefone Admin, Admin haree PIN iha SIBAR-RbR no fó. App xave rasik hafoin minutu 5 la uza. PIN sala dala 5: app hamoos dadus atu proteje komunidade, tan ne'e sinkron beibeik.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[14:24 – 3 min] Varanda app: butaun Kazu Foun no Sinkron. Foun: bainhira kria kazu, app fó ID automátiku hanesan HP-261027-7F3A9C (data + kódigu). Ida-ne'e ajuda evita konfuzaun no duplikadu: ita bele hakerek ID iha livru notas no ko'alia ho Admin kona-ba kazu ida-ne'e. Hafoin haruka, server fó ID ofisiál RbR-LIQ-2026-0012; ID HP hela iha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 – 4 min] Pasu 1: data simu, tipu kazu. Pasu 2: fatin no GPS. Foti GPS iha fatin akontesimentu, la'ós iha uma ka eskritóriu. App la simu akurasia liu metru 50. Poligon opsionál: la'o haleu rai, app kalkula luan.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[14:31 – 3 min] Pasu 3: uma-kain no ema afetadu; app verifika mane + feto = total. Pasu 4: fokal point RbR automátiku (imi rasik). Pasu 5: tribunál no notifikasaun. Pasu 6: eviksaun akontese ona ka lae: konsultasaun molok, notifikasaun klaru, uza forsa. Se la hatene, hili 'La hatene', keta adivinha.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[14:34 – 3 min] Pasu 7: data akontesimentu, tipu rai, entidade ne'ebé foti rai, estragu no nesesidade urjente (nesesidade urjente halo kazu sai URJENTE). Pasu 8: foto to'o 5, vídeo to'o 3 (segundu 60). Konsentimentu obrigatóriu. Se komunidade la hakarak kazu mosu iha públiku, marka 'La publika'.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[14:37 – 3 min] Klik Prontu iha pasu 8: app verifika pasu hotu, kazu hein sinkron. Bainhira iha sinál, sinkron automátiku ka klik Sinkron. Se falla, dadus la lakon. Foun: se kazu seluk iha GPS besik ka aldeia + tipu konflitu hanesan, app hatudu avizu 'bele duplikadu'. La'ós erru; kazu to'o server, maibé informa Admin atu verifika.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 – 3 min] Lee senáriu ho partisipante. Dadus ne'e ezemplu de'it (la'ós kazu loos). IMPORTANTE: hakerek iha Naran kazu 'PRÁTIKA – [imi-nia naran]' atu Admin bele kansela hafoin formasaun, la tama iha relatóriu. GPS foti iha fatin ita agora (prátika). Foto: foti foto sala ne'e de'it, la'ós 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[14:43 – 30 min] Husik slide ne'e iha ekran durante prátika. La'o haleu, ajuda ema ne'ebé para. Ezemplu interesante iha 15:10: tanba ema hotu foti GPS iha sala hanesan, app sei hatudu avizu 'bele duplikadu' ba kazu prátika sira. Uza ida-ne'e atu esplika oinsá avizu duplikadu servisu! Hafoin formasaun, Admin kansela kazu PRÁTIKA hotu.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[15:10 – 5 min] Rezolve problema ne'ebé mosu durante prátika. Husu partisipante: problema saida mak imi hasoru? Depois deskansa.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[15:15 – 10 min] Deskansa. Ema ne'ebé seidauk sinkron bele ajuda husi fasilitadór.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[15:25 – 5 min] Regra 5: (1) GPS iha fatin loos. (2) Númeru konsistente. (3) 'La hatene' di'ak liu fali adivinha. (4) Foto klaru no relevante; proteje oin labarik no ema vulnerável. (5) Deskrisaun klaru: sé, saida, bainhira, iha ne'ebé, oinsá. Dadus kada kazu mak halo relatóriu RbR forte.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 5 min] Duplikadu akontese bainhira investigadór rua rejista kazu hanesan, ka ema ida rejista fali kazu tuan. Dalan evita: buka uluk; hakerek ID HP; ko'alia ho kolega; se app hatudu avizu, informa Admin (Admin bele marka 'La'ós duplikadu' ka kansela ida). Kazu tuan ho dezenvolvimentu foun: uza Follow-up, la'ós Kazu Foun.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[15:35 – 4 min] Prinsípiu étiku: konsentimentu loos (ema bele dehan lae); la promete buat ne'ebé RbR labele halo; proteje ema vulnerável; neutrál no respeitu ba kultura no lideransa lokál.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[15:39 – 4 min] Halo: sinkron lalais, xave HP, informa Admin kedas se HP lakon (Admin kansela asesu), foto evidénsia iha app de'it (enkriptadu). Labele: fahe PIN, empresta HP ho app nakloke, haruka foto kazu iha media sosiál, hatudu lista ema afetadu ba ema la iha knaar. Dadus komunidade bele hamosu risku ba sira se sai ba li'ur.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[15:43 – 6 min] Fahe grupu 5, kada grupu hili porta-voz, simu kartaun (PDF Kartaun Grupu). Diskute minutu 5. Husik slide ne'e iha ekran.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[15:49 – 1 min] Porta-voz Grupu 1 aprezenta. Agradese no aumenta ideia ida se presiza.
Resposta ezemplu: (1) Respeita: rejista kazu la ho foto (ka foto rai/marka de'it, la ho ema); hakerek iha observasaun. (2) Labele hatudu; esplika ho respeitu katak dadus privadu no proteje komunidade; bele fó informasaun jerál (uma-kain hira). (3) 'RbR rekolla dadus atu ajuda advokasia ba imi-nia direitu rai. Imi bele hili fó ka lae, no bele husu la publika.'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[15:50 – 1 min] Porta-voz Grupu 2 aprezenta. Agradese no aumenta ideia ida se presiza.
Resposta ezemplu: (1) Ba fatin nakloke, dook husi uma/ai-hun, hein segundu 30, foti fali; app labele simu &gt; 50 m. (2) Iha rai ne'ebé afetadu (fatin konflitu), la'ós fatin foun; hakerek fatin foun iha observasaun. (3) La'o haleu rohan rai, foti pontu iha kada kantu; app kalkula luan.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[15:51 – 1 min] Porta-voz Grupu 3 aprezenta. Agradese no aumenta ideia ida se presiza.
Resposta ezemplu: (1) Ko'alia ho kolega/Admin; se kazu hanesan, la rejista foun, uza Follow-up ba informasaun foun. (2) Informa Admin ho ID HP; Admin kompara no marka 'La'ós duplikadu' ka kansela ida. (3) Númeru sala, governu/doadór la fiar dadus, rekursu sala fatin.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 – 1 min] Porta-voz Grupu 4 aprezenta. Agradese no aumenta ideia ida se presiza.
Resposta ezemplu: (1) Lee nota, ba fatin loos, foti GPS fali, haruka fali. (2) Admin husu tuun fali ba terrenu; iha app klik 'Download ba HP', hadi'a, Prontu, Sinkron. (3) HP lakon/aat → dadus lakon; PIN sala 5 → dadus hamoos; Admin la hatene kazu urjente; tan ne'e sinkron lalais.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[15:53 – 1 min] Porta-voz Grupu 5 aprezenta. Agradese no aumenta ideia ida se presiza.
Resposta ezemplu: (1) Telefone Admin kedas; Admin kansela asesu; dadus iha HP enkriptadu (ema seluk labele lee); rejista fali kazu sira. (2) Buka fatin ho sinál/telefone Admin; Admin haree PIN no fó; keta koko PIN dala barak (5 = dadus hamoos). (3) Xave app uluk (ikone xave) ka la empresta; dadus komunidade privadu.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[15:55 – 3 min] Perguntas ne'ebé ema husu beibeik. Depois loke ba perguntas livre.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[15:58 – 2 min] Agradese. Lembra: kazu PRÁTIKA sei kansela husi Admin. Kontaktu Admin ba PIN, autorizasaun no HP lakon.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KSAU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E6B66"/>
                </a:solidFill>
              </a:rPr>
              <a:t>SIBAR-RbR ba Fokal Point no Investigadór · Rede ba Rai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4.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4.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sirkulu"/>
          <p:cNvSpPr/>
          <p:nvPr/>
        </p:nvSpPr>
        <p:spPr>
          <a:xfrm>
            <a:off x="548640" y="548640"/>
            <a:ext cx="1280160" cy="1280160"/>
          </a:xfrm>
          <a:prstGeom prst="ellipse">
            <a:avLst/>
          </a:prstGeom>
          <a:solidFill>
            <a:schemeClr val="bg1"/>
          </a:solidFill>
          <a:ln w="12700">
            <a:solidFill>
              <a:schemeClr val="bg1"/>
            </a:solidFill>
            <a:prstDash val="solid"/>
          </a:ln>
        </p:spPr>
      </p:sp>
      <p:pic>
        <p:nvPicPr>
          <p:cNvPr id="3" name="logo" descr="/home/user/SMKRE/main/static/main/images/logo.png">    </p:cNvPr>
          <p:cNvPicPr>
            <a:picLocks noChangeAspect="1"/>
          </p:cNvPicPr>
          <p:nvPr/>
        </p:nvPicPr>
        <p:blipFill>
          <a:blip r:embed="rId1"/>
          <a:stretch>
            <a:fillRect/>
          </a:stretch>
        </p:blipFill>
        <p:spPr>
          <a:xfrm>
            <a:off x="731520" y="731520"/>
            <a:ext cx="914400" cy="914400"/>
          </a:xfrm>
          <a:prstGeom prst="rect">
            <a:avLst/>
          </a:prstGeom>
        </p:spPr>
      </p:pic>
      <p:sp>
        <p:nvSpPr>
          <p:cNvPr id="4"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SIBAR-RbR</a:t>
            </a:r>
            <a:endParaRPr lang="en-US" sz="5000" dirty="0"/>
          </a:p>
        </p:txBody>
      </p:sp>
      <p:sp>
        <p:nvSpPr>
          <p:cNvPr id="5"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Husi terrenu to'o advokasia: kazu ida, dalan ida</a:t>
            </a:r>
            <a:endParaRPr lang="en-US" sz="2000" dirty="0"/>
          </a:p>
          <a:p>
            <a:pPr indent="0" marL="0">
              <a:buNone/>
            </a:pPr>
            <a:r>
              <a:rPr lang="en-US" sz="2000" b="1" dirty="0">
                <a:solidFill>
                  <a:schemeClr val="accent2"/>
                </a:solidFill>
              </a:rPr>
              <a:t>Formasaun ba Fokal Point no Investigadór · 14:00 – 16:00</a:t>
            </a:r>
            <a:endParaRPr lang="en-US" sz="2000" dirty="0"/>
          </a:p>
        </p:txBody>
      </p:sp>
      <p:sp>
        <p:nvSpPr>
          <p:cNvPr id="6" name="kapa-hp-moldura"/>
          <p:cNvSpPr/>
          <p:nvPr/>
        </p:nvSpPr>
        <p:spPr>
          <a:xfrm>
            <a:off x="8814816" y="585216"/>
            <a:ext cx="2670048" cy="2866996"/>
          </a:xfrm>
          <a:prstGeom prst="roundRect">
            <a:avLst>
              <a:gd name="adj" fmla="val 2740"/>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7" name="kapa-hp" descr="/tmp/claude-0/-home-user-sjamci/3266590f-78d1-5366-b61d-23553f70b1cc/scratchpad/tr/m_home_c.png">    </p:cNvPr>
          <p:cNvPicPr>
            <a:picLocks noChangeAspect="1"/>
          </p:cNvPicPr>
          <p:nvPr/>
        </p:nvPicPr>
        <p:blipFill>
          <a:blip r:embed="rId2"/>
          <a:stretch>
            <a:fillRect/>
          </a:stretch>
        </p:blipFill>
        <p:spPr>
          <a:xfrm>
            <a:off x="8869680" y="640080"/>
            <a:ext cx="2560320" cy="27572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Kazu ida nia viajen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14:02</a:t>
            </a:r>
            <a:endParaRPr lang="en-US" sz="1200" dirty="0"/>
          </a:p>
        </p:txBody>
      </p:sp>
      <p:sp>
        <p:nvSpPr>
          <p:cNvPr id="5" name="vj-l"/>
          <p:cNvSpPr/>
          <p:nvPr/>
        </p:nvSpPr>
        <p:spPr>
          <a:xfrm>
            <a:off x="1658082" y="2148840"/>
            <a:ext cx="8875532" cy="0"/>
          </a:xfrm>
          <a:prstGeom prst="line">
            <a:avLst/>
          </a:prstGeom>
          <a:noFill/>
          <a:ln w="38100">
            <a:solidFill>
              <a:schemeClr val="accent1"/>
            </a:solidFill>
            <a:prstDash val="solid"/>
            <a:tailEnd type="triangle"/>
          </a:ln>
        </p:spPr>
      </p:sp>
      <p:sp>
        <p:nvSpPr>
          <p:cNvPr id="6" name="vj-0-sirkulu"/>
          <p:cNvSpPr/>
          <p:nvPr/>
        </p:nvSpPr>
        <p:spPr>
          <a:xfrm>
            <a:off x="1063722" y="1554480"/>
            <a:ext cx="1188720" cy="1188720"/>
          </a:xfrm>
          <a:prstGeom prst="ellipse">
            <a:avLst/>
          </a:prstGeom>
          <a:solidFill>
            <a:srgbClr val="A3ADB0"/>
          </a:solidFill>
          <a:ln w="12700">
            <a:solidFill>
              <a:srgbClr val="A3ADB0"/>
            </a:solidFill>
            <a:prstDash val="solid"/>
          </a:ln>
        </p:spPr>
      </p:sp>
      <p:pic>
        <p:nvPicPr>
          <p:cNvPr id="7" name="vj-0-ikone" descr="preencoded.png">    </p:cNvPr>
          <p:cNvPicPr>
            <a:picLocks noChangeAspect="1"/>
          </p:cNvPicPr>
          <p:nvPr/>
        </p:nvPicPr>
        <p:blipFill>
          <a:blip r:embed="rId1"/>
          <a:stretch>
            <a:fillRect/>
          </a:stretch>
        </p:blipFill>
        <p:spPr>
          <a:xfrm>
            <a:off x="1349014" y="1839773"/>
            <a:ext cx="618134" cy="618134"/>
          </a:xfrm>
          <a:prstGeom prst="rect">
            <a:avLst/>
          </a:prstGeom>
        </p:spPr>
      </p:pic>
      <p:sp>
        <p:nvSpPr>
          <p:cNvPr id="8" name="Text 5"/>
          <p:cNvSpPr txBox="1"/>
          <p:nvPr/>
        </p:nvSpPr>
        <p:spPr>
          <a:xfrm>
            <a:off x="548640" y="2926080"/>
            <a:ext cx="2218883" cy="411480"/>
          </a:xfrm>
          <a:prstGeom prst="rect">
            <a:avLst/>
          </a:prstGeom>
          <a:noFill/>
          <a:ln/>
        </p:spPr>
        <p:txBody>
          <a:bodyPr wrap="square" lIns="0" tIns="0" rIns="0" bIns="0" rtlCol="0" anchor="t"/>
          <a:lstStyle/>
          <a:p>
            <a:pPr algn="ctr" indent="0" marL="0">
              <a:buNone/>
            </a:pPr>
            <a:r>
              <a:rPr lang="en-US" sz="1900" b="1" dirty="0">
                <a:solidFill>
                  <a:schemeClr val="tx2"/>
                </a:solidFill>
              </a:rPr>
              <a:t>Komunidade</a:t>
            </a:r>
            <a:endParaRPr lang="en-US" sz="1900" dirty="0"/>
          </a:p>
        </p:txBody>
      </p:sp>
      <p:sp>
        <p:nvSpPr>
          <p:cNvPr id="9" name="Text 6"/>
          <p:cNvSpPr txBox="1"/>
          <p:nvPr/>
        </p:nvSpPr>
        <p:spPr>
          <a:xfrm>
            <a:off x="640080" y="3337560"/>
            <a:ext cx="2036003" cy="822960"/>
          </a:xfrm>
          <a:prstGeom prst="rect">
            <a:avLst/>
          </a:prstGeom>
          <a:noFill/>
          <a:ln/>
        </p:spPr>
        <p:txBody>
          <a:bodyPr wrap="square" lIns="0" tIns="0" rIns="0" bIns="0" rtlCol="0" anchor="t"/>
          <a:lstStyle/>
          <a:p>
            <a:pPr algn="ctr" indent="0" marL="0">
              <a:buNone/>
            </a:pPr>
            <a:r>
              <a:rPr lang="en-US" sz="1400" dirty="0">
                <a:solidFill>
                  <a:schemeClr val="tx1"/>
                </a:solidFill>
              </a:rPr>
              <a:t>Uma-kain 15 simu avizu atu sai husi rai</a:t>
            </a:r>
            <a:endParaRPr lang="en-US" sz="1400" dirty="0"/>
          </a:p>
        </p:txBody>
      </p:sp>
      <p:sp>
        <p:nvSpPr>
          <p:cNvPr id="10" name="vj-1-sirkulu"/>
          <p:cNvSpPr/>
          <p:nvPr/>
        </p:nvSpPr>
        <p:spPr>
          <a:xfrm>
            <a:off x="3282605" y="1554480"/>
            <a:ext cx="1188720" cy="1188720"/>
          </a:xfrm>
          <a:prstGeom prst="ellipse">
            <a:avLst/>
          </a:prstGeom>
          <a:solidFill>
            <a:schemeClr val="accent1"/>
          </a:solidFill>
          <a:ln w="12700">
            <a:solidFill>
              <a:schemeClr val="accent1"/>
            </a:solidFill>
            <a:prstDash val="solid"/>
          </a:ln>
        </p:spPr>
      </p:sp>
      <p:pic>
        <p:nvPicPr>
          <p:cNvPr id="11" name="vj-1-ikone" descr="preencoded.png">    </p:cNvPr>
          <p:cNvPicPr>
            <a:picLocks noChangeAspect="1"/>
          </p:cNvPicPr>
          <p:nvPr/>
        </p:nvPicPr>
        <p:blipFill>
          <a:blip r:embed="rId2"/>
          <a:stretch>
            <a:fillRect/>
          </a:stretch>
        </p:blipFill>
        <p:spPr>
          <a:xfrm>
            <a:off x="3567897" y="1839773"/>
            <a:ext cx="618134" cy="618134"/>
          </a:xfrm>
          <a:prstGeom prst="rect">
            <a:avLst/>
          </a:prstGeom>
        </p:spPr>
      </p:pic>
      <p:sp>
        <p:nvSpPr>
          <p:cNvPr id="12" name="Text 8"/>
          <p:cNvSpPr txBox="1"/>
          <p:nvPr/>
        </p:nvSpPr>
        <p:spPr>
          <a:xfrm>
            <a:off x="2767523" y="2926080"/>
            <a:ext cx="2218883" cy="411480"/>
          </a:xfrm>
          <a:prstGeom prst="rect">
            <a:avLst/>
          </a:prstGeom>
          <a:noFill/>
          <a:ln/>
        </p:spPr>
        <p:txBody>
          <a:bodyPr wrap="square" lIns="0" tIns="0" rIns="0" bIns="0" rtlCol="0" anchor="t"/>
          <a:lstStyle/>
          <a:p>
            <a:pPr algn="ctr" indent="0" marL="0">
              <a:buNone/>
            </a:pPr>
            <a:r>
              <a:rPr lang="en-US" sz="1900" b="1" dirty="0">
                <a:solidFill>
                  <a:schemeClr val="tx2"/>
                </a:solidFill>
              </a:rPr>
              <a:t>Investigadór</a:t>
            </a:r>
            <a:endParaRPr lang="en-US" sz="1900" dirty="0"/>
          </a:p>
        </p:txBody>
      </p:sp>
      <p:sp>
        <p:nvSpPr>
          <p:cNvPr id="13" name="Text 9"/>
          <p:cNvSpPr txBox="1"/>
          <p:nvPr/>
        </p:nvSpPr>
        <p:spPr>
          <a:xfrm>
            <a:off x="2858963" y="3337560"/>
            <a:ext cx="2036003" cy="822960"/>
          </a:xfrm>
          <a:prstGeom prst="rect">
            <a:avLst/>
          </a:prstGeom>
          <a:noFill/>
          <a:ln/>
        </p:spPr>
        <p:txBody>
          <a:bodyPr wrap="square" lIns="0" tIns="0" rIns="0" bIns="0" rtlCol="0" anchor="t"/>
          <a:lstStyle/>
          <a:p>
            <a:pPr algn="ctr" indent="0" marL="0">
              <a:buNone/>
            </a:pPr>
            <a:r>
              <a:rPr lang="en-US" sz="1400" dirty="0">
                <a:solidFill>
                  <a:schemeClr val="tx1"/>
                </a:solidFill>
              </a:rPr>
              <a:t>Rejista iha HP: GPS, foto, konsentimentu</a:t>
            </a:r>
            <a:endParaRPr lang="en-US" sz="1400" dirty="0"/>
          </a:p>
        </p:txBody>
      </p:sp>
      <p:sp>
        <p:nvSpPr>
          <p:cNvPr id="14" name="vj-2-sirkulu"/>
          <p:cNvSpPr/>
          <p:nvPr/>
        </p:nvSpPr>
        <p:spPr>
          <a:xfrm>
            <a:off x="5501488" y="1554480"/>
            <a:ext cx="1188720" cy="1188720"/>
          </a:xfrm>
          <a:prstGeom prst="ellipse">
            <a:avLst/>
          </a:prstGeom>
          <a:solidFill>
            <a:schemeClr val="accent6"/>
          </a:solidFill>
          <a:ln w="12700">
            <a:solidFill>
              <a:schemeClr val="accent6"/>
            </a:solidFill>
            <a:prstDash val="solid"/>
          </a:ln>
        </p:spPr>
      </p:sp>
      <p:pic>
        <p:nvPicPr>
          <p:cNvPr id="15" name="vj-2-ikone" descr="preencoded.png">    </p:cNvPr>
          <p:cNvPicPr>
            <a:picLocks noChangeAspect="1"/>
          </p:cNvPicPr>
          <p:nvPr/>
        </p:nvPicPr>
        <p:blipFill>
          <a:blip r:embed="rId3"/>
          <a:stretch>
            <a:fillRect/>
          </a:stretch>
        </p:blipFill>
        <p:spPr>
          <a:xfrm>
            <a:off x="5786780" y="1839773"/>
            <a:ext cx="618134" cy="618134"/>
          </a:xfrm>
          <a:prstGeom prst="rect">
            <a:avLst/>
          </a:prstGeom>
        </p:spPr>
      </p:pic>
      <p:sp>
        <p:nvSpPr>
          <p:cNvPr id="16" name="Text 11"/>
          <p:cNvSpPr txBox="1"/>
          <p:nvPr/>
        </p:nvSpPr>
        <p:spPr>
          <a:xfrm>
            <a:off x="4986406" y="2926080"/>
            <a:ext cx="2218883" cy="411480"/>
          </a:xfrm>
          <a:prstGeom prst="rect">
            <a:avLst/>
          </a:prstGeom>
          <a:noFill/>
          <a:ln/>
        </p:spPr>
        <p:txBody>
          <a:bodyPr wrap="square" lIns="0" tIns="0" rIns="0" bIns="0" rtlCol="0" anchor="t"/>
          <a:lstStyle/>
          <a:p>
            <a:pPr algn="ctr" indent="0" marL="0">
              <a:buNone/>
            </a:pPr>
            <a:r>
              <a:rPr lang="en-US" sz="1900" b="1" dirty="0">
                <a:solidFill>
                  <a:schemeClr val="tx2"/>
                </a:solidFill>
              </a:rPr>
              <a:t>Sinkron</a:t>
            </a:r>
            <a:endParaRPr lang="en-US" sz="1900" dirty="0"/>
          </a:p>
        </p:txBody>
      </p:sp>
      <p:sp>
        <p:nvSpPr>
          <p:cNvPr id="17" name="Text 12"/>
          <p:cNvSpPr txBox="1"/>
          <p:nvPr/>
        </p:nvSpPr>
        <p:spPr>
          <a:xfrm>
            <a:off x="5077846" y="3337560"/>
            <a:ext cx="2036003" cy="822960"/>
          </a:xfrm>
          <a:prstGeom prst="rect">
            <a:avLst/>
          </a:prstGeom>
          <a:noFill/>
          <a:ln/>
        </p:spPr>
        <p:txBody>
          <a:bodyPr wrap="square" lIns="0" tIns="0" rIns="0" bIns="0" rtlCol="0" anchor="t"/>
          <a:lstStyle/>
          <a:p>
            <a:pPr algn="ctr" indent="0" marL="0">
              <a:buNone/>
            </a:pPr>
            <a:r>
              <a:rPr lang="en-US" sz="1400" dirty="0">
                <a:solidFill>
                  <a:schemeClr val="tx1"/>
                </a:solidFill>
              </a:rPr>
              <a:t>Bainhira iha sinál, kazu ba server</a:t>
            </a:r>
            <a:endParaRPr lang="en-US" sz="1400" dirty="0"/>
          </a:p>
        </p:txBody>
      </p:sp>
      <p:sp>
        <p:nvSpPr>
          <p:cNvPr id="18" name="vj-3-sirkulu"/>
          <p:cNvSpPr/>
          <p:nvPr/>
        </p:nvSpPr>
        <p:spPr>
          <a:xfrm>
            <a:off x="7720371" y="1554480"/>
            <a:ext cx="1188720" cy="1188720"/>
          </a:xfrm>
          <a:prstGeom prst="ellipse">
            <a:avLst/>
          </a:prstGeom>
          <a:solidFill>
            <a:schemeClr val="accent5"/>
          </a:solidFill>
          <a:ln w="12700">
            <a:solidFill>
              <a:schemeClr val="accent5"/>
            </a:solidFill>
            <a:prstDash val="solid"/>
          </a:ln>
        </p:spPr>
      </p:sp>
      <p:pic>
        <p:nvPicPr>
          <p:cNvPr id="19" name="vj-3-ikone" descr="preencoded.png">    </p:cNvPr>
          <p:cNvPicPr>
            <a:picLocks noChangeAspect="1"/>
          </p:cNvPicPr>
          <p:nvPr/>
        </p:nvPicPr>
        <p:blipFill>
          <a:blip r:embed="rId4"/>
          <a:stretch>
            <a:fillRect/>
          </a:stretch>
        </p:blipFill>
        <p:spPr>
          <a:xfrm>
            <a:off x="8005663" y="1839773"/>
            <a:ext cx="618134" cy="618134"/>
          </a:xfrm>
          <a:prstGeom prst="rect">
            <a:avLst/>
          </a:prstGeom>
        </p:spPr>
      </p:pic>
      <p:sp>
        <p:nvSpPr>
          <p:cNvPr id="20" name="Text 14"/>
          <p:cNvSpPr txBox="1"/>
          <p:nvPr/>
        </p:nvSpPr>
        <p:spPr>
          <a:xfrm>
            <a:off x="7205289" y="2926080"/>
            <a:ext cx="2218883" cy="411480"/>
          </a:xfrm>
          <a:prstGeom prst="rect">
            <a:avLst/>
          </a:prstGeom>
          <a:noFill/>
          <a:ln/>
        </p:spPr>
        <p:txBody>
          <a:bodyPr wrap="square" lIns="0" tIns="0" rIns="0" bIns="0" rtlCol="0" anchor="t"/>
          <a:lstStyle/>
          <a:p>
            <a:pPr algn="ctr" indent="0" marL="0">
              <a:buNone/>
            </a:pPr>
            <a:r>
              <a:rPr lang="en-US" sz="1900" b="1" dirty="0">
                <a:solidFill>
                  <a:schemeClr val="tx2"/>
                </a:solidFill>
              </a:rPr>
              <a:t>Admin</a:t>
            </a:r>
            <a:endParaRPr lang="en-US" sz="1900" dirty="0"/>
          </a:p>
        </p:txBody>
      </p:sp>
      <p:sp>
        <p:nvSpPr>
          <p:cNvPr id="21" name="Text 15"/>
          <p:cNvSpPr txBox="1"/>
          <p:nvPr/>
        </p:nvSpPr>
        <p:spPr>
          <a:xfrm>
            <a:off x="7296729" y="3337560"/>
            <a:ext cx="2036003" cy="822960"/>
          </a:xfrm>
          <a:prstGeom prst="rect">
            <a:avLst/>
          </a:prstGeom>
          <a:noFill/>
          <a:ln/>
        </p:spPr>
        <p:txBody>
          <a:bodyPr wrap="square" lIns="0" tIns="0" rIns="0" bIns="0" rtlCol="0" anchor="t"/>
          <a:lstStyle/>
          <a:p>
            <a:pPr algn="ctr" indent="0" marL="0">
              <a:buNone/>
            </a:pPr>
            <a:r>
              <a:rPr lang="en-US" sz="1400" dirty="0">
                <a:solidFill>
                  <a:schemeClr val="tx1"/>
                </a:solidFill>
              </a:rPr>
              <a:t>Verifika no aprova dadus</a:t>
            </a:r>
            <a:endParaRPr lang="en-US" sz="1400" dirty="0"/>
          </a:p>
        </p:txBody>
      </p:sp>
      <p:sp>
        <p:nvSpPr>
          <p:cNvPr id="22" name="vj-4-sirkulu"/>
          <p:cNvSpPr/>
          <p:nvPr/>
        </p:nvSpPr>
        <p:spPr>
          <a:xfrm>
            <a:off x="9939254" y="1554480"/>
            <a:ext cx="1188720" cy="1188720"/>
          </a:xfrm>
          <a:prstGeom prst="ellipse">
            <a:avLst/>
          </a:prstGeom>
          <a:solidFill>
            <a:schemeClr val="accent4"/>
          </a:solidFill>
          <a:ln w="12700">
            <a:solidFill>
              <a:schemeClr val="accent4"/>
            </a:solidFill>
            <a:prstDash val="solid"/>
          </a:ln>
        </p:spPr>
      </p:sp>
      <p:pic>
        <p:nvPicPr>
          <p:cNvPr id="23" name="vj-4-ikone" descr="preencoded.png">    </p:cNvPr>
          <p:cNvPicPr>
            <a:picLocks noChangeAspect="1"/>
          </p:cNvPicPr>
          <p:nvPr/>
        </p:nvPicPr>
        <p:blipFill>
          <a:blip r:embed="rId5"/>
          <a:stretch>
            <a:fillRect/>
          </a:stretch>
        </p:blipFill>
        <p:spPr>
          <a:xfrm>
            <a:off x="10224546" y="1839773"/>
            <a:ext cx="618134" cy="618134"/>
          </a:xfrm>
          <a:prstGeom prst="rect">
            <a:avLst/>
          </a:prstGeom>
        </p:spPr>
      </p:pic>
      <p:sp>
        <p:nvSpPr>
          <p:cNvPr id="24" name="Text 17"/>
          <p:cNvSpPr txBox="1"/>
          <p:nvPr/>
        </p:nvSpPr>
        <p:spPr>
          <a:xfrm>
            <a:off x="9424172" y="2926080"/>
            <a:ext cx="2218883" cy="411480"/>
          </a:xfrm>
          <a:prstGeom prst="rect">
            <a:avLst/>
          </a:prstGeom>
          <a:noFill/>
          <a:ln/>
        </p:spPr>
        <p:txBody>
          <a:bodyPr wrap="square" lIns="0" tIns="0" rIns="0" bIns="0" rtlCol="0" anchor="t"/>
          <a:lstStyle/>
          <a:p>
            <a:pPr algn="ctr" indent="0" marL="0">
              <a:buNone/>
            </a:pPr>
            <a:r>
              <a:rPr lang="en-US" sz="1900" b="1" dirty="0">
                <a:solidFill>
                  <a:schemeClr val="tx2"/>
                </a:solidFill>
              </a:rPr>
              <a:t>Advokasia</a:t>
            </a:r>
            <a:endParaRPr lang="en-US" sz="1900" dirty="0"/>
          </a:p>
        </p:txBody>
      </p:sp>
      <p:sp>
        <p:nvSpPr>
          <p:cNvPr id="25" name="Text 18"/>
          <p:cNvSpPr txBox="1"/>
          <p:nvPr/>
        </p:nvSpPr>
        <p:spPr>
          <a:xfrm>
            <a:off x="9515612" y="3337560"/>
            <a:ext cx="2036003" cy="822960"/>
          </a:xfrm>
          <a:prstGeom prst="rect">
            <a:avLst/>
          </a:prstGeom>
          <a:noFill/>
          <a:ln/>
        </p:spPr>
        <p:txBody>
          <a:bodyPr wrap="square" lIns="0" tIns="0" rIns="0" bIns="0" rtlCol="0" anchor="t"/>
          <a:lstStyle/>
          <a:p>
            <a:pPr algn="ctr" indent="0" marL="0">
              <a:buNone/>
            </a:pPr>
            <a:r>
              <a:rPr lang="en-US" sz="1400" dirty="0">
                <a:solidFill>
                  <a:schemeClr val="tx1"/>
                </a:solidFill>
              </a:rPr>
              <a:t>Legál, relatóriu, diálogu ho governu</a:t>
            </a:r>
            <a:endParaRPr lang="en-US" sz="1400" dirty="0"/>
          </a:p>
        </p:txBody>
      </p:sp>
      <p:sp>
        <p:nvSpPr>
          <p:cNvPr id="26" name="vj-msg"/>
          <p:cNvSpPr/>
          <p:nvPr/>
        </p:nvSpPr>
        <p:spPr>
          <a:xfrm>
            <a:off x="548640" y="4434840"/>
            <a:ext cx="11094415" cy="1645920"/>
          </a:xfrm>
          <a:prstGeom prst="roundRect">
            <a:avLst>
              <a:gd name="adj" fmla="val 6667"/>
            </a:avLst>
          </a:prstGeom>
          <a:solidFill>
            <a:schemeClr val="tx2"/>
          </a:solidFill>
          <a:ln w="12700">
            <a:solidFill>
              <a:schemeClr val="tx2"/>
            </a:solidFill>
            <a:prstDash val="solid"/>
          </a:ln>
        </p:spPr>
      </p:sp>
      <p:sp>
        <p:nvSpPr>
          <p:cNvPr id="27" name="Text 20"/>
          <p:cNvSpPr txBox="1"/>
          <p:nvPr/>
        </p:nvSpPr>
        <p:spPr>
          <a:xfrm>
            <a:off x="914400" y="4434840"/>
            <a:ext cx="10362895" cy="1645920"/>
          </a:xfrm>
          <a:prstGeom prst="rect">
            <a:avLst/>
          </a:prstGeom>
          <a:noFill/>
          <a:ln/>
        </p:spPr>
        <p:txBody>
          <a:bodyPr wrap="square" lIns="0" tIns="0" rIns="0" bIns="0" rtlCol="0" anchor="ctr"/>
          <a:lstStyle/>
          <a:p>
            <a:pPr indent="0" marL="0">
              <a:buNone/>
            </a:pPr>
            <a:r>
              <a:rPr lang="en-US" sz="2200" b="1" dirty="0">
                <a:solidFill>
                  <a:schemeClr val="accent2"/>
                </a:solidFill>
              </a:rPr>
              <a:t>Imi mak pasu dahuluk no importante liu.</a:t>
            </a:r>
            <a:endParaRPr lang="en-US" sz="1500" dirty="0"/>
          </a:p>
          <a:p>
            <a:pPr indent="0" marL="0">
              <a:buNone/>
            </a:pPr>
            <a:r>
              <a:rPr lang="en-US" sz="1700" dirty="0">
                <a:solidFill>
                  <a:schemeClr val="bg1"/>
                </a:solidFill>
              </a:rPr>
              <a:t>Se dadus husi terrenu la loos ka la kompletu, advokasia mós fraku. Dadus di'ak = komunidade hetan apoiu loos.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Agenda ohin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14:06</a:t>
            </a:r>
            <a:endParaRPr lang="en-US" sz="1200" dirty="0"/>
          </a:p>
        </p:txBody>
      </p:sp>
      <p:sp>
        <p:nvSpPr>
          <p:cNvPr id="5" name="ag-l"/>
          <p:cNvSpPr/>
          <p:nvPr/>
        </p:nvSpPr>
        <p:spPr>
          <a:xfrm>
            <a:off x="2029968" y="1554480"/>
            <a:ext cx="0" cy="4224528"/>
          </a:xfrm>
          <a:prstGeom prst="line">
            <a:avLst/>
          </a:prstGeom>
          <a:noFill/>
          <a:ln w="25400">
            <a:solidFill>
              <a:schemeClr val="accent1"/>
            </a:solidFill>
            <a:prstDash val="solid"/>
          </a:ln>
        </p:spPr>
      </p:sp>
      <p:sp>
        <p:nvSpPr>
          <p:cNvPr id="6" name="Text 4"/>
          <p:cNvSpPr txBox="1"/>
          <p:nvPr/>
        </p:nvSpPr>
        <p:spPr>
          <a:xfrm>
            <a:off x="548640" y="1389888"/>
            <a:ext cx="1143000" cy="365760"/>
          </a:xfrm>
          <a:prstGeom prst="rect">
            <a:avLst/>
          </a:prstGeom>
          <a:noFill/>
          <a:ln/>
        </p:spPr>
        <p:txBody>
          <a:bodyPr wrap="square" lIns="0" tIns="0" rIns="0" bIns="0" rtlCol="0" anchor="t"/>
          <a:lstStyle/>
          <a:p>
            <a:pPr algn="r" indent="0" marL="0">
              <a:buNone/>
            </a:pPr>
            <a:r>
              <a:rPr lang="en-US" sz="1600" b="1" dirty="0">
                <a:solidFill>
                  <a:schemeClr val="accent1"/>
                </a:solidFill>
              </a:rPr>
              <a:t>14:00</a:t>
            </a:r>
            <a:endParaRPr lang="en-US" sz="1600" dirty="0"/>
          </a:p>
        </p:txBody>
      </p:sp>
      <p:sp>
        <p:nvSpPr>
          <p:cNvPr id="7" name="ag-p-0"/>
          <p:cNvSpPr/>
          <p:nvPr/>
        </p:nvSpPr>
        <p:spPr>
          <a:xfrm>
            <a:off x="1920240" y="1444752"/>
            <a:ext cx="228600" cy="228600"/>
          </a:xfrm>
          <a:prstGeom prst="ellipse">
            <a:avLst/>
          </a:prstGeom>
          <a:solidFill>
            <a:schemeClr val="accent1"/>
          </a:solidFill>
          <a:ln w="25400">
            <a:solidFill>
              <a:schemeClr val="bg1"/>
            </a:solidFill>
            <a:prstDash val="solid"/>
          </a:ln>
        </p:spPr>
      </p:sp>
      <p:sp>
        <p:nvSpPr>
          <p:cNvPr id="8" name="Text 6"/>
          <p:cNvSpPr txBox="1"/>
          <p:nvPr/>
        </p:nvSpPr>
        <p:spPr>
          <a:xfrm>
            <a:off x="2423160" y="1353312"/>
            <a:ext cx="4206240" cy="411480"/>
          </a:xfrm>
          <a:prstGeom prst="rect">
            <a:avLst/>
          </a:prstGeom>
          <a:noFill/>
          <a:ln/>
        </p:spPr>
        <p:txBody>
          <a:bodyPr wrap="square" lIns="0" tIns="0" rIns="0" bIns="0" rtlCol="0" anchor="t"/>
          <a:lstStyle/>
          <a:p>
            <a:pPr indent="0" marL="0">
              <a:buNone/>
            </a:pPr>
            <a:r>
              <a:rPr lang="en-US" sz="1700" b="1" dirty="0">
                <a:solidFill>
                  <a:schemeClr val="tx2"/>
                </a:solidFill>
              </a:rPr>
              <a:t>Hahú</a:t>
            </a:r>
            <a:endParaRPr lang="en-US" sz="1700" dirty="0"/>
          </a:p>
        </p:txBody>
      </p:sp>
      <p:sp>
        <p:nvSpPr>
          <p:cNvPr id="9" name="Text 7"/>
          <p:cNvSpPr txBox="1"/>
          <p:nvPr/>
        </p:nvSpPr>
        <p:spPr>
          <a:xfrm>
            <a:off x="6675120" y="1380744"/>
            <a:ext cx="4967935" cy="411480"/>
          </a:xfrm>
          <a:prstGeom prst="rect">
            <a:avLst/>
          </a:prstGeom>
          <a:noFill/>
          <a:ln/>
        </p:spPr>
        <p:txBody>
          <a:bodyPr wrap="square" lIns="0" tIns="0" rIns="0" bIns="0" rtlCol="0" anchor="t"/>
          <a:lstStyle/>
          <a:p>
            <a:pPr indent="0" marL="0">
              <a:buNone/>
            </a:pPr>
            <a:r>
              <a:rPr lang="en-US" sz="1500" dirty="0">
                <a:solidFill>
                  <a:schemeClr val="tx1"/>
                </a:solidFill>
              </a:rPr>
              <a:t>Kazu ida nia viajen</a:t>
            </a:r>
            <a:endParaRPr lang="en-US" sz="1500" dirty="0"/>
          </a:p>
        </p:txBody>
      </p:sp>
      <p:sp>
        <p:nvSpPr>
          <p:cNvPr id="10" name="Text 8"/>
          <p:cNvSpPr txBox="1"/>
          <p:nvPr/>
        </p:nvSpPr>
        <p:spPr>
          <a:xfrm>
            <a:off x="548640" y="1993392"/>
            <a:ext cx="1143000" cy="365760"/>
          </a:xfrm>
          <a:prstGeom prst="rect">
            <a:avLst/>
          </a:prstGeom>
          <a:noFill/>
          <a:ln/>
        </p:spPr>
        <p:txBody>
          <a:bodyPr wrap="square" lIns="0" tIns="0" rIns="0" bIns="0" rtlCol="0" anchor="t"/>
          <a:lstStyle/>
          <a:p>
            <a:pPr algn="r" indent="0" marL="0">
              <a:buNone/>
            </a:pPr>
            <a:r>
              <a:rPr lang="en-US" sz="1600" b="1" dirty="0">
                <a:solidFill>
                  <a:schemeClr val="accent1"/>
                </a:solidFill>
              </a:rPr>
              <a:t>14:08</a:t>
            </a:r>
            <a:endParaRPr lang="en-US" sz="1600" dirty="0"/>
          </a:p>
        </p:txBody>
      </p:sp>
      <p:sp>
        <p:nvSpPr>
          <p:cNvPr id="11" name="ag-p-1"/>
          <p:cNvSpPr/>
          <p:nvPr/>
        </p:nvSpPr>
        <p:spPr>
          <a:xfrm>
            <a:off x="1920240" y="2048256"/>
            <a:ext cx="228600" cy="228600"/>
          </a:xfrm>
          <a:prstGeom prst="ellipse">
            <a:avLst/>
          </a:prstGeom>
          <a:solidFill>
            <a:schemeClr val="accent1"/>
          </a:solidFill>
          <a:ln w="25400">
            <a:solidFill>
              <a:schemeClr val="bg1"/>
            </a:solidFill>
            <a:prstDash val="solid"/>
          </a:ln>
        </p:spPr>
      </p:sp>
      <p:sp>
        <p:nvSpPr>
          <p:cNvPr id="12" name="Text 10"/>
          <p:cNvSpPr txBox="1"/>
          <p:nvPr/>
        </p:nvSpPr>
        <p:spPr>
          <a:xfrm>
            <a:off x="2423160" y="1956816"/>
            <a:ext cx="4206240" cy="411480"/>
          </a:xfrm>
          <a:prstGeom prst="rect">
            <a:avLst/>
          </a:prstGeom>
          <a:noFill/>
          <a:ln/>
        </p:spPr>
        <p:txBody>
          <a:bodyPr wrap="square" lIns="0" tIns="0" rIns="0" bIns="0" rtlCol="0" anchor="t"/>
          <a:lstStyle/>
          <a:p>
            <a:pPr indent="0" marL="0">
              <a:buNone/>
            </a:pPr>
            <a:r>
              <a:rPr lang="en-US" sz="1700" b="1" dirty="0">
                <a:solidFill>
                  <a:schemeClr val="tx2"/>
                </a:solidFill>
              </a:rPr>
              <a:t>Dalan no status kazu</a:t>
            </a:r>
            <a:endParaRPr lang="en-US" sz="1700" dirty="0"/>
          </a:p>
        </p:txBody>
      </p:sp>
      <p:sp>
        <p:nvSpPr>
          <p:cNvPr id="13" name="Text 11"/>
          <p:cNvSpPr txBox="1"/>
          <p:nvPr/>
        </p:nvSpPr>
        <p:spPr>
          <a:xfrm>
            <a:off x="6675120" y="1984248"/>
            <a:ext cx="4967935" cy="411480"/>
          </a:xfrm>
          <a:prstGeom prst="rect">
            <a:avLst/>
          </a:prstGeom>
          <a:noFill/>
          <a:ln/>
        </p:spPr>
        <p:txBody>
          <a:bodyPr wrap="square" lIns="0" tIns="0" rIns="0" bIns="0" rtlCol="0" anchor="t"/>
          <a:lstStyle/>
          <a:p>
            <a:pPr indent="0" marL="0">
              <a:buNone/>
            </a:pPr>
            <a:r>
              <a:rPr lang="en-US" sz="1500" dirty="0">
                <a:solidFill>
                  <a:schemeClr val="tx1"/>
                </a:solidFill>
              </a:rPr>
              <a:t>Sé halo saida · status signifika saida</a:t>
            </a:r>
            <a:endParaRPr lang="en-US" sz="1500" dirty="0"/>
          </a:p>
        </p:txBody>
      </p:sp>
      <p:sp>
        <p:nvSpPr>
          <p:cNvPr id="14" name="Text 12"/>
          <p:cNvSpPr txBox="1"/>
          <p:nvPr/>
        </p:nvSpPr>
        <p:spPr>
          <a:xfrm>
            <a:off x="548640" y="2596896"/>
            <a:ext cx="1143000" cy="365760"/>
          </a:xfrm>
          <a:prstGeom prst="rect">
            <a:avLst/>
          </a:prstGeom>
          <a:noFill/>
          <a:ln/>
        </p:spPr>
        <p:txBody>
          <a:bodyPr wrap="square" lIns="0" tIns="0" rIns="0" bIns="0" rtlCol="0" anchor="t"/>
          <a:lstStyle/>
          <a:p>
            <a:pPr algn="r" indent="0" marL="0">
              <a:buNone/>
            </a:pPr>
            <a:r>
              <a:rPr lang="en-US" sz="1600" b="1" dirty="0">
                <a:solidFill>
                  <a:schemeClr val="accent1"/>
                </a:solidFill>
              </a:rPr>
              <a:t>14:18</a:t>
            </a:r>
            <a:endParaRPr lang="en-US" sz="1600" dirty="0"/>
          </a:p>
        </p:txBody>
      </p:sp>
      <p:sp>
        <p:nvSpPr>
          <p:cNvPr id="15" name="ag-p-2"/>
          <p:cNvSpPr/>
          <p:nvPr/>
        </p:nvSpPr>
        <p:spPr>
          <a:xfrm>
            <a:off x="1920240" y="2651760"/>
            <a:ext cx="228600" cy="228600"/>
          </a:xfrm>
          <a:prstGeom prst="ellipse">
            <a:avLst/>
          </a:prstGeom>
          <a:solidFill>
            <a:schemeClr val="accent1"/>
          </a:solidFill>
          <a:ln w="25400">
            <a:solidFill>
              <a:schemeClr val="bg1"/>
            </a:solidFill>
            <a:prstDash val="solid"/>
          </a:ln>
        </p:spPr>
      </p:sp>
      <p:sp>
        <p:nvSpPr>
          <p:cNvPr id="16" name="Text 14"/>
          <p:cNvSpPr txBox="1"/>
          <p:nvPr/>
        </p:nvSpPr>
        <p:spPr>
          <a:xfrm>
            <a:off x="2423160" y="2560320"/>
            <a:ext cx="4206240" cy="411480"/>
          </a:xfrm>
          <a:prstGeom prst="rect">
            <a:avLst/>
          </a:prstGeom>
          <a:noFill/>
          <a:ln/>
        </p:spPr>
        <p:txBody>
          <a:bodyPr wrap="square" lIns="0" tIns="0" rIns="0" bIns="0" rtlCol="0" anchor="t"/>
          <a:lstStyle/>
          <a:p>
            <a:pPr indent="0" marL="0">
              <a:buNone/>
            </a:pPr>
            <a:r>
              <a:rPr lang="en-US" sz="1700" b="1" dirty="0">
                <a:solidFill>
                  <a:schemeClr val="tx2"/>
                </a:solidFill>
              </a:rPr>
              <a:t>App offline iha HP</a:t>
            </a:r>
            <a:endParaRPr lang="en-US" sz="1700" dirty="0"/>
          </a:p>
        </p:txBody>
      </p:sp>
      <p:sp>
        <p:nvSpPr>
          <p:cNvPr id="17" name="Text 15"/>
          <p:cNvSpPr txBox="1"/>
          <p:nvPr/>
        </p:nvSpPr>
        <p:spPr>
          <a:xfrm>
            <a:off x="6675120" y="2587752"/>
            <a:ext cx="4967935" cy="411480"/>
          </a:xfrm>
          <a:prstGeom prst="rect">
            <a:avLst/>
          </a:prstGeom>
          <a:noFill/>
          <a:ln/>
        </p:spPr>
        <p:txBody>
          <a:bodyPr wrap="square" lIns="0" tIns="0" rIns="0" bIns="0" rtlCol="0" anchor="t"/>
          <a:lstStyle/>
          <a:p>
            <a:pPr indent="0" marL="0">
              <a:buNone/>
            </a:pPr>
            <a:r>
              <a:rPr lang="en-US" sz="1500" dirty="0">
                <a:solidFill>
                  <a:schemeClr val="tx1"/>
                </a:solidFill>
              </a:rPr>
              <a:t>Login, PIN, pasu 8, sinkron</a:t>
            </a:r>
            <a:endParaRPr lang="en-US" sz="1500" dirty="0"/>
          </a:p>
        </p:txBody>
      </p:sp>
      <p:sp>
        <p:nvSpPr>
          <p:cNvPr id="18" name="Text 16"/>
          <p:cNvSpPr txBox="1"/>
          <p:nvPr/>
        </p:nvSpPr>
        <p:spPr>
          <a:xfrm>
            <a:off x="548640" y="3200400"/>
            <a:ext cx="1143000" cy="365760"/>
          </a:xfrm>
          <a:prstGeom prst="rect">
            <a:avLst/>
          </a:prstGeom>
          <a:noFill/>
          <a:ln/>
        </p:spPr>
        <p:txBody>
          <a:bodyPr wrap="square" lIns="0" tIns="0" rIns="0" bIns="0" rtlCol="0" anchor="t"/>
          <a:lstStyle/>
          <a:p>
            <a:pPr algn="r" indent="0" marL="0">
              <a:buNone/>
            </a:pPr>
            <a:r>
              <a:rPr lang="en-US" sz="1600" b="1" dirty="0">
                <a:solidFill>
                  <a:schemeClr val="accent1"/>
                </a:solidFill>
              </a:rPr>
              <a:t>14:40</a:t>
            </a:r>
            <a:endParaRPr lang="en-US" sz="1600" dirty="0"/>
          </a:p>
        </p:txBody>
      </p:sp>
      <p:sp>
        <p:nvSpPr>
          <p:cNvPr id="19" name="ag-p-3"/>
          <p:cNvSpPr/>
          <p:nvPr/>
        </p:nvSpPr>
        <p:spPr>
          <a:xfrm>
            <a:off x="1920240" y="3255264"/>
            <a:ext cx="228600" cy="228600"/>
          </a:xfrm>
          <a:prstGeom prst="ellipse">
            <a:avLst/>
          </a:prstGeom>
          <a:solidFill>
            <a:schemeClr val="accent3"/>
          </a:solidFill>
          <a:ln w="25400">
            <a:solidFill>
              <a:schemeClr val="bg1"/>
            </a:solidFill>
            <a:prstDash val="solid"/>
          </a:ln>
        </p:spPr>
      </p:sp>
      <p:sp>
        <p:nvSpPr>
          <p:cNvPr id="20" name="Text 18"/>
          <p:cNvSpPr txBox="1"/>
          <p:nvPr/>
        </p:nvSpPr>
        <p:spPr>
          <a:xfrm>
            <a:off x="2423160" y="3163824"/>
            <a:ext cx="4206240" cy="411480"/>
          </a:xfrm>
          <a:prstGeom prst="rect">
            <a:avLst/>
          </a:prstGeom>
          <a:noFill/>
          <a:ln/>
        </p:spPr>
        <p:txBody>
          <a:bodyPr wrap="square" lIns="0" tIns="0" rIns="0" bIns="0" rtlCol="0" anchor="t"/>
          <a:lstStyle/>
          <a:p>
            <a:pPr indent="0" marL="0">
              <a:buNone/>
            </a:pPr>
            <a:r>
              <a:rPr lang="en-US" sz="1700" b="1" dirty="0">
                <a:solidFill>
                  <a:schemeClr val="accent3"/>
                </a:solidFill>
              </a:rPr>
              <a:t>Prátika iha HP</a:t>
            </a:r>
            <a:endParaRPr lang="en-US" sz="1700" dirty="0"/>
          </a:p>
        </p:txBody>
      </p:sp>
      <p:sp>
        <p:nvSpPr>
          <p:cNvPr id="21" name="Text 19"/>
          <p:cNvSpPr txBox="1"/>
          <p:nvPr/>
        </p:nvSpPr>
        <p:spPr>
          <a:xfrm>
            <a:off x="6675120" y="3191256"/>
            <a:ext cx="4967935" cy="411480"/>
          </a:xfrm>
          <a:prstGeom prst="rect">
            <a:avLst/>
          </a:prstGeom>
          <a:noFill/>
          <a:ln/>
        </p:spPr>
        <p:txBody>
          <a:bodyPr wrap="square" lIns="0" tIns="0" rIns="0" bIns="0" rtlCol="0" anchor="t"/>
          <a:lstStyle/>
          <a:p>
            <a:pPr indent="0" marL="0">
              <a:buNone/>
            </a:pPr>
            <a:r>
              <a:rPr lang="en-US" sz="1500" dirty="0">
                <a:solidFill>
                  <a:schemeClr val="tx1"/>
                </a:solidFill>
              </a:rPr>
              <a:t>Rejista kazu ezemplu ida to'o sinkron</a:t>
            </a:r>
            <a:endParaRPr lang="en-US" sz="1500" dirty="0"/>
          </a:p>
        </p:txBody>
      </p:sp>
      <p:sp>
        <p:nvSpPr>
          <p:cNvPr id="22" name="Text 20"/>
          <p:cNvSpPr txBox="1"/>
          <p:nvPr/>
        </p:nvSpPr>
        <p:spPr>
          <a:xfrm>
            <a:off x="548640" y="3803904"/>
            <a:ext cx="1143000" cy="365760"/>
          </a:xfrm>
          <a:prstGeom prst="rect">
            <a:avLst/>
          </a:prstGeom>
          <a:noFill/>
          <a:ln/>
        </p:spPr>
        <p:txBody>
          <a:bodyPr wrap="square" lIns="0" tIns="0" rIns="0" bIns="0" rtlCol="0" anchor="t"/>
          <a:lstStyle/>
          <a:p>
            <a:pPr algn="r" indent="0" marL="0">
              <a:buNone/>
            </a:pPr>
            <a:r>
              <a:rPr lang="en-US" sz="1600" b="1" dirty="0">
                <a:solidFill>
                  <a:srgbClr val="5E6B66"/>
                </a:solidFill>
              </a:rPr>
              <a:t>15:15</a:t>
            </a:r>
            <a:endParaRPr lang="en-US" sz="1600" dirty="0"/>
          </a:p>
        </p:txBody>
      </p:sp>
      <p:sp>
        <p:nvSpPr>
          <p:cNvPr id="23" name="ag-p-4"/>
          <p:cNvSpPr/>
          <p:nvPr/>
        </p:nvSpPr>
        <p:spPr>
          <a:xfrm>
            <a:off x="1920240" y="3858768"/>
            <a:ext cx="228600" cy="228600"/>
          </a:xfrm>
          <a:prstGeom prst="ellipse">
            <a:avLst/>
          </a:prstGeom>
          <a:solidFill>
            <a:srgbClr val="A3ADB0"/>
          </a:solidFill>
          <a:ln w="25400">
            <a:solidFill>
              <a:schemeClr val="bg1"/>
            </a:solidFill>
            <a:prstDash val="solid"/>
          </a:ln>
        </p:spPr>
      </p:sp>
      <p:sp>
        <p:nvSpPr>
          <p:cNvPr id="24" name="Text 22"/>
          <p:cNvSpPr txBox="1"/>
          <p:nvPr/>
        </p:nvSpPr>
        <p:spPr>
          <a:xfrm>
            <a:off x="2423160" y="3767328"/>
            <a:ext cx="4206240" cy="411480"/>
          </a:xfrm>
          <a:prstGeom prst="rect">
            <a:avLst/>
          </a:prstGeom>
          <a:noFill/>
          <a:ln/>
        </p:spPr>
        <p:txBody>
          <a:bodyPr wrap="square" lIns="0" tIns="0" rIns="0" bIns="0" rtlCol="0" anchor="t"/>
          <a:lstStyle/>
          <a:p>
            <a:pPr indent="0" marL="0">
              <a:buNone/>
            </a:pPr>
            <a:r>
              <a:rPr lang="en-US" sz="1700" b="1" dirty="0">
                <a:solidFill>
                  <a:srgbClr val="5E6B66"/>
                </a:solidFill>
              </a:rPr>
              <a:t>Deskansa</a:t>
            </a:r>
            <a:endParaRPr lang="en-US" sz="1700" dirty="0"/>
          </a:p>
        </p:txBody>
      </p:sp>
      <p:sp>
        <p:nvSpPr>
          <p:cNvPr id="25" name="Text 23"/>
          <p:cNvSpPr txBox="1"/>
          <p:nvPr/>
        </p:nvSpPr>
        <p:spPr>
          <a:xfrm>
            <a:off x="6675120" y="3794760"/>
            <a:ext cx="4967935" cy="411480"/>
          </a:xfrm>
          <a:prstGeom prst="rect">
            <a:avLst/>
          </a:prstGeom>
          <a:noFill/>
          <a:ln/>
        </p:spPr>
        <p:txBody>
          <a:bodyPr wrap="square" lIns="0" tIns="0" rIns="0" bIns="0" rtlCol="0" anchor="t"/>
          <a:lstStyle/>
          <a:p>
            <a:pPr indent="0" marL="0">
              <a:buNone/>
            </a:pPr>
            <a:r>
              <a:rPr lang="en-US" sz="1500" dirty="0">
                <a:solidFill>
                  <a:srgbClr val="5E6B66"/>
                </a:solidFill>
              </a:rPr>
              <a:t>Minutu 10</a:t>
            </a:r>
            <a:endParaRPr lang="en-US" sz="1500" dirty="0"/>
          </a:p>
        </p:txBody>
      </p:sp>
      <p:sp>
        <p:nvSpPr>
          <p:cNvPr id="26" name="Text 24"/>
          <p:cNvSpPr txBox="1"/>
          <p:nvPr/>
        </p:nvSpPr>
        <p:spPr>
          <a:xfrm>
            <a:off x="548640" y="4407408"/>
            <a:ext cx="1143000" cy="365760"/>
          </a:xfrm>
          <a:prstGeom prst="rect">
            <a:avLst/>
          </a:prstGeom>
          <a:noFill/>
          <a:ln/>
        </p:spPr>
        <p:txBody>
          <a:bodyPr wrap="square" lIns="0" tIns="0" rIns="0" bIns="0" rtlCol="0" anchor="t"/>
          <a:lstStyle/>
          <a:p>
            <a:pPr algn="r" indent="0" marL="0">
              <a:buNone/>
            </a:pPr>
            <a:r>
              <a:rPr lang="en-US" sz="1600" b="1" dirty="0">
                <a:solidFill>
                  <a:schemeClr val="accent1"/>
                </a:solidFill>
              </a:rPr>
              <a:t>15:25</a:t>
            </a:r>
            <a:endParaRPr lang="en-US" sz="1600" dirty="0"/>
          </a:p>
        </p:txBody>
      </p:sp>
      <p:sp>
        <p:nvSpPr>
          <p:cNvPr id="27" name="ag-p-5"/>
          <p:cNvSpPr/>
          <p:nvPr/>
        </p:nvSpPr>
        <p:spPr>
          <a:xfrm>
            <a:off x="1920240" y="4462272"/>
            <a:ext cx="228600" cy="228600"/>
          </a:xfrm>
          <a:prstGeom prst="ellipse">
            <a:avLst/>
          </a:prstGeom>
          <a:solidFill>
            <a:schemeClr val="accent1"/>
          </a:solidFill>
          <a:ln w="25400">
            <a:solidFill>
              <a:schemeClr val="bg1"/>
            </a:solidFill>
            <a:prstDash val="solid"/>
          </a:ln>
        </p:spPr>
      </p:sp>
      <p:sp>
        <p:nvSpPr>
          <p:cNvPr id="28" name="Text 26"/>
          <p:cNvSpPr txBox="1"/>
          <p:nvPr/>
        </p:nvSpPr>
        <p:spPr>
          <a:xfrm>
            <a:off x="2423160" y="4370832"/>
            <a:ext cx="4206240" cy="411480"/>
          </a:xfrm>
          <a:prstGeom prst="rect">
            <a:avLst/>
          </a:prstGeom>
          <a:noFill/>
          <a:ln/>
        </p:spPr>
        <p:txBody>
          <a:bodyPr wrap="square" lIns="0" tIns="0" rIns="0" bIns="0" rtlCol="0" anchor="t"/>
          <a:lstStyle/>
          <a:p>
            <a:pPr indent="0" marL="0">
              <a:buNone/>
            </a:pPr>
            <a:r>
              <a:rPr lang="en-US" sz="1700" b="1" dirty="0">
                <a:solidFill>
                  <a:schemeClr val="tx2"/>
                </a:solidFill>
              </a:rPr>
              <a:t>Kualidade dadus no duplikadu</a:t>
            </a:r>
            <a:endParaRPr lang="en-US" sz="1700" dirty="0"/>
          </a:p>
        </p:txBody>
      </p:sp>
      <p:sp>
        <p:nvSpPr>
          <p:cNvPr id="29" name="Text 27"/>
          <p:cNvSpPr txBox="1"/>
          <p:nvPr/>
        </p:nvSpPr>
        <p:spPr>
          <a:xfrm>
            <a:off x="6675120" y="4398264"/>
            <a:ext cx="4967935" cy="411480"/>
          </a:xfrm>
          <a:prstGeom prst="rect">
            <a:avLst/>
          </a:prstGeom>
          <a:noFill/>
          <a:ln/>
        </p:spPr>
        <p:txBody>
          <a:bodyPr wrap="square" lIns="0" tIns="0" rIns="0" bIns="0" rtlCol="0" anchor="t"/>
          <a:lstStyle/>
          <a:p>
            <a:pPr indent="0" marL="0">
              <a:buNone/>
            </a:pPr>
            <a:r>
              <a:rPr lang="en-US" sz="1500" dirty="0">
                <a:solidFill>
                  <a:schemeClr val="tx1"/>
                </a:solidFill>
              </a:rPr>
              <a:t>Regra 5 · evita kazu dala rua</a:t>
            </a:r>
            <a:endParaRPr lang="en-US" sz="1500" dirty="0"/>
          </a:p>
        </p:txBody>
      </p:sp>
      <p:sp>
        <p:nvSpPr>
          <p:cNvPr id="30" name="Text 28"/>
          <p:cNvSpPr txBox="1"/>
          <p:nvPr/>
        </p:nvSpPr>
        <p:spPr>
          <a:xfrm>
            <a:off x="548640" y="5010912"/>
            <a:ext cx="1143000" cy="365760"/>
          </a:xfrm>
          <a:prstGeom prst="rect">
            <a:avLst/>
          </a:prstGeom>
          <a:noFill/>
          <a:ln/>
        </p:spPr>
        <p:txBody>
          <a:bodyPr wrap="square" lIns="0" tIns="0" rIns="0" bIns="0" rtlCol="0" anchor="t"/>
          <a:lstStyle/>
          <a:p>
            <a:pPr algn="r" indent="0" marL="0">
              <a:buNone/>
            </a:pPr>
            <a:r>
              <a:rPr lang="en-US" sz="1600" b="1" dirty="0">
                <a:solidFill>
                  <a:schemeClr val="accent1"/>
                </a:solidFill>
              </a:rPr>
              <a:t>15:35</a:t>
            </a:r>
            <a:endParaRPr lang="en-US" sz="1600" dirty="0"/>
          </a:p>
        </p:txBody>
      </p:sp>
      <p:sp>
        <p:nvSpPr>
          <p:cNvPr id="31" name="ag-p-6"/>
          <p:cNvSpPr/>
          <p:nvPr/>
        </p:nvSpPr>
        <p:spPr>
          <a:xfrm>
            <a:off x="1920240" y="5065776"/>
            <a:ext cx="228600" cy="228600"/>
          </a:xfrm>
          <a:prstGeom prst="ellipse">
            <a:avLst/>
          </a:prstGeom>
          <a:solidFill>
            <a:schemeClr val="accent1"/>
          </a:solidFill>
          <a:ln w="25400">
            <a:solidFill>
              <a:schemeClr val="bg1"/>
            </a:solidFill>
            <a:prstDash val="solid"/>
          </a:ln>
        </p:spPr>
      </p:sp>
      <p:sp>
        <p:nvSpPr>
          <p:cNvPr id="32" name="Text 30"/>
          <p:cNvSpPr txBox="1"/>
          <p:nvPr/>
        </p:nvSpPr>
        <p:spPr>
          <a:xfrm>
            <a:off x="2423160" y="4974336"/>
            <a:ext cx="4206240" cy="411480"/>
          </a:xfrm>
          <a:prstGeom prst="rect">
            <a:avLst/>
          </a:prstGeom>
          <a:noFill/>
          <a:ln/>
        </p:spPr>
        <p:txBody>
          <a:bodyPr wrap="square" lIns="0" tIns="0" rIns="0" bIns="0" rtlCol="0" anchor="t"/>
          <a:lstStyle/>
          <a:p>
            <a:pPr indent="0" marL="0">
              <a:buNone/>
            </a:pPr>
            <a:r>
              <a:rPr lang="en-US" sz="1700" b="1" dirty="0">
                <a:solidFill>
                  <a:schemeClr val="tx2"/>
                </a:solidFill>
              </a:rPr>
              <a:t>Étika no seguransa</a:t>
            </a:r>
            <a:endParaRPr lang="en-US" sz="1700" dirty="0"/>
          </a:p>
        </p:txBody>
      </p:sp>
      <p:sp>
        <p:nvSpPr>
          <p:cNvPr id="33" name="Text 31"/>
          <p:cNvSpPr txBox="1"/>
          <p:nvPr/>
        </p:nvSpPr>
        <p:spPr>
          <a:xfrm>
            <a:off x="6675120" y="5001768"/>
            <a:ext cx="4967935" cy="411480"/>
          </a:xfrm>
          <a:prstGeom prst="rect">
            <a:avLst/>
          </a:prstGeom>
          <a:noFill/>
          <a:ln/>
        </p:spPr>
        <p:txBody>
          <a:bodyPr wrap="square" lIns="0" tIns="0" rIns="0" bIns="0" rtlCol="0" anchor="t"/>
          <a:lstStyle/>
          <a:p>
            <a:pPr indent="0" marL="0">
              <a:buNone/>
            </a:pPr>
            <a:r>
              <a:rPr lang="en-US" sz="1500" dirty="0">
                <a:solidFill>
                  <a:schemeClr val="tx1"/>
                </a:solidFill>
              </a:rPr>
              <a:t>Konsentimentu · HP lakon</a:t>
            </a:r>
            <a:endParaRPr lang="en-US" sz="1500" dirty="0"/>
          </a:p>
        </p:txBody>
      </p:sp>
      <p:sp>
        <p:nvSpPr>
          <p:cNvPr id="34" name="Text 32"/>
          <p:cNvSpPr txBox="1"/>
          <p:nvPr/>
        </p:nvSpPr>
        <p:spPr>
          <a:xfrm>
            <a:off x="548640" y="5614416"/>
            <a:ext cx="1143000" cy="365760"/>
          </a:xfrm>
          <a:prstGeom prst="rect">
            <a:avLst/>
          </a:prstGeom>
          <a:noFill/>
          <a:ln/>
        </p:spPr>
        <p:txBody>
          <a:bodyPr wrap="square" lIns="0" tIns="0" rIns="0" bIns="0" rtlCol="0" anchor="t"/>
          <a:lstStyle/>
          <a:p>
            <a:pPr algn="r" indent="0" marL="0">
              <a:buNone/>
            </a:pPr>
            <a:r>
              <a:rPr lang="en-US" sz="1600" b="1" dirty="0">
                <a:solidFill>
                  <a:schemeClr val="accent1"/>
                </a:solidFill>
              </a:rPr>
              <a:t>15:43</a:t>
            </a:r>
            <a:endParaRPr lang="en-US" sz="1600" dirty="0"/>
          </a:p>
        </p:txBody>
      </p:sp>
      <p:sp>
        <p:nvSpPr>
          <p:cNvPr id="35" name="ag-p-7"/>
          <p:cNvSpPr/>
          <p:nvPr/>
        </p:nvSpPr>
        <p:spPr>
          <a:xfrm>
            <a:off x="1920240" y="5669280"/>
            <a:ext cx="228600" cy="228600"/>
          </a:xfrm>
          <a:prstGeom prst="ellipse">
            <a:avLst/>
          </a:prstGeom>
          <a:solidFill>
            <a:schemeClr val="accent1"/>
          </a:solidFill>
          <a:ln w="25400">
            <a:solidFill>
              <a:schemeClr val="bg1"/>
            </a:solidFill>
            <a:prstDash val="solid"/>
          </a:ln>
        </p:spPr>
      </p:sp>
      <p:sp>
        <p:nvSpPr>
          <p:cNvPr id="36" name="Text 34"/>
          <p:cNvSpPr txBox="1"/>
          <p:nvPr/>
        </p:nvSpPr>
        <p:spPr>
          <a:xfrm>
            <a:off x="2423160" y="5577840"/>
            <a:ext cx="4206240" cy="411480"/>
          </a:xfrm>
          <a:prstGeom prst="rect">
            <a:avLst/>
          </a:prstGeom>
          <a:noFill/>
          <a:ln/>
        </p:spPr>
        <p:txBody>
          <a:bodyPr wrap="square" lIns="0" tIns="0" rIns="0" bIns="0" rtlCol="0" anchor="t"/>
          <a:lstStyle/>
          <a:p>
            <a:pPr indent="0" marL="0">
              <a:buNone/>
            </a:pPr>
            <a:r>
              <a:rPr lang="en-US" sz="1700" b="1" dirty="0">
                <a:solidFill>
                  <a:schemeClr val="tx2"/>
                </a:solidFill>
              </a:rPr>
              <a:t>Diskusaun grupu no perguntas</a:t>
            </a:r>
            <a:endParaRPr lang="en-US" sz="1700" dirty="0"/>
          </a:p>
        </p:txBody>
      </p:sp>
      <p:sp>
        <p:nvSpPr>
          <p:cNvPr id="37" name="Text 35"/>
          <p:cNvSpPr txBox="1"/>
          <p:nvPr/>
        </p:nvSpPr>
        <p:spPr>
          <a:xfrm>
            <a:off x="6675120" y="5605272"/>
            <a:ext cx="4967935" cy="411480"/>
          </a:xfrm>
          <a:prstGeom prst="rect">
            <a:avLst/>
          </a:prstGeom>
          <a:noFill/>
          <a:ln/>
        </p:spPr>
        <p:txBody>
          <a:bodyPr wrap="square" lIns="0" tIns="0" rIns="0" bIns="0" rtlCol="0" anchor="t"/>
          <a:lstStyle/>
          <a:p>
            <a:pPr indent="0" marL="0">
              <a:buNone/>
            </a:pPr>
            <a:r>
              <a:rPr lang="en-US" sz="1500" dirty="0">
                <a:solidFill>
                  <a:schemeClr val="tx1"/>
                </a:solidFill>
              </a:rPr>
              <a:t>Grupu 5 · to'o 16:00</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Dalan no status kazu</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Sé halo saida, no status signifika saida</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01</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14:08 – 14:18</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Sé halo saida iha SIBAR-RbR?</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14:08</a:t>
            </a:r>
            <a:endParaRPr lang="en-US" sz="1200" dirty="0"/>
          </a:p>
        </p:txBody>
      </p:sp>
      <p:sp>
        <p:nvSpPr>
          <p:cNvPr id="5" name="gk-0"/>
          <p:cNvSpPr/>
          <p:nvPr/>
        </p:nvSpPr>
        <p:spPr>
          <a:xfrm>
            <a:off x="548640" y="1417320"/>
            <a:ext cx="5432908" cy="2194560"/>
          </a:xfrm>
          <a:prstGeom prst="roundRect">
            <a:avLst>
              <a:gd name="adj" fmla="val 5000"/>
            </a:avLst>
          </a:prstGeom>
          <a:solidFill>
            <a:schemeClr val="bg2"/>
          </a:solidFill>
          <a:ln w="12700">
            <a:solidFill>
              <a:schemeClr val="bg2"/>
            </a:solidFill>
            <a:prstDash val="solid"/>
          </a:ln>
        </p:spPr>
      </p:sp>
      <p:sp>
        <p:nvSpPr>
          <p:cNvPr id="6" name="gk-ik-0-sirkulu"/>
          <p:cNvSpPr/>
          <p:nvPr/>
        </p:nvSpPr>
        <p:spPr>
          <a:xfrm>
            <a:off x="777240" y="1673352"/>
            <a:ext cx="777240" cy="777240"/>
          </a:xfrm>
          <a:prstGeom prst="ellipse">
            <a:avLst/>
          </a:prstGeom>
          <a:solidFill>
            <a:schemeClr val="accent1"/>
          </a:solidFill>
          <a:ln w="12700">
            <a:solidFill>
              <a:schemeClr val="accent1"/>
            </a:solidFill>
            <a:prstDash val="solid"/>
          </a:ln>
        </p:spPr>
      </p:sp>
      <p:pic>
        <p:nvPicPr>
          <p:cNvPr id="7" name="gk-ik-0-ikone" descr="preencoded.png">    </p:cNvPr>
          <p:cNvPicPr>
            <a:picLocks noChangeAspect="1"/>
          </p:cNvPicPr>
          <p:nvPr/>
        </p:nvPicPr>
        <p:blipFill>
          <a:blip r:embed="rId1"/>
          <a:stretch>
            <a:fillRect/>
          </a:stretch>
        </p:blipFill>
        <p:spPr>
          <a:xfrm>
            <a:off x="963778" y="1859890"/>
            <a:ext cx="404165" cy="404165"/>
          </a:xfrm>
          <a:prstGeom prst="rect">
            <a:avLst/>
          </a:prstGeom>
        </p:spPr>
      </p:pic>
      <p:sp>
        <p:nvSpPr>
          <p:cNvPr id="8" name="Text 5"/>
          <p:cNvSpPr txBox="1"/>
          <p:nvPr/>
        </p:nvSpPr>
        <p:spPr>
          <a:xfrm>
            <a:off x="1737360" y="1600200"/>
            <a:ext cx="4107028" cy="868680"/>
          </a:xfrm>
          <a:prstGeom prst="rect">
            <a:avLst/>
          </a:prstGeom>
          <a:noFill/>
          <a:ln/>
        </p:spPr>
        <p:txBody>
          <a:bodyPr wrap="square" lIns="0" tIns="0" rIns="0" bIns="0" rtlCol="0" anchor="ctr"/>
          <a:lstStyle/>
          <a:p>
            <a:pPr indent="0" marL="0">
              <a:buNone/>
            </a:pPr>
            <a:r>
              <a:rPr lang="en-US" sz="1700" b="1" dirty="0">
                <a:solidFill>
                  <a:schemeClr val="tx2"/>
                </a:solidFill>
              </a:rPr>
              <a:t>Investigadór / Fokal Point</a:t>
            </a:r>
            <a:endParaRPr lang="en-US" sz="1700" dirty="0"/>
          </a:p>
        </p:txBody>
      </p:sp>
      <p:sp>
        <p:nvSpPr>
          <p:cNvPr id="9" name="Text 6"/>
          <p:cNvSpPr txBox="1"/>
          <p:nvPr/>
        </p:nvSpPr>
        <p:spPr>
          <a:xfrm>
            <a:off x="777240" y="2514600"/>
            <a:ext cx="5021428" cy="1005840"/>
          </a:xfrm>
          <a:prstGeom prst="rect">
            <a:avLst/>
          </a:prstGeom>
          <a:noFill/>
          <a:ln/>
        </p:spPr>
        <p:txBody>
          <a:bodyPr wrap="square" lIns="0" tIns="0" rIns="0" bIns="0" rtlCol="0" anchor="t"/>
          <a:lstStyle/>
          <a:p>
            <a:pPr indent="0" marL="0">
              <a:buNone/>
            </a:pPr>
            <a:r>
              <a:rPr lang="en-US" sz="1500" dirty="0">
                <a:solidFill>
                  <a:schemeClr val="tx1"/>
                </a:solidFill>
              </a:rPr>
              <a:t>Rejista kazu iha terrenu (HP ka online), foti GPS no foto, husu konsentimentu, hadi'a kazu rejeitadu, halo follow-up.</a:t>
            </a:r>
            <a:endParaRPr lang="en-US" sz="1500" dirty="0"/>
          </a:p>
        </p:txBody>
      </p:sp>
      <p:sp>
        <p:nvSpPr>
          <p:cNvPr id="10" name="gk-1"/>
          <p:cNvSpPr/>
          <p:nvPr/>
        </p:nvSpPr>
        <p:spPr>
          <a:xfrm>
            <a:off x="6210148" y="1417320"/>
            <a:ext cx="5432908" cy="2194560"/>
          </a:xfrm>
          <a:prstGeom prst="roundRect">
            <a:avLst>
              <a:gd name="adj" fmla="val 5000"/>
            </a:avLst>
          </a:prstGeom>
          <a:solidFill>
            <a:schemeClr val="bg2"/>
          </a:solidFill>
          <a:ln w="12700">
            <a:solidFill>
              <a:schemeClr val="bg2"/>
            </a:solidFill>
            <a:prstDash val="solid"/>
          </a:ln>
        </p:spPr>
      </p:sp>
      <p:sp>
        <p:nvSpPr>
          <p:cNvPr id="11" name="gk-ik-1-sirkulu"/>
          <p:cNvSpPr/>
          <p:nvPr/>
        </p:nvSpPr>
        <p:spPr>
          <a:xfrm>
            <a:off x="6438748" y="1673352"/>
            <a:ext cx="777240" cy="777240"/>
          </a:xfrm>
          <a:prstGeom prst="ellipse">
            <a:avLst/>
          </a:prstGeom>
          <a:solidFill>
            <a:schemeClr val="accent5"/>
          </a:solidFill>
          <a:ln w="12700">
            <a:solidFill>
              <a:schemeClr val="accent5"/>
            </a:solidFill>
            <a:prstDash val="solid"/>
          </a:ln>
        </p:spPr>
      </p:sp>
      <p:pic>
        <p:nvPicPr>
          <p:cNvPr id="12" name="gk-ik-1-ikone" descr="preencoded.png">    </p:cNvPr>
          <p:cNvPicPr>
            <a:picLocks noChangeAspect="1"/>
          </p:cNvPicPr>
          <p:nvPr/>
        </p:nvPicPr>
        <p:blipFill>
          <a:blip r:embed="rId2"/>
          <a:stretch>
            <a:fillRect/>
          </a:stretch>
        </p:blipFill>
        <p:spPr>
          <a:xfrm>
            <a:off x="6625285" y="1859890"/>
            <a:ext cx="404165" cy="404165"/>
          </a:xfrm>
          <a:prstGeom prst="rect">
            <a:avLst/>
          </a:prstGeom>
        </p:spPr>
      </p:pic>
      <p:sp>
        <p:nvSpPr>
          <p:cNvPr id="13" name="Text 9"/>
          <p:cNvSpPr txBox="1"/>
          <p:nvPr/>
        </p:nvSpPr>
        <p:spPr>
          <a:xfrm>
            <a:off x="7398868" y="1600200"/>
            <a:ext cx="4107028" cy="868680"/>
          </a:xfrm>
          <a:prstGeom prst="rect">
            <a:avLst/>
          </a:prstGeom>
          <a:noFill/>
          <a:ln/>
        </p:spPr>
        <p:txBody>
          <a:bodyPr wrap="square" lIns="0" tIns="0" rIns="0" bIns="0" rtlCol="0" anchor="ctr"/>
          <a:lstStyle/>
          <a:p>
            <a:pPr indent="0" marL="0">
              <a:buNone/>
            </a:pPr>
            <a:r>
              <a:rPr lang="en-US" sz="1700" b="1" dirty="0">
                <a:solidFill>
                  <a:schemeClr val="tx2"/>
                </a:solidFill>
              </a:rPr>
              <a:t>Admin</a:t>
            </a:r>
            <a:endParaRPr lang="en-US" sz="1700" dirty="0"/>
          </a:p>
        </p:txBody>
      </p:sp>
      <p:sp>
        <p:nvSpPr>
          <p:cNvPr id="14" name="Text 10"/>
          <p:cNvSpPr txBox="1"/>
          <p:nvPr/>
        </p:nvSpPr>
        <p:spPr>
          <a:xfrm>
            <a:off x="6438748" y="2514600"/>
            <a:ext cx="5021428" cy="1005840"/>
          </a:xfrm>
          <a:prstGeom prst="rect">
            <a:avLst/>
          </a:prstGeom>
          <a:noFill/>
          <a:ln/>
        </p:spPr>
        <p:txBody>
          <a:bodyPr wrap="square" lIns="0" tIns="0" rIns="0" bIns="0" rtlCol="0" anchor="t"/>
          <a:lstStyle/>
          <a:p>
            <a:pPr indent="0" marL="0">
              <a:buNone/>
            </a:pPr>
            <a:r>
              <a:rPr lang="en-US" sz="1500" dirty="0">
                <a:solidFill>
                  <a:schemeClr val="tx1"/>
                </a:solidFill>
              </a:rPr>
              <a:t>Verifika dadus, fó PIN no autorizasaun offline, haruka follow-up, haree avizu duplikadu.</a:t>
            </a:r>
            <a:endParaRPr lang="en-US" sz="1500" dirty="0"/>
          </a:p>
        </p:txBody>
      </p:sp>
      <p:sp>
        <p:nvSpPr>
          <p:cNvPr id="15" name="gk-2"/>
          <p:cNvSpPr/>
          <p:nvPr/>
        </p:nvSpPr>
        <p:spPr>
          <a:xfrm>
            <a:off x="548640" y="3794760"/>
            <a:ext cx="5432908" cy="2194560"/>
          </a:xfrm>
          <a:prstGeom prst="roundRect">
            <a:avLst>
              <a:gd name="adj" fmla="val 5000"/>
            </a:avLst>
          </a:prstGeom>
          <a:solidFill>
            <a:schemeClr val="bg2"/>
          </a:solidFill>
          <a:ln w="12700">
            <a:solidFill>
              <a:schemeClr val="bg2"/>
            </a:solidFill>
            <a:prstDash val="solid"/>
          </a:ln>
        </p:spPr>
      </p:sp>
      <p:sp>
        <p:nvSpPr>
          <p:cNvPr id="16" name="gk-ik-2-sirkulu"/>
          <p:cNvSpPr/>
          <p:nvPr/>
        </p:nvSpPr>
        <p:spPr>
          <a:xfrm>
            <a:off x="777240" y="4050792"/>
            <a:ext cx="777240" cy="777240"/>
          </a:xfrm>
          <a:prstGeom prst="ellipse">
            <a:avLst/>
          </a:prstGeom>
          <a:solidFill>
            <a:schemeClr val="tx2"/>
          </a:solidFill>
          <a:ln w="12700">
            <a:solidFill>
              <a:schemeClr val="tx2"/>
            </a:solidFill>
            <a:prstDash val="solid"/>
          </a:ln>
        </p:spPr>
      </p:sp>
      <p:pic>
        <p:nvPicPr>
          <p:cNvPr id="17" name="gk-ik-2-ikone" descr="preencoded.png">    </p:cNvPr>
          <p:cNvPicPr>
            <a:picLocks noChangeAspect="1"/>
          </p:cNvPicPr>
          <p:nvPr/>
        </p:nvPicPr>
        <p:blipFill>
          <a:blip r:embed="rId3"/>
          <a:stretch>
            <a:fillRect/>
          </a:stretch>
        </p:blipFill>
        <p:spPr>
          <a:xfrm>
            <a:off x="963778" y="4237330"/>
            <a:ext cx="404165" cy="404165"/>
          </a:xfrm>
          <a:prstGeom prst="rect">
            <a:avLst/>
          </a:prstGeom>
        </p:spPr>
      </p:pic>
      <p:sp>
        <p:nvSpPr>
          <p:cNvPr id="18" name="Text 13"/>
          <p:cNvSpPr txBox="1"/>
          <p:nvPr/>
        </p:nvSpPr>
        <p:spPr>
          <a:xfrm>
            <a:off x="1737360" y="3977640"/>
            <a:ext cx="4107028" cy="868680"/>
          </a:xfrm>
          <a:prstGeom prst="rect">
            <a:avLst/>
          </a:prstGeom>
          <a:noFill/>
          <a:ln/>
        </p:spPr>
        <p:txBody>
          <a:bodyPr wrap="square" lIns="0" tIns="0" rIns="0" bIns="0" rtlCol="0" anchor="ctr"/>
          <a:lstStyle/>
          <a:p>
            <a:pPr indent="0" marL="0">
              <a:buNone/>
            </a:pPr>
            <a:r>
              <a:rPr lang="en-US" sz="1700" b="1" dirty="0">
                <a:solidFill>
                  <a:schemeClr val="tx2"/>
                </a:solidFill>
              </a:rPr>
              <a:t>Superadmin</a:t>
            </a:r>
            <a:endParaRPr lang="en-US" sz="1700" dirty="0"/>
          </a:p>
        </p:txBody>
      </p:sp>
      <p:sp>
        <p:nvSpPr>
          <p:cNvPr id="19" name="Text 14"/>
          <p:cNvSpPr txBox="1"/>
          <p:nvPr/>
        </p:nvSpPr>
        <p:spPr>
          <a:xfrm>
            <a:off x="777240" y="4892040"/>
            <a:ext cx="5021428" cy="1005840"/>
          </a:xfrm>
          <a:prstGeom prst="rect">
            <a:avLst/>
          </a:prstGeom>
          <a:noFill/>
          <a:ln/>
        </p:spPr>
        <p:txBody>
          <a:bodyPr wrap="square" lIns="0" tIns="0" rIns="0" bIns="0" rtlCol="0" anchor="t"/>
          <a:lstStyle/>
          <a:p>
            <a:pPr indent="0" marL="0">
              <a:buNone/>
            </a:pPr>
            <a:r>
              <a:rPr lang="en-US" sz="1500" dirty="0">
                <a:solidFill>
                  <a:schemeClr val="tx1"/>
                </a:solidFill>
              </a:rPr>
              <a:t>Aprova kazu, deside portal públiku, jere sistema.</a:t>
            </a:r>
            <a:endParaRPr lang="en-US" sz="1500" dirty="0"/>
          </a:p>
        </p:txBody>
      </p:sp>
      <p:sp>
        <p:nvSpPr>
          <p:cNvPr id="20" name="gk-3"/>
          <p:cNvSpPr/>
          <p:nvPr/>
        </p:nvSpPr>
        <p:spPr>
          <a:xfrm>
            <a:off x="6210148" y="3794760"/>
            <a:ext cx="5432908" cy="2194560"/>
          </a:xfrm>
          <a:prstGeom prst="roundRect">
            <a:avLst>
              <a:gd name="adj" fmla="val 5000"/>
            </a:avLst>
          </a:prstGeom>
          <a:solidFill>
            <a:schemeClr val="bg2"/>
          </a:solidFill>
          <a:ln w="12700">
            <a:solidFill>
              <a:schemeClr val="bg2"/>
            </a:solidFill>
            <a:prstDash val="solid"/>
          </a:ln>
        </p:spPr>
      </p:sp>
      <p:sp>
        <p:nvSpPr>
          <p:cNvPr id="21" name="gk-ik-3-sirkulu"/>
          <p:cNvSpPr/>
          <p:nvPr/>
        </p:nvSpPr>
        <p:spPr>
          <a:xfrm>
            <a:off x="6438748" y="4050792"/>
            <a:ext cx="777240" cy="777240"/>
          </a:xfrm>
          <a:prstGeom prst="ellipse">
            <a:avLst/>
          </a:prstGeom>
          <a:solidFill>
            <a:schemeClr val="accent4"/>
          </a:solidFill>
          <a:ln w="12700">
            <a:solidFill>
              <a:schemeClr val="accent4"/>
            </a:solidFill>
            <a:prstDash val="solid"/>
          </a:ln>
        </p:spPr>
      </p:sp>
      <p:pic>
        <p:nvPicPr>
          <p:cNvPr id="22" name="gk-ik-3-ikone" descr="preencoded.png">    </p:cNvPr>
          <p:cNvPicPr>
            <a:picLocks noChangeAspect="1"/>
          </p:cNvPicPr>
          <p:nvPr/>
        </p:nvPicPr>
        <p:blipFill>
          <a:blip r:embed="rId4"/>
          <a:stretch>
            <a:fillRect/>
          </a:stretch>
        </p:blipFill>
        <p:spPr>
          <a:xfrm>
            <a:off x="6625285" y="4237330"/>
            <a:ext cx="404165" cy="404165"/>
          </a:xfrm>
          <a:prstGeom prst="rect">
            <a:avLst/>
          </a:prstGeom>
        </p:spPr>
      </p:pic>
      <p:sp>
        <p:nvSpPr>
          <p:cNvPr id="23" name="Text 17"/>
          <p:cNvSpPr txBox="1"/>
          <p:nvPr/>
        </p:nvSpPr>
        <p:spPr>
          <a:xfrm>
            <a:off x="7398868" y="3977640"/>
            <a:ext cx="4107028" cy="868680"/>
          </a:xfrm>
          <a:prstGeom prst="rect">
            <a:avLst/>
          </a:prstGeom>
          <a:noFill/>
          <a:ln/>
        </p:spPr>
        <p:txBody>
          <a:bodyPr wrap="square" lIns="0" tIns="0" rIns="0" bIns="0" rtlCol="0" anchor="ctr"/>
          <a:lstStyle/>
          <a:p>
            <a:pPr indent="0" marL="0">
              <a:buNone/>
            </a:pPr>
            <a:r>
              <a:rPr lang="en-US" sz="1700" b="1" dirty="0">
                <a:solidFill>
                  <a:schemeClr val="tx2"/>
                </a:solidFill>
              </a:rPr>
              <a:t>Ofisiál Legál</a:t>
            </a:r>
            <a:endParaRPr lang="en-US" sz="1700" dirty="0"/>
          </a:p>
        </p:txBody>
      </p:sp>
      <p:sp>
        <p:nvSpPr>
          <p:cNvPr id="24" name="Text 18"/>
          <p:cNvSpPr txBox="1"/>
          <p:nvPr/>
        </p:nvSpPr>
        <p:spPr>
          <a:xfrm>
            <a:off x="6438748" y="4892040"/>
            <a:ext cx="5021428" cy="1005840"/>
          </a:xfrm>
          <a:prstGeom prst="rect">
            <a:avLst/>
          </a:prstGeom>
          <a:noFill/>
          <a:ln/>
        </p:spPr>
        <p:txBody>
          <a:bodyPr wrap="square" lIns="0" tIns="0" rIns="0" bIns="0" rtlCol="0" anchor="t"/>
          <a:lstStyle/>
          <a:p>
            <a:pPr indent="0" marL="0">
              <a:buNone/>
            </a:pPr>
            <a:r>
              <a:rPr lang="en-US" sz="1500" dirty="0">
                <a:solidFill>
                  <a:schemeClr val="tx1"/>
                </a:solidFill>
              </a:rPr>
              <a:t>Akompaña kazu advokasia ativu, dossier legál, tribunál.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Status kazu: signifika saida?</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14:12</a:t>
            </a:r>
            <a:endParaRPr lang="en-US" sz="1200" dirty="0"/>
          </a:p>
        </p:txBody>
      </p:sp>
      <p:sp>
        <p:nvSpPr>
          <p:cNvPr id="5" name="st-0"/>
          <p:cNvSpPr/>
          <p:nvPr/>
        </p:nvSpPr>
        <p:spPr>
          <a:xfrm>
            <a:off x="594360" y="1463040"/>
            <a:ext cx="1807403" cy="731520"/>
          </a:xfrm>
          <a:prstGeom prst="roundRect">
            <a:avLst>
              <a:gd name="adj" fmla="val 50000"/>
            </a:avLst>
          </a:prstGeom>
          <a:solidFill>
            <a:srgbClr val="A3ADB0"/>
          </a:solidFill>
          <a:ln w="12700">
            <a:solidFill>
              <a:srgbClr val="A3ADB0"/>
            </a:solidFill>
            <a:prstDash val="solid"/>
          </a:ln>
        </p:spPr>
      </p:sp>
      <p:sp>
        <p:nvSpPr>
          <p:cNvPr id="6" name="Text 4"/>
          <p:cNvSpPr txBox="1"/>
          <p:nvPr/>
        </p:nvSpPr>
        <p:spPr>
          <a:xfrm>
            <a:off x="594360" y="1463040"/>
            <a:ext cx="1807403" cy="731520"/>
          </a:xfrm>
          <a:prstGeom prst="rect">
            <a:avLst/>
          </a:prstGeom>
          <a:noFill/>
          <a:ln/>
        </p:spPr>
        <p:txBody>
          <a:bodyPr wrap="square" lIns="0" tIns="0" rIns="0" bIns="0" rtlCol="0" anchor="ctr"/>
          <a:lstStyle/>
          <a:p>
            <a:pPr algn="ctr" indent="0" marL="0">
              <a:buNone/>
            </a:pPr>
            <a:r>
              <a:rPr lang="en-US" sz="1500" b="1" dirty="0">
                <a:solidFill>
                  <a:schemeClr val="bg1"/>
                </a:solidFill>
              </a:rPr>
              <a:t>Rascunho</a:t>
            </a:r>
            <a:endParaRPr lang="en-US" sz="1500" dirty="0"/>
          </a:p>
        </p:txBody>
      </p:sp>
      <p:sp>
        <p:nvSpPr>
          <p:cNvPr id="7" name="Text 5"/>
          <p:cNvSpPr txBox="1"/>
          <p:nvPr/>
        </p:nvSpPr>
        <p:spPr>
          <a:xfrm>
            <a:off x="594360" y="2286000"/>
            <a:ext cx="1807403" cy="548640"/>
          </a:xfrm>
          <a:prstGeom prst="rect">
            <a:avLst/>
          </a:prstGeom>
          <a:noFill/>
          <a:ln/>
        </p:spPr>
        <p:txBody>
          <a:bodyPr wrap="square" lIns="0" tIns="0" rIns="0" bIns="0" rtlCol="0" anchor="t"/>
          <a:lstStyle/>
          <a:p>
            <a:pPr algn="ctr" indent="0" marL="0">
              <a:buNone/>
            </a:pPr>
            <a:r>
              <a:rPr lang="en-US" sz="1300" dirty="0">
                <a:solidFill>
                  <a:schemeClr val="tx1"/>
                </a:solidFill>
              </a:rPr>
              <a:t>Seidauk remata</a:t>
            </a:r>
            <a:endParaRPr lang="en-US" sz="1300" dirty="0"/>
          </a:p>
        </p:txBody>
      </p:sp>
      <p:sp>
        <p:nvSpPr>
          <p:cNvPr id="8" name="st-s-0"/>
          <p:cNvSpPr/>
          <p:nvPr/>
        </p:nvSpPr>
        <p:spPr>
          <a:xfrm>
            <a:off x="2420051" y="1828800"/>
            <a:ext cx="374904" cy="914"/>
          </a:xfrm>
          <a:prstGeom prst="line">
            <a:avLst/>
          </a:prstGeom>
          <a:noFill/>
          <a:ln w="25400">
            <a:solidFill>
              <a:schemeClr val="tx2"/>
            </a:solidFill>
            <a:prstDash val="solid"/>
            <a:tailEnd type="triangle"/>
          </a:ln>
        </p:spPr>
      </p:sp>
      <p:sp>
        <p:nvSpPr>
          <p:cNvPr id="9" name="st-1"/>
          <p:cNvSpPr/>
          <p:nvPr/>
        </p:nvSpPr>
        <p:spPr>
          <a:xfrm>
            <a:off x="2813243" y="1463040"/>
            <a:ext cx="1807403" cy="731520"/>
          </a:xfrm>
          <a:prstGeom prst="roundRect">
            <a:avLst>
              <a:gd name="adj" fmla="val 50000"/>
            </a:avLst>
          </a:prstGeom>
          <a:solidFill>
            <a:schemeClr val="accent6"/>
          </a:solidFill>
          <a:ln w="12700">
            <a:solidFill>
              <a:schemeClr val="accent6"/>
            </a:solidFill>
            <a:prstDash val="solid"/>
          </a:ln>
        </p:spPr>
      </p:sp>
      <p:sp>
        <p:nvSpPr>
          <p:cNvPr id="10" name="Text 8"/>
          <p:cNvSpPr txBox="1"/>
          <p:nvPr/>
        </p:nvSpPr>
        <p:spPr>
          <a:xfrm>
            <a:off x="2813243" y="1463040"/>
            <a:ext cx="1807403" cy="731520"/>
          </a:xfrm>
          <a:prstGeom prst="rect">
            <a:avLst/>
          </a:prstGeom>
          <a:noFill/>
          <a:ln/>
        </p:spPr>
        <p:txBody>
          <a:bodyPr wrap="square" lIns="0" tIns="0" rIns="0" bIns="0" rtlCol="0" anchor="ctr"/>
          <a:lstStyle/>
          <a:p>
            <a:pPr algn="ctr" indent="0" marL="0">
              <a:buNone/>
            </a:pPr>
            <a:r>
              <a:rPr lang="en-US" sz="1500" b="1" dirty="0">
                <a:solidFill>
                  <a:schemeClr val="bg1"/>
                </a:solidFill>
              </a:rPr>
              <a:t>Hein Sinál</a:t>
            </a:r>
            <a:endParaRPr lang="en-US" sz="1500" dirty="0"/>
          </a:p>
        </p:txBody>
      </p:sp>
      <p:sp>
        <p:nvSpPr>
          <p:cNvPr id="11" name="Text 9"/>
          <p:cNvSpPr txBox="1"/>
          <p:nvPr/>
        </p:nvSpPr>
        <p:spPr>
          <a:xfrm>
            <a:off x="2813243" y="2286000"/>
            <a:ext cx="1807403" cy="548640"/>
          </a:xfrm>
          <a:prstGeom prst="rect">
            <a:avLst/>
          </a:prstGeom>
          <a:noFill/>
          <a:ln/>
        </p:spPr>
        <p:txBody>
          <a:bodyPr wrap="square" lIns="0" tIns="0" rIns="0" bIns="0" rtlCol="0" anchor="t"/>
          <a:lstStyle/>
          <a:p>
            <a:pPr algn="ctr" indent="0" marL="0">
              <a:buNone/>
            </a:pPr>
            <a:r>
              <a:rPr lang="en-US" sz="1300" dirty="0">
                <a:solidFill>
                  <a:schemeClr val="tx1"/>
                </a:solidFill>
              </a:rPr>
              <a:t>Iha HP, hein internet</a:t>
            </a:r>
            <a:endParaRPr lang="en-US" sz="1300" dirty="0"/>
          </a:p>
        </p:txBody>
      </p:sp>
      <p:sp>
        <p:nvSpPr>
          <p:cNvPr id="12" name="st-s-1"/>
          <p:cNvSpPr/>
          <p:nvPr/>
        </p:nvSpPr>
        <p:spPr>
          <a:xfrm>
            <a:off x="4638934" y="1828800"/>
            <a:ext cx="374904" cy="914"/>
          </a:xfrm>
          <a:prstGeom prst="line">
            <a:avLst/>
          </a:prstGeom>
          <a:noFill/>
          <a:ln w="25400">
            <a:solidFill>
              <a:schemeClr val="tx2"/>
            </a:solidFill>
            <a:prstDash val="solid"/>
            <a:tailEnd type="triangle"/>
          </a:ln>
        </p:spPr>
      </p:sp>
      <p:sp>
        <p:nvSpPr>
          <p:cNvPr id="13" name="st-2"/>
          <p:cNvSpPr/>
          <p:nvPr/>
        </p:nvSpPr>
        <p:spPr>
          <a:xfrm>
            <a:off x="5032126" y="1463040"/>
            <a:ext cx="1807403" cy="731520"/>
          </a:xfrm>
          <a:prstGeom prst="roundRect">
            <a:avLst>
              <a:gd name="adj" fmla="val 50000"/>
            </a:avLst>
          </a:prstGeom>
          <a:solidFill>
            <a:schemeClr val="accent5"/>
          </a:solidFill>
          <a:ln w="12700">
            <a:solidFill>
              <a:schemeClr val="accent5"/>
            </a:solidFill>
            <a:prstDash val="solid"/>
          </a:ln>
        </p:spPr>
      </p:sp>
      <p:sp>
        <p:nvSpPr>
          <p:cNvPr id="14" name="Text 12"/>
          <p:cNvSpPr txBox="1"/>
          <p:nvPr/>
        </p:nvSpPr>
        <p:spPr>
          <a:xfrm>
            <a:off x="5032126" y="1463040"/>
            <a:ext cx="1807403" cy="731520"/>
          </a:xfrm>
          <a:prstGeom prst="rect">
            <a:avLst/>
          </a:prstGeom>
          <a:noFill/>
          <a:ln/>
        </p:spPr>
        <p:txBody>
          <a:bodyPr wrap="square" lIns="0" tIns="0" rIns="0" bIns="0" rtlCol="0" anchor="ctr"/>
          <a:lstStyle/>
          <a:p>
            <a:pPr algn="ctr" indent="0" marL="0">
              <a:buNone/>
            </a:pPr>
            <a:r>
              <a:rPr lang="en-US" sz="1500" b="1" dirty="0">
                <a:solidFill>
                  <a:schemeClr val="bg1"/>
                </a:solidFill>
              </a:rPr>
              <a:t>Hein Verifikasaun</a:t>
            </a:r>
            <a:endParaRPr lang="en-US" sz="1500" dirty="0"/>
          </a:p>
        </p:txBody>
      </p:sp>
      <p:sp>
        <p:nvSpPr>
          <p:cNvPr id="15" name="Text 13"/>
          <p:cNvSpPr txBox="1"/>
          <p:nvPr/>
        </p:nvSpPr>
        <p:spPr>
          <a:xfrm>
            <a:off x="5032126" y="2286000"/>
            <a:ext cx="1807403" cy="548640"/>
          </a:xfrm>
          <a:prstGeom prst="rect">
            <a:avLst/>
          </a:prstGeom>
          <a:noFill/>
          <a:ln/>
        </p:spPr>
        <p:txBody>
          <a:bodyPr wrap="square" lIns="0" tIns="0" rIns="0" bIns="0" rtlCol="0" anchor="t"/>
          <a:lstStyle/>
          <a:p>
            <a:pPr algn="ctr" indent="0" marL="0">
              <a:buNone/>
            </a:pPr>
            <a:r>
              <a:rPr lang="en-US" sz="1300" dirty="0">
                <a:solidFill>
                  <a:schemeClr val="tx1"/>
                </a:solidFill>
              </a:rPr>
              <a:t>Iha server, Admin haree</a:t>
            </a:r>
            <a:endParaRPr lang="en-US" sz="1300" dirty="0"/>
          </a:p>
        </p:txBody>
      </p:sp>
      <p:sp>
        <p:nvSpPr>
          <p:cNvPr id="16" name="st-s-2"/>
          <p:cNvSpPr/>
          <p:nvPr/>
        </p:nvSpPr>
        <p:spPr>
          <a:xfrm>
            <a:off x="6857817" y="1828800"/>
            <a:ext cx="374904" cy="914"/>
          </a:xfrm>
          <a:prstGeom prst="line">
            <a:avLst/>
          </a:prstGeom>
          <a:noFill/>
          <a:ln w="25400">
            <a:solidFill>
              <a:schemeClr val="tx2"/>
            </a:solidFill>
            <a:prstDash val="solid"/>
            <a:tailEnd type="triangle"/>
          </a:ln>
        </p:spPr>
      </p:sp>
      <p:sp>
        <p:nvSpPr>
          <p:cNvPr id="17" name="st-3"/>
          <p:cNvSpPr/>
          <p:nvPr/>
        </p:nvSpPr>
        <p:spPr>
          <a:xfrm>
            <a:off x="7251009" y="1463040"/>
            <a:ext cx="1807403" cy="731520"/>
          </a:xfrm>
          <a:prstGeom prst="roundRect">
            <a:avLst>
              <a:gd name="adj" fmla="val 50000"/>
            </a:avLst>
          </a:prstGeom>
          <a:solidFill>
            <a:schemeClr val="accent1"/>
          </a:solidFill>
          <a:ln w="12700">
            <a:solidFill>
              <a:schemeClr val="accent1"/>
            </a:solidFill>
            <a:prstDash val="solid"/>
          </a:ln>
        </p:spPr>
      </p:sp>
      <p:sp>
        <p:nvSpPr>
          <p:cNvPr id="18" name="Text 16"/>
          <p:cNvSpPr txBox="1"/>
          <p:nvPr/>
        </p:nvSpPr>
        <p:spPr>
          <a:xfrm>
            <a:off x="7251009" y="1463040"/>
            <a:ext cx="1807403" cy="731520"/>
          </a:xfrm>
          <a:prstGeom prst="rect">
            <a:avLst/>
          </a:prstGeom>
          <a:noFill/>
          <a:ln/>
        </p:spPr>
        <p:txBody>
          <a:bodyPr wrap="square" lIns="0" tIns="0" rIns="0" bIns="0" rtlCol="0" anchor="ctr"/>
          <a:lstStyle/>
          <a:p>
            <a:pPr algn="ctr" indent="0" marL="0">
              <a:buNone/>
            </a:pPr>
            <a:r>
              <a:rPr lang="en-US" sz="1500" b="1" dirty="0">
                <a:solidFill>
                  <a:schemeClr val="bg1"/>
                </a:solidFill>
              </a:rPr>
              <a:t>Verifikadu</a:t>
            </a:r>
            <a:endParaRPr lang="en-US" sz="1500" dirty="0"/>
          </a:p>
        </p:txBody>
      </p:sp>
      <p:sp>
        <p:nvSpPr>
          <p:cNvPr id="19" name="Text 17"/>
          <p:cNvSpPr txBox="1"/>
          <p:nvPr/>
        </p:nvSpPr>
        <p:spPr>
          <a:xfrm>
            <a:off x="7251009" y="2286000"/>
            <a:ext cx="1807403" cy="548640"/>
          </a:xfrm>
          <a:prstGeom prst="rect">
            <a:avLst/>
          </a:prstGeom>
          <a:noFill/>
          <a:ln/>
        </p:spPr>
        <p:txBody>
          <a:bodyPr wrap="square" lIns="0" tIns="0" rIns="0" bIns="0" rtlCol="0" anchor="t"/>
          <a:lstStyle/>
          <a:p>
            <a:pPr algn="ctr" indent="0" marL="0">
              <a:buNone/>
            </a:pPr>
            <a:r>
              <a:rPr lang="en-US" sz="1300" dirty="0">
                <a:solidFill>
                  <a:schemeClr val="tx1"/>
                </a:solidFill>
              </a:rPr>
              <a:t>Admin konfirma</a:t>
            </a:r>
            <a:endParaRPr lang="en-US" sz="1300" dirty="0"/>
          </a:p>
        </p:txBody>
      </p:sp>
      <p:sp>
        <p:nvSpPr>
          <p:cNvPr id="20" name="st-s-3"/>
          <p:cNvSpPr/>
          <p:nvPr/>
        </p:nvSpPr>
        <p:spPr>
          <a:xfrm>
            <a:off x="9076700" y="1828800"/>
            <a:ext cx="374904" cy="914"/>
          </a:xfrm>
          <a:prstGeom prst="line">
            <a:avLst/>
          </a:prstGeom>
          <a:noFill/>
          <a:ln w="25400">
            <a:solidFill>
              <a:schemeClr val="tx2"/>
            </a:solidFill>
            <a:prstDash val="solid"/>
            <a:tailEnd type="triangle"/>
          </a:ln>
        </p:spPr>
      </p:sp>
      <p:sp>
        <p:nvSpPr>
          <p:cNvPr id="21" name="st-4"/>
          <p:cNvSpPr/>
          <p:nvPr/>
        </p:nvSpPr>
        <p:spPr>
          <a:xfrm>
            <a:off x="9469892" y="1463040"/>
            <a:ext cx="1807403" cy="731520"/>
          </a:xfrm>
          <a:prstGeom prst="roundRect">
            <a:avLst>
              <a:gd name="adj" fmla="val 50000"/>
            </a:avLst>
          </a:prstGeom>
          <a:solidFill>
            <a:schemeClr val="tx2"/>
          </a:solidFill>
          <a:ln w="12700">
            <a:solidFill>
              <a:schemeClr val="tx2"/>
            </a:solidFill>
            <a:prstDash val="solid"/>
          </a:ln>
        </p:spPr>
      </p:sp>
      <p:sp>
        <p:nvSpPr>
          <p:cNvPr id="22" name="Text 20"/>
          <p:cNvSpPr txBox="1"/>
          <p:nvPr/>
        </p:nvSpPr>
        <p:spPr>
          <a:xfrm>
            <a:off x="9469892" y="1463040"/>
            <a:ext cx="1807403" cy="731520"/>
          </a:xfrm>
          <a:prstGeom prst="rect">
            <a:avLst/>
          </a:prstGeom>
          <a:noFill/>
          <a:ln/>
        </p:spPr>
        <p:txBody>
          <a:bodyPr wrap="square" lIns="0" tIns="0" rIns="0" bIns="0" rtlCol="0" anchor="ctr"/>
          <a:lstStyle/>
          <a:p>
            <a:pPr algn="ctr" indent="0" marL="0">
              <a:buNone/>
            </a:pPr>
            <a:r>
              <a:rPr lang="en-US" sz="1500" b="1" dirty="0">
                <a:solidFill>
                  <a:schemeClr val="bg1"/>
                </a:solidFill>
              </a:rPr>
              <a:t>Aprovadu</a:t>
            </a:r>
            <a:endParaRPr lang="en-US" sz="1500" dirty="0"/>
          </a:p>
        </p:txBody>
      </p:sp>
      <p:sp>
        <p:nvSpPr>
          <p:cNvPr id="23" name="Text 21"/>
          <p:cNvSpPr txBox="1"/>
          <p:nvPr/>
        </p:nvSpPr>
        <p:spPr>
          <a:xfrm>
            <a:off x="9469892" y="2286000"/>
            <a:ext cx="1807403" cy="548640"/>
          </a:xfrm>
          <a:prstGeom prst="rect">
            <a:avLst/>
          </a:prstGeom>
          <a:noFill/>
          <a:ln/>
        </p:spPr>
        <p:txBody>
          <a:bodyPr wrap="square" lIns="0" tIns="0" rIns="0" bIns="0" rtlCol="0" anchor="t"/>
          <a:lstStyle/>
          <a:p>
            <a:pPr algn="ctr" indent="0" marL="0">
              <a:buNone/>
            </a:pPr>
            <a:r>
              <a:rPr lang="en-US" sz="1300" dirty="0">
                <a:solidFill>
                  <a:schemeClr val="tx1"/>
                </a:solidFill>
              </a:rPr>
              <a:t>Superadmin aprova</a:t>
            </a:r>
            <a:endParaRPr lang="en-US" sz="1300" dirty="0"/>
          </a:p>
        </p:txBody>
      </p:sp>
      <p:sp>
        <p:nvSpPr>
          <p:cNvPr id="24" name="es-0"/>
          <p:cNvSpPr/>
          <p:nvPr/>
        </p:nvSpPr>
        <p:spPr>
          <a:xfrm>
            <a:off x="548640" y="3154680"/>
            <a:ext cx="3469538" cy="2926080"/>
          </a:xfrm>
          <a:prstGeom prst="roundRect">
            <a:avLst>
              <a:gd name="adj" fmla="val 3750"/>
            </a:avLst>
          </a:prstGeom>
          <a:solidFill>
            <a:schemeClr val="bg2"/>
          </a:solidFill>
          <a:ln w="12700">
            <a:solidFill>
              <a:schemeClr val="bg2"/>
            </a:solidFill>
            <a:prstDash val="solid"/>
          </a:ln>
        </p:spPr>
      </p:sp>
      <p:sp>
        <p:nvSpPr>
          <p:cNvPr id="25" name="es-ik-0-sirkulu"/>
          <p:cNvSpPr/>
          <p:nvPr/>
        </p:nvSpPr>
        <p:spPr>
          <a:xfrm>
            <a:off x="822960" y="3383280"/>
            <a:ext cx="868680" cy="868680"/>
          </a:xfrm>
          <a:prstGeom prst="ellipse">
            <a:avLst/>
          </a:prstGeom>
          <a:solidFill>
            <a:schemeClr val="accent4"/>
          </a:solidFill>
          <a:ln w="12700">
            <a:solidFill>
              <a:schemeClr val="accent4"/>
            </a:solidFill>
            <a:prstDash val="solid"/>
          </a:ln>
        </p:spPr>
      </p:sp>
      <p:pic>
        <p:nvPicPr>
          <p:cNvPr id="26" name="es-ik-0-ikone" descr="preencoded.png">    </p:cNvPr>
          <p:cNvPicPr>
            <a:picLocks noChangeAspect="1"/>
          </p:cNvPicPr>
          <p:nvPr/>
        </p:nvPicPr>
        <p:blipFill>
          <a:blip r:embed="rId1"/>
          <a:stretch>
            <a:fillRect/>
          </a:stretch>
        </p:blipFill>
        <p:spPr>
          <a:xfrm>
            <a:off x="1031443" y="3591763"/>
            <a:ext cx="451714" cy="451714"/>
          </a:xfrm>
          <a:prstGeom prst="rect">
            <a:avLst/>
          </a:prstGeom>
        </p:spPr>
      </p:pic>
      <p:sp>
        <p:nvSpPr>
          <p:cNvPr id="27" name="Text 24"/>
          <p:cNvSpPr txBox="1"/>
          <p:nvPr/>
        </p:nvSpPr>
        <p:spPr>
          <a:xfrm>
            <a:off x="1874520" y="3383280"/>
            <a:ext cx="2006498" cy="868680"/>
          </a:xfrm>
          <a:prstGeom prst="rect">
            <a:avLst/>
          </a:prstGeom>
          <a:noFill/>
          <a:ln/>
        </p:spPr>
        <p:txBody>
          <a:bodyPr wrap="square" lIns="0" tIns="0" rIns="0" bIns="0" rtlCol="0" anchor="ctr"/>
          <a:lstStyle/>
          <a:p>
            <a:pPr indent="0" marL="0">
              <a:buNone/>
            </a:pPr>
            <a:r>
              <a:rPr lang="en-US" sz="1900" b="1" dirty="0">
                <a:solidFill>
                  <a:schemeClr val="tx2"/>
                </a:solidFill>
              </a:rPr>
              <a:t>Rejeitadu</a:t>
            </a:r>
            <a:endParaRPr lang="en-US" sz="1900" dirty="0"/>
          </a:p>
        </p:txBody>
      </p:sp>
      <p:sp>
        <p:nvSpPr>
          <p:cNvPr id="28" name="Text 25"/>
          <p:cNvSpPr txBox="1"/>
          <p:nvPr/>
        </p:nvSpPr>
        <p:spPr>
          <a:xfrm>
            <a:off x="822960" y="4434840"/>
            <a:ext cx="2966618" cy="1508760"/>
          </a:xfrm>
          <a:prstGeom prst="rect">
            <a:avLst/>
          </a:prstGeom>
          <a:noFill/>
          <a:ln/>
        </p:spPr>
        <p:txBody>
          <a:bodyPr wrap="square" lIns="0" tIns="0" rIns="0" bIns="0" rtlCol="0" anchor="t"/>
          <a:lstStyle/>
          <a:p>
            <a:pPr indent="0" marL="0">
              <a:buNone/>
            </a:pPr>
            <a:r>
              <a:rPr lang="en-US" sz="1500" dirty="0">
                <a:solidFill>
                  <a:schemeClr val="tx1"/>
                </a:solidFill>
              </a:rPr>
              <a:t>Admin haruka fila ho nota. Imi lee nota, hadi'a no haruka fali.</a:t>
            </a:r>
            <a:endParaRPr lang="en-US" sz="1500" dirty="0"/>
          </a:p>
        </p:txBody>
      </p:sp>
      <p:sp>
        <p:nvSpPr>
          <p:cNvPr id="29" name="es-1"/>
          <p:cNvSpPr/>
          <p:nvPr/>
        </p:nvSpPr>
        <p:spPr>
          <a:xfrm>
            <a:off x="4246778" y="3154680"/>
            <a:ext cx="3469538" cy="2926080"/>
          </a:xfrm>
          <a:prstGeom prst="roundRect">
            <a:avLst>
              <a:gd name="adj" fmla="val 3750"/>
            </a:avLst>
          </a:prstGeom>
          <a:solidFill>
            <a:schemeClr val="bg2"/>
          </a:solidFill>
          <a:ln w="12700">
            <a:solidFill>
              <a:schemeClr val="bg2"/>
            </a:solidFill>
            <a:prstDash val="solid"/>
          </a:ln>
        </p:spPr>
      </p:sp>
      <p:sp>
        <p:nvSpPr>
          <p:cNvPr id="30" name="es-ik-1-sirkulu"/>
          <p:cNvSpPr/>
          <p:nvPr/>
        </p:nvSpPr>
        <p:spPr>
          <a:xfrm>
            <a:off x="4521098" y="3383280"/>
            <a:ext cx="868680" cy="868680"/>
          </a:xfrm>
          <a:prstGeom prst="ellipse">
            <a:avLst/>
          </a:prstGeom>
          <a:solidFill>
            <a:schemeClr val="accent3"/>
          </a:solidFill>
          <a:ln w="12700">
            <a:solidFill>
              <a:schemeClr val="accent3"/>
            </a:solidFill>
            <a:prstDash val="solid"/>
          </a:ln>
        </p:spPr>
      </p:sp>
      <p:pic>
        <p:nvPicPr>
          <p:cNvPr id="31" name="es-ik-1-ikone" descr="preencoded.png">    </p:cNvPr>
          <p:cNvPicPr>
            <a:picLocks noChangeAspect="1"/>
          </p:cNvPicPr>
          <p:nvPr/>
        </p:nvPicPr>
        <p:blipFill>
          <a:blip r:embed="rId2"/>
          <a:stretch>
            <a:fillRect/>
          </a:stretch>
        </p:blipFill>
        <p:spPr>
          <a:xfrm>
            <a:off x="4729582" y="3591763"/>
            <a:ext cx="451714" cy="451714"/>
          </a:xfrm>
          <a:prstGeom prst="rect">
            <a:avLst/>
          </a:prstGeom>
        </p:spPr>
      </p:pic>
      <p:sp>
        <p:nvSpPr>
          <p:cNvPr id="32" name="Text 28"/>
          <p:cNvSpPr txBox="1"/>
          <p:nvPr/>
        </p:nvSpPr>
        <p:spPr>
          <a:xfrm>
            <a:off x="5572658" y="3383280"/>
            <a:ext cx="2006498" cy="868680"/>
          </a:xfrm>
          <a:prstGeom prst="rect">
            <a:avLst/>
          </a:prstGeom>
          <a:noFill/>
          <a:ln/>
        </p:spPr>
        <p:txBody>
          <a:bodyPr wrap="square" lIns="0" tIns="0" rIns="0" bIns="0" rtlCol="0" anchor="ctr"/>
          <a:lstStyle/>
          <a:p>
            <a:pPr indent="0" marL="0">
              <a:buNone/>
            </a:pPr>
            <a:r>
              <a:rPr lang="en-US" sz="1900" b="1" dirty="0">
                <a:solidFill>
                  <a:schemeClr val="tx2"/>
                </a:solidFill>
              </a:rPr>
              <a:t>Follow-up</a:t>
            </a:r>
            <a:endParaRPr lang="en-US" sz="1900" dirty="0"/>
          </a:p>
        </p:txBody>
      </p:sp>
      <p:sp>
        <p:nvSpPr>
          <p:cNvPr id="33" name="Text 29"/>
          <p:cNvSpPr txBox="1"/>
          <p:nvPr/>
        </p:nvSpPr>
        <p:spPr>
          <a:xfrm>
            <a:off x="4521098" y="4434840"/>
            <a:ext cx="2966618" cy="1508760"/>
          </a:xfrm>
          <a:prstGeom prst="rect">
            <a:avLst/>
          </a:prstGeom>
          <a:noFill/>
          <a:ln/>
        </p:spPr>
        <p:txBody>
          <a:bodyPr wrap="square" lIns="0" tIns="0" rIns="0" bIns="0" rtlCol="0" anchor="t"/>
          <a:lstStyle/>
          <a:p>
            <a:pPr indent="0" marL="0">
              <a:buNone/>
            </a:pPr>
            <a:r>
              <a:rPr lang="en-US" sz="1500" dirty="0">
                <a:solidFill>
                  <a:schemeClr val="tx1"/>
                </a:solidFill>
              </a:rPr>
              <a:t>Admin husu tuun fali ba terrenu. Download kazu ba HP, hadi'a, sinkron.</a:t>
            </a:r>
            <a:endParaRPr lang="en-US" sz="1500" dirty="0"/>
          </a:p>
        </p:txBody>
      </p:sp>
      <p:sp>
        <p:nvSpPr>
          <p:cNvPr id="34" name="es-2"/>
          <p:cNvSpPr/>
          <p:nvPr/>
        </p:nvSpPr>
        <p:spPr>
          <a:xfrm>
            <a:off x="7944917" y="3154680"/>
            <a:ext cx="3469538" cy="2926080"/>
          </a:xfrm>
          <a:prstGeom prst="roundRect">
            <a:avLst>
              <a:gd name="adj" fmla="val 3750"/>
            </a:avLst>
          </a:prstGeom>
          <a:solidFill>
            <a:schemeClr val="bg2"/>
          </a:solidFill>
          <a:ln w="12700">
            <a:solidFill>
              <a:schemeClr val="bg2"/>
            </a:solidFill>
            <a:prstDash val="solid"/>
          </a:ln>
        </p:spPr>
      </p:sp>
      <p:sp>
        <p:nvSpPr>
          <p:cNvPr id="35" name="es-ik-2-sirkulu"/>
          <p:cNvSpPr/>
          <p:nvPr/>
        </p:nvSpPr>
        <p:spPr>
          <a:xfrm>
            <a:off x="8219237" y="3383280"/>
            <a:ext cx="868680" cy="868680"/>
          </a:xfrm>
          <a:prstGeom prst="ellipse">
            <a:avLst/>
          </a:prstGeom>
          <a:solidFill>
            <a:schemeClr val="accent1"/>
          </a:solidFill>
          <a:ln w="12700">
            <a:solidFill>
              <a:schemeClr val="accent1"/>
            </a:solidFill>
            <a:prstDash val="solid"/>
          </a:ln>
        </p:spPr>
      </p:sp>
      <p:pic>
        <p:nvPicPr>
          <p:cNvPr id="36" name="es-ik-2-ikone" descr="preencoded.png">    </p:cNvPr>
          <p:cNvPicPr>
            <a:picLocks noChangeAspect="1"/>
          </p:cNvPicPr>
          <p:nvPr/>
        </p:nvPicPr>
        <p:blipFill>
          <a:blip r:embed="rId3"/>
          <a:stretch>
            <a:fillRect/>
          </a:stretch>
        </p:blipFill>
        <p:spPr>
          <a:xfrm>
            <a:off x="8427720" y="3591763"/>
            <a:ext cx="451714" cy="451714"/>
          </a:xfrm>
          <a:prstGeom prst="rect">
            <a:avLst/>
          </a:prstGeom>
        </p:spPr>
      </p:pic>
      <p:sp>
        <p:nvSpPr>
          <p:cNvPr id="37" name="Text 32"/>
          <p:cNvSpPr txBox="1"/>
          <p:nvPr/>
        </p:nvSpPr>
        <p:spPr>
          <a:xfrm>
            <a:off x="9270797" y="3383280"/>
            <a:ext cx="2006498" cy="868680"/>
          </a:xfrm>
          <a:prstGeom prst="rect">
            <a:avLst/>
          </a:prstGeom>
          <a:noFill/>
          <a:ln/>
        </p:spPr>
        <p:txBody>
          <a:bodyPr wrap="square" lIns="0" tIns="0" rIns="0" bIns="0" rtlCol="0" anchor="ctr"/>
          <a:lstStyle/>
          <a:p>
            <a:pPr indent="0" marL="0">
              <a:buNone/>
            </a:pPr>
            <a:r>
              <a:rPr lang="en-US" sz="1900" b="1" dirty="0">
                <a:solidFill>
                  <a:schemeClr val="tx2"/>
                </a:solidFill>
              </a:rPr>
              <a:t>Desizaun RbR</a:t>
            </a:r>
            <a:endParaRPr lang="en-US" sz="1900" dirty="0"/>
          </a:p>
        </p:txBody>
      </p:sp>
      <p:sp>
        <p:nvSpPr>
          <p:cNvPr id="38" name="Text 33"/>
          <p:cNvSpPr txBox="1"/>
          <p:nvPr/>
        </p:nvSpPr>
        <p:spPr>
          <a:xfrm>
            <a:off x="8219237" y="4434840"/>
            <a:ext cx="2966618" cy="1508760"/>
          </a:xfrm>
          <a:prstGeom prst="rect">
            <a:avLst/>
          </a:prstGeom>
          <a:noFill/>
          <a:ln/>
        </p:spPr>
        <p:txBody>
          <a:bodyPr wrap="square" lIns="0" tIns="0" rIns="0" bIns="0" rtlCol="0" anchor="t"/>
          <a:lstStyle/>
          <a:p>
            <a:pPr indent="0" marL="0">
              <a:buNone/>
            </a:pPr>
            <a:r>
              <a:rPr lang="en-US" sz="1500" dirty="0">
                <a:solidFill>
                  <a:schemeClr val="tx1"/>
                </a:solidFill>
              </a:rPr>
              <a:t>Hafoin verifika: Monitorizasaun · Advokasia ativu · Arkivu.</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App offline iha HP</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Login · PIN · pasu 8 · sinkron</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02</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14:18 – 14:40</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Antes ba terrenu: lista verifikasaun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14:18</a:t>
            </a:r>
            <a:endParaRPr lang="en-US" sz="1200" dirty="0"/>
          </a:p>
        </p:txBody>
      </p:sp>
      <p:sp>
        <p:nvSpPr>
          <p:cNvPr id="5" name="gk-0"/>
          <p:cNvSpPr/>
          <p:nvPr/>
        </p:nvSpPr>
        <p:spPr>
          <a:xfrm>
            <a:off x="548640" y="1417320"/>
            <a:ext cx="3545738" cy="2194560"/>
          </a:xfrm>
          <a:prstGeom prst="roundRect">
            <a:avLst>
              <a:gd name="adj" fmla="val 5000"/>
            </a:avLst>
          </a:prstGeom>
          <a:solidFill>
            <a:schemeClr val="bg2"/>
          </a:solidFill>
          <a:ln w="12700">
            <a:solidFill>
              <a:schemeClr val="bg2"/>
            </a:solidFill>
            <a:prstDash val="solid"/>
          </a:ln>
        </p:spPr>
      </p:sp>
      <p:sp>
        <p:nvSpPr>
          <p:cNvPr id="6" name="gk-ik-0-sirkulu"/>
          <p:cNvSpPr/>
          <p:nvPr/>
        </p:nvSpPr>
        <p:spPr>
          <a:xfrm>
            <a:off x="777240" y="1673352"/>
            <a:ext cx="777240" cy="777240"/>
          </a:xfrm>
          <a:prstGeom prst="ellipse">
            <a:avLst/>
          </a:prstGeom>
          <a:solidFill>
            <a:schemeClr val="accent1"/>
          </a:solidFill>
          <a:ln w="12700">
            <a:solidFill>
              <a:schemeClr val="accent1"/>
            </a:solidFill>
            <a:prstDash val="solid"/>
          </a:ln>
        </p:spPr>
      </p:sp>
      <p:pic>
        <p:nvPicPr>
          <p:cNvPr id="7" name="gk-ik-0-ikone" descr="preencoded.png">    </p:cNvPr>
          <p:cNvPicPr>
            <a:picLocks noChangeAspect="1"/>
          </p:cNvPicPr>
          <p:nvPr/>
        </p:nvPicPr>
        <p:blipFill>
          <a:blip r:embed="rId1"/>
          <a:stretch>
            <a:fillRect/>
          </a:stretch>
        </p:blipFill>
        <p:spPr>
          <a:xfrm>
            <a:off x="963778" y="1859890"/>
            <a:ext cx="404165" cy="404165"/>
          </a:xfrm>
          <a:prstGeom prst="rect">
            <a:avLst/>
          </a:prstGeom>
        </p:spPr>
      </p:pic>
      <p:sp>
        <p:nvSpPr>
          <p:cNvPr id="8" name="Text 5"/>
          <p:cNvSpPr txBox="1"/>
          <p:nvPr/>
        </p:nvSpPr>
        <p:spPr>
          <a:xfrm>
            <a:off x="1737360"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Bateria no power bank</a:t>
            </a:r>
            <a:endParaRPr lang="en-US" sz="1700" dirty="0"/>
          </a:p>
        </p:txBody>
      </p:sp>
      <p:sp>
        <p:nvSpPr>
          <p:cNvPr id="9" name="Text 6"/>
          <p:cNvSpPr txBox="1"/>
          <p:nvPr/>
        </p:nvSpPr>
        <p:spPr>
          <a:xfrm>
            <a:off x="777240"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GPS no kámera uza bateria barak.</a:t>
            </a:r>
            <a:endParaRPr lang="en-US" sz="1400" dirty="0"/>
          </a:p>
        </p:txBody>
      </p:sp>
      <p:sp>
        <p:nvSpPr>
          <p:cNvPr id="10" name="gk-1"/>
          <p:cNvSpPr/>
          <p:nvPr/>
        </p:nvSpPr>
        <p:spPr>
          <a:xfrm>
            <a:off x="4322978" y="1417320"/>
            <a:ext cx="3545738" cy="2194560"/>
          </a:xfrm>
          <a:prstGeom prst="roundRect">
            <a:avLst>
              <a:gd name="adj" fmla="val 5000"/>
            </a:avLst>
          </a:prstGeom>
          <a:solidFill>
            <a:schemeClr val="bg2"/>
          </a:solidFill>
          <a:ln w="12700">
            <a:solidFill>
              <a:schemeClr val="bg2"/>
            </a:solidFill>
            <a:prstDash val="solid"/>
          </a:ln>
        </p:spPr>
      </p:sp>
      <p:sp>
        <p:nvSpPr>
          <p:cNvPr id="11" name="gk-ik-1-sirkulu"/>
          <p:cNvSpPr/>
          <p:nvPr/>
        </p:nvSpPr>
        <p:spPr>
          <a:xfrm>
            <a:off x="4551578" y="1673352"/>
            <a:ext cx="777240" cy="777240"/>
          </a:xfrm>
          <a:prstGeom prst="ellipse">
            <a:avLst/>
          </a:prstGeom>
          <a:solidFill>
            <a:schemeClr val="accent5"/>
          </a:solidFill>
          <a:ln w="12700">
            <a:solidFill>
              <a:schemeClr val="accent5"/>
            </a:solidFill>
            <a:prstDash val="solid"/>
          </a:ln>
        </p:spPr>
      </p:sp>
      <p:pic>
        <p:nvPicPr>
          <p:cNvPr id="12" name="gk-ik-1-ikone" descr="preencoded.png">    </p:cNvPr>
          <p:cNvPicPr>
            <a:picLocks noChangeAspect="1"/>
          </p:cNvPicPr>
          <p:nvPr/>
        </p:nvPicPr>
        <p:blipFill>
          <a:blip r:embed="rId2"/>
          <a:stretch>
            <a:fillRect/>
          </a:stretch>
        </p:blipFill>
        <p:spPr>
          <a:xfrm>
            <a:off x="4738116" y="1859890"/>
            <a:ext cx="404165" cy="404165"/>
          </a:xfrm>
          <a:prstGeom prst="rect">
            <a:avLst/>
          </a:prstGeom>
        </p:spPr>
      </p:pic>
      <p:sp>
        <p:nvSpPr>
          <p:cNvPr id="13" name="Text 9"/>
          <p:cNvSpPr txBox="1"/>
          <p:nvPr/>
        </p:nvSpPr>
        <p:spPr>
          <a:xfrm>
            <a:off x="5511698"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Autorizasaun offline</a:t>
            </a:r>
            <a:endParaRPr lang="en-US" sz="1700" dirty="0"/>
          </a:p>
        </p:txBody>
      </p:sp>
      <p:sp>
        <p:nvSpPr>
          <p:cNvPr id="14" name="Text 10"/>
          <p:cNvSpPr txBox="1"/>
          <p:nvPr/>
        </p:nvSpPr>
        <p:spPr>
          <a:xfrm>
            <a:off x="4551578"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Admin fó ona? Haree iha app: "Autorizasaun to'o…".</a:t>
            </a:r>
            <a:endParaRPr lang="en-US" sz="1400" dirty="0"/>
          </a:p>
        </p:txBody>
      </p:sp>
      <p:sp>
        <p:nvSpPr>
          <p:cNvPr id="15" name="gk-2"/>
          <p:cNvSpPr/>
          <p:nvPr/>
        </p:nvSpPr>
        <p:spPr>
          <a:xfrm>
            <a:off x="8097317" y="1417320"/>
            <a:ext cx="3545738" cy="2194560"/>
          </a:xfrm>
          <a:prstGeom prst="roundRect">
            <a:avLst>
              <a:gd name="adj" fmla="val 5000"/>
            </a:avLst>
          </a:prstGeom>
          <a:solidFill>
            <a:schemeClr val="bg2"/>
          </a:solidFill>
          <a:ln w="12700">
            <a:solidFill>
              <a:schemeClr val="bg2"/>
            </a:solidFill>
            <a:prstDash val="solid"/>
          </a:ln>
        </p:spPr>
      </p:sp>
      <p:sp>
        <p:nvSpPr>
          <p:cNvPr id="16" name="gk-ik-2-sirkulu"/>
          <p:cNvSpPr/>
          <p:nvPr/>
        </p:nvSpPr>
        <p:spPr>
          <a:xfrm>
            <a:off x="8325917" y="1673352"/>
            <a:ext cx="777240" cy="777240"/>
          </a:xfrm>
          <a:prstGeom prst="ellipse">
            <a:avLst/>
          </a:prstGeom>
          <a:solidFill>
            <a:schemeClr val="accent6"/>
          </a:solidFill>
          <a:ln w="12700">
            <a:solidFill>
              <a:schemeClr val="accent6"/>
            </a:solidFill>
            <a:prstDash val="solid"/>
          </a:ln>
        </p:spPr>
      </p:sp>
      <p:pic>
        <p:nvPicPr>
          <p:cNvPr id="17" name="gk-ik-2-ikone" descr="preencoded.png">    </p:cNvPr>
          <p:cNvPicPr>
            <a:picLocks noChangeAspect="1"/>
          </p:cNvPicPr>
          <p:nvPr/>
        </p:nvPicPr>
        <p:blipFill>
          <a:blip r:embed="rId3"/>
          <a:stretch>
            <a:fillRect/>
          </a:stretch>
        </p:blipFill>
        <p:spPr>
          <a:xfrm>
            <a:off x="8512454" y="1859890"/>
            <a:ext cx="404165" cy="404165"/>
          </a:xfrm>
          <a:prstGeom prst="rect">
            <a:avLst/>
          </a:prstGeom>
        </p:spPr>
      </p:pic>
      <p:sp>
        <p:nvSpPr>
          <p:cNvPr id="18" name="Text 13"/>
          <p:cNvSpPr txBox="1"/>
          <p:nvPr/>
        </p:nvSpPr>
        <p:spPr>
          <a:xfrm>
            <a:off x="9286037"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Sinkron kazu uluk</a:t>
            </a:r>
            <a:endParaRPr lang="en-US" sz="1700" dirty="0"/>
          </a:p>
        </p:txBody>
      </p:sp>
      <p:sp>
        <p:nvSpPr>
          <p:cNvPr id="19" name="Text 14"/>
          <p:cNvSpPr txBox="1"/>
          <p:nvPr/>
        </p:nvSpPr>
        <p:spPr>
          <a:xfrm>
            <a:off x="8325917"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Keta lori kazu tuan barak iha HP.</a:t>
            </a:r>
            <a:endParaRPr lang="en-US" sz="1400" dirty="0"/>
          </a:p>
        </p:txBody>
      </p:sp>
      <p:sp>
        <p:nvSpPr>
          <p:cNvPr id="20" name="gk-3"/>
          <p:cNvSpPr/>
          <p:nvPr/>
        </p:nvSpPr>
        <p:spPr>
          <a:xfrm>
            <a:off x="548640" y="3794760"/>
            <a:ext cx="3545738" cy="2194560"/>
          </a:xfrm>
          <a:prstGeom prst="roundRect">
            <a:avLst>
              <a:gd name="adj" fmla="val 5000"/>
            </a:avLst>
          </a:prstGeom>
          <a:solidFill>
            <a:schemeClr val="bg2"/>
          </a:solidFill>
          <a:ln w="12700">
            <a:solidFill>
              <a:schemeClr val="bg2"/>
            </a:solidFill>
            <a:prstDash val="solid"/>
          </a:ln>
        </p:spPr>
      </p:sp>
      <p:sp>
        <p:nvSpPr>
          <p:cNvPr id="21" name="gk-ik-3-sirkulu"/>
          <p:cNvSpPr/>
          <p:nvPr/>
        </p:nvSpPr>
        <p:spPr>
          <a:xfrm>
            <a:off x="777240" y="4050792"/>
            <a:ext cx="777240" cy="777240"/>
          </a:xfrm>
          <a:prstGeom prst="ellipse">
            <a:avLst/>
          </a:prstGeom>
          <a:solidFill>
            <a:schemeClr val="accent3"/>
          </a:solidFill>
          <a:ln w="12700">
            <a:solidFill>
              <a:schemeClr val="accent3"/>
            </a:solidFill>
            <a:prstDash val="solid"/>
          </a:ln>
        </p:spPr>
      </p:sp>
      <p:pic>
        <p:nvPicPr>
          <p:cNvPr id="22" name="gk-ik-3-ikone" descr="preencoded.png">    </p:cNvPr>
          <p:cNvPicPr>
            <a:picLocks noChangeAspect="1"/>
          </p:cNvPicPr>
          <p:nvPr/>
        </p:nvPicPr>
        <p:blipFill>
          <a:blip r:embed="rId4"/>
          <a:stretch>
            <a:fillRect/>
          </a:stretch>
        </p:blipFill>
        <p:spPr>
          <a:xfrm>
            <a:off x="963778" y="4237330"/>
            <a:ext cx="404165" cy="404165"/>
          </a:xfrm>
          <a:prstGeom prst="rect">
            <a:avLst/>
          </a:prstGeom>
        </p:spPr>
      </p:pic>
      <p:sp>
        <p:nvSpPr>
          <p:cNvPr id="23" name="Text 17"/>
          <p:cNvSpPr txBox="1"/>
          <p:nvPr/>
        </p:nvSpPr>
        <p:spPr>
          <a:xfrm>
            <a:off x="1737360"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Lista fatin atualiza</a:t>
            </a:r>
            <a:endParaRPr lang="en-US" sz="1700" dirty="0"/>
          </a:p>
        </p:txBody>
      </p:sp>
      <p:sp>
        <p:nvSpPr>
          <p:cNvPr id="24" name="Text 18"/>
          <p:cNvSpPr txBox="1"/>
          <p:nvPr/>
        </p:nvSpPr>
        <p:spPr>
          <a:xfrm>
            <a:off x="777240"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Loke app ho internet dala ida: suku no aldeia foun.</a:t>
            </a:r>
            <a:endParaRPr lang="en-US" sz="1400" dirty="0"/>
          </a:p>
        </p:txBody>
      </p:sp>
      <p:sp>
        <p:nvSpPr>
          <p:cNvPr id="25" name="gk-4"/>
          <p:cNvSpPr/>
          <p:nvPr/>
        </p:nvSpPr>
        <p:spPr>
          <a:xfrm>
            <a:off x="4322978" y="3794760"/>
            <a:ext cx="3545738" cy="2194560"/>
          </a:xfrm>
          <a:prstGeom prst="roundRect">
            <a:avLst>
              <a:gd name="adj" fmla="val 5000"/>
            </a:avLst>
          </a:prstGeom>
          <a:solidFill>
            <a:schemeClr val="bg2"/>
          </a:solidFill>
          <a:ln w="12700">
            <a:solidFill>
              <a:schemeClr val="bg2"/>
            </a:solidFill>
            <a:prstDash val="solid"/>
          </a:ln>
        </p:spPr>
      </p:sp>
      <p:sp>
        <p:nvSpPr>
          <p:cNvPr id="26" name="gk-ik-4-sirkulu"/>
          <p:cNvSpPr/>
          <p:nvPr/>
        </p:nvSpPr>
        <p:spPr>
          <a:xfrm>
            <a:off x="4551578" y="4050792"/>
            <a:ext cx="777240" cy="777240"/>
          </a:xfrm>
          <a:prstGeom prst="ellipse">
            <a:avLst/>
          </a:prstGeom>
          <a:solidFill>
            <a:schemeClr val="accent4"/>
          </a:solidFill>
          <a:ln w="12700">
            <a:solidFill>
              <a:schemeClr val="accent4"/>
            </a:solidFill>
            <a:prstDash val="solid"/>
          </a:ln>
        </p:spPr>
      </p:sp>
      <p:pic>
        <p:nvPicPr>
          <p:cNvPr id="27" name="gk-ik-4-ikone" descr="preencoded.png">    </p:cNvPr>
          <p:cNvPicPr>
            <a:picLocks noChangeAspect="1"/>
          </p:cNvPicPr>
          <p:nvPr/>
        </p:nvPicPr>
        <p:blipFill>
          <a:blip r:embed="rId5"/>
          <a:stretch>
            <a:fillRect/>
          </a:stretch>
        </p:blipFill>
        <p:spPr>
          <a:xfrm>
            <a:off x="4738116" y="4237330"/>
            <a:ext cx="404165" cy="404165"/>
          </a:xfrm>
          <a:prstGeom prst="rect">
            <a:avLst/>
          </a:prstGeom>
        </p:spPr>
      </p:pic>
      <p:sp>
        <p:nvSpPr>
          <p:cNvPr id="28" name="Text 21"/>
          <p:cNvSpPr txBox="1"/>
          <p:nvPr/>
        </p:nvSpPr>
        <p:spPr>
          <a:xfrm>
            <a:off x="5511698"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Folla konsentimentu</a:t>
            </a:r>
            <a:endParaRPr lang="en-US" sz="1700" dirty="0"/>
          </a:p>
        </p:txBody>
      </p:sp>
      <p:sp>
        <p:nvSpPr>
          <p:cNvPr id="29" name="Text 22"/>
          <p:cNvSpPr txBox="1"/>
          <p:nvPr/>
        </p:nvSpPr>
        <p:spPr>
          <a:xfrm>
            <a:off x="4551578"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Esplika objetivu RbR ho lian simples.</a:t>
            </a:r>
            <a:endParaRPr lang="en-US" sz="1400" dirty="0"/>
          </a:p>
        </p:txBody>
      </p:sp>
      <p:sp>
        <p:nvSpPr>
          <p:cNvPr id="30" name="gk-5"/>
          <p:cNvSpPr/>
          <p:nvPr/>
        </p:nvSpPr>
        <p:spPr>
          <a:xfrm>
            <a:off x="8097317" y="3794760"/>
            <a:ext cx="3545738" cy="2194560"/>
          </a:xfrm>
          <a:prstGeom prst="roundRect">
            <a:avLst>
              <a:gd name="adj" fmla="val 5000"/>
            </a:avLst>
          </a:prstGeom>
          <a:solidFill>
            <a:schemeClr val="bg2"/>
          </a:solidFill>
          <a:ln w="12700">
            <a:solidFill>
              <a:schemeClr val="bg2"/>
            </a:solidFill>
            <a:prstDash val="solid"/>
          </a:ln>
        </p:spPr>
      </p:sp>
      <p:sp>
        <p:nvSpPr>
          <p:cNvPr id="31" name="gk-ik-5-sirkulu"/>
          <p:cNvSpPr/>
          <p:nvPr/>
        </p:nvSpPr>
        <p:spPr>
          <a:xfrm>
            <a:off x="8325917" y="4050792"/>
            <a:ext cx="777240" cy="777240"/>
          </a:xfrm>
          <a:prstGeom prst="ellipse">
            <a:avLst/>
          </a:prstGeom>
          <a:solidFill>
            <a:schemeClr val="tx2"/>
          </a:solidFill>
          <a:ln w="12700">
            <a:solidFill>
              <a:schemeClr val="tx2"/>
            </a:solidFill>
            <a:prstDash val="solid"/>
          </a:ln>
        </p:spPr>
      </p:sp>
      <p:pic>
        <p:nvPicPr>
          <p:cNvPr id="32" name="gk-ik-5-ikone" descr="preencoded.png">    </p:cNvPr>
          <p:cNvPicPr>
            <a:picLocks noChangeAspect="1"/>
          </p:cNvPicPr>
          <p:nvPr/>
        </p:nvPicPr>
        <p:blipFill>
          <a:blip r:embed="rId6"/>
          <a:stretch>
            <a:fillRect/>
          </a:stretch>
        </p:blipFill>
        <p:spPr>
          <a:xfrm>
            <a:off x="8512454" y="4237330"/>
            <a:ext cx="404165" cy="404165"/>
          </a:xfrm>
          <a:prstGeom prst="rect">
            <a:avLst/>
          </a:prstGeom>
        </p:spPr>
      </p:pic>
      <p:sp>
        <p:nvSpPr>
          <p:cNvPr id="33" name="Text 25"/>
          <p:cNvSpPr txBox="1"/>
          <p:nvPr/>
        </p:nvSpPr>
        <p:spPr>
          <a:xfrm>
            <a:off x="9286037"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Memória HP</a:t>
            </a:r>
            <a:endParaRPr lang="en-US" sz="1700" dirty="0"/>
          </a:p>
        </p:txBody>
      </p:sp>
      <p:sp>
        <p:nvSpPr>
          <p:cNvPr id="34" name="Text 26"/>
          <p:cNvSpPr txBox="1"/>
          <p:nvPr/>
        </p:nvSpPr>
        <p:spPr>
          <a:xfrm>
            <a:off x="8325917"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Espasu ba foto no vídeo.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Login no PIN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14:20</a:t>
            </a:r>
            <a:endParaRPr lang="en-US" sz="1200" dirty="0"/>
          </a:p>
        </p:txBody>
      </p:sp>
      <p:sp>
        <p:nvSpPr>
          <p:cNvPr id="5" name="mlogin-moldura"/>
          <p:cNvSpPr/>
          <p:nvPr/>
        </p:nvSpPr>
        <p:spPr>
          <a:xfrm>
            <a:off x="526355" y="1362456"/>
            <a:ext cx="2422011" cy="4544568"/>
          </a:xfrm>
          <a:prstGeom prst="roundRect">
            <a:avLst>
              <a:gd name="adj" fmla="val 3020"/>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6" name="mlogin" descr="/tmp/claude-0/-home-user-sjamci/3266590f-78d1-5366-b61d-23553f70b1cc/scratchpad/tr/m_login_t.png">    </p:cNvPr>
          <p:cNvPicPr>
            <a:picLocks noChangeAspect="1"/>
          </p:cNvPicPr>
          <p:nvPr/>
        </p:nvPicPr>
        <p:blipFill>
          <a:blip r:embed="rId1"/>
          <a:stretch>
            <a:fillRect/>
          </a:stretch>
        </p:blipFill>
        <p:spPr>
          <a:xfrm>
            <a:off x="581219" y="1417320"/>
            <a:ext cx="2312283" cy="4434840"/>
          </a:xfrm>
          <a:prstGeom prst="rect">
            <a:avLst/>
          </a:prstGeom>
        </p:spPr>
      </p:pic>
      <p:sp>
        <p:nvSpPr>
          <p:cNvPr id="7" name="mpin-moldura"/>
          <p:cNvSpPr/>
          <p:nvPr/>
        </p:nvSpPr>
        <p:spPr>
          <a:xfrm>
            <a:off x="3191256" y="1362456"/>
            <a:ext cx="2487168" cy="2913888"/>
          </a:xfrm>
          <a:prstGeom prst="roundRect">
            <a:avLst>
              <a:gd name="adj" fmla="val 2941"/>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8" name="mpin" descr="/tmp/claude-0/-home-user-sjamci/3266590f-78d1-5366-b61d-23553f70b1cc/scratchpad/tr/m_pin_c.png">    </p:cNvPr>
          <p:cNvPicPr>
            <a:picLocks noChangeAspect="1"/>
          </p:cNvPicPr>
          <p:nvPr/>
        </p:nvPicPr>
        <p:blipFill>
          <a:blip r:embed="rId2"/>
          <a:stretch>
            <a:fillRect/>
          </a:stretch>
        </p:blipFill>
        <p:spPr>
          <a:xfrm>
            <a:off x="3246120" y="1417320"/>
            <a:ext cx="2377440" cy="2804160"/>
          </a:xfrm>
          <a:prstGeom prst="rect">
            <a:avLst/>
          </a:prstGeom>
        </p:spPr>
      </p:pic>
      <p:sp>
        <p:nvSpPr>
          <p:cNvPr id="9" name="Text 5"/>
          <p:cNvSpPr txBox="1"/>
          <p:nvPr/>
        </p:nvSpPr>
        <p:spPr>
          <a:xfrm>
            <a:off x="5943600" y="1463040"/>
            <a:ext cx="5699455" cy="466344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2"/>
                </a:solidFill>
              </a:rPr>
              <a:t>Login dahuluk:</a:t>
            </a:r>
            <a:pPr indent="0" marL="0">
              <a:spcAft>
                <a:spcPts val="1200"/>
              </a:spcAft>
              <a:buNone/>
            </a:pPr>
            <a:r>
              <a:rPr lang="en-US" sz="1600" dirty="0">
                <a:solidFill>
                  <a:schemeClr val="tx1"/>
                </a:solidFill>
              </a:rPr>
              <a:t> username (email) no password husi Admin. Presiza internet dala ida.</a:t>
            </a:r>
            <a:endParaRPr lang="en-US" sz="1600" dirty="0"/>
          </a:p>
          <a:p>
            <a:pPr marL="342900" indent="-342900">
              <a:spcAft>
                <a:spcPts val="1200"/>
              </a:spcAft>
              <a:buSzPct val="100000"/>
              <a:buChar char="•"/>
            </a:pPr>
            <a:r>
              <a:rPr lang="en-US" sz="1600" b="1" dirty="0">
                <a:solidFill>
                  <a:schemeClr val="tx2"/>
                </a:solidFill>
              </a:rPr>
              <a:t>PIN númeru 6:</a:t>
            </a:r>
            <a:pPr indent="0" marL="0">
              <a:spcAft>
                <a:spcPts val="1200"/>
              </a:spcAft>
              <a:buNone/>
            </a:pPr>
            <a:r>
              <a:rPr lang="en-US" sz="1600" dirty="0">
                <a:solidFill>
                  <a:schemeClr val="tx1"/>
                </a:solidFill>
              </a:rPr>
              <a:t> Admin fó PIN no haruka ba imi-nia email. PIN mak xave ba dadus iha HP.</a:t>
            </a:r>
            <a:endParaRPr lang="en-US" sz="1600" dirty="0"/>
          </a:p>
          <a:p>
            <a:pPr marL="342900" indent="-342900">
              <a:spcAft>
                <a:spcPts val="1200"/>
              </a:spcAft>
              <a:buSzPct val="100000"/>
              <a:buChar char="•"/>
            </a:pPr>
            <a:r>
              <a:rPr lang="en-US" sz="1600" b="1" dirty="0">
                <a:solidFill>
                  <a:schemeClr val="tx2"/>
                </a:solidFill>
              </a:rPr>
              <a:t>Haluha PIN?</a:t>
            </a:r>
            <a:pPr indent="0" marL="0">
              <a:spcAft>
                <a:spcPts val="1200"/>
              </a:spcAft>
              <a:buNone/>
            </a:pPr>
            <a:r>
              <a:rPr lang="en-US" sz="1600" dirty="0">
                <a:solidFill>
                  <a:schemeClr val="tx1"/>
                </a:solidFill>
              </a:rPr>
              <a:t> Telefone Admin. Admin bele haree PIN iha sistema no fó ba imi.</a:t>
            </a:r>
            <a:endParaRPr lang="en-US" sz="1600" dirty="0"/>
          </a:p>
          <a:p>
            <a:pPr marL="342900" indent="-342900">
              <a:spcAft>
                <a:spcPts val="1200"/>
              </a:spcAft>
              <a:buSzPct val="100000"/>
              <a:buChar char="•"/>
            </a:pPr>
            <a:r>
              <a:rPr lang="en-US" sz="1600" b="1" dirty="0">
                <a:solidFill>
                  <a:schemeClr val="tx2"/>
                </a:solidFill>
              </a:rPr>
              <a:t>Xave automátiku:</a:t>
            </a:r>
            <a:pPr indent="0" marL="0">
              <a:spcAft>
                <a:spcPts val="1200"/>
              </a:spcAft>
              <a:buNone/>
            </a:pPr>
            <a:r>
              <a:rPr lang="en-US" sz="1600" dirty="0">
                <a:solidFill>
                  <a:schemeClr val="tx1"/>
                </a:solidFill>
              </a:rPr>
              <a:t> minutu 5 la uza → tama PIN fali.</a:t>
            </a:r>
            <a:endParaRPr lang="en-US" sz="1600" dirty="0"/>
          </a:p>
          <a:p>
            <a:pPr marL="342900" indent="-342900">
              <a:spcAft>
                <a:spcPts val="1200"/>
              </a:spcAft>
              <a:buSzPct val="100000"/>
              <a:buChar char="•"/>
            </a:pPr>
            <a:r>
              <a:rPr lang="en-US" sz="1600" b="1" dirty="0">
                <a:solidFill>
                  <a:schemeClr val="tx2"/>
                </a:solidFill>
              </a:rPr>
              <a:t>PIN sala dala 5:</a:t>
            </a:r>
            <a:pPr indent="0" marL="0">
              <a:spcAft>
                <a:spcPts val="1200"/>
              </a:spcAft>
              <a:buNone/>
            </a:pPr>
            <a:r>
              <a:rPr lang="en-US" sz="1600" dirty="0">
                <a:solidFill>
                  <a:schemeClr val="tx1"/>
                </a:solidFill>
              </a:rPr>
              <a:t> app hamoos dadus iha HP (seguransa).</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Varanda app no ID kazu automátiku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14:24</a:t>
            </a:r>
            <a:endParaRPr lang="en-US" sz="1200" dirty="0"/>
          </a:p>
        </p:txBody>
      </p:sp>
      <p:sp>
        <p:nvSpPr>
          <p:cNvPr id="5" name="mhome-moldura"/>
          <p:cNvSpPr/>
          <p:nvPr/>
        </p:nvSpPr>
        <p:spPr>
          <a:xfrm>
            <a:off x="493776" y="1362456"/>
            <a:ext cx="2944368" cy="3162417"/>
          </a:xfrm>
          <a:prstGeom prst="roundRect">
            <a:avLst>
              <a:gd name="adj" fmla="val 2484"/>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6" name="mhome" descr="/tmp/claude-0/-home-user-sjamci/3266590f-78d1-5366-b61d-23553f70b1cc/scratchpad/tr/m_home_c.png">    </p:cNvPr>
          <p:cNvPicPr>
            <a:picLocks noChangeAspect="1"/>
          </p:cNvPicPr>
          <p:nvPr/>
        </p:nvPicPr>
        <p:blipFill>
          <a:blip r:embed="rId1"/>
          <a:stretch>
            <a:fillRect/>
          </a:stretch>
        </p:blipFill>
        <p:spPr>
          <a:xfrm>
            <a:off x="548640" y="1417320"/>
            <a:ext cx="2834640" cy="3052689"/>
          </a:xfrm>
          <a:prstGeom prst="rect">
            <a:avLst/>
          </a:prstGeom>
        </p:spPr>
      </p:pic>
      <p:sp>
        <p:nvSpPr>
          <p:cNvPr id="7" name="idhp"/>
          <p:cNvSpPr/>
          <p:nvPr/>
        </p:nvSpPr>
        <p:spPr>
          <a:xfrm>
            <a:off x="3931920" y="1417320"/>
            <a:ext cx="7711135" cy="1874520"/>
          </a:xfrm>
          <a:prstGeom prst="roundRect">
            <a:avLst>
              <a:gd name="adj" fmla="val 5854"/>
            </a:avLst>
          </a:prstGeom>
          <a:solidFill>
            <a:schemeClr val="tx2"/>
          </a:solidFill>
          <a:ln w="12700">
            <a:solidFill>
              <a:schemeClr val="tx2"/>
            </a:solidFill>
            <a:prstDash val="solid"/>
          </a:ln>
        </p:spPr>
      </p:sp>
      <p:sp>
        <p:nvSpPr>
          <p:cNvPr id="8" name="Text 5"/>
          <p:cNvSpPr txBox="1"/>
          <p:nvPr/>
        </p:nvSpPr>
        <p:spPr>
          <a:xfrm>
            <a:off x="4206240" y="1417320"/>
            <a:ext cx="7162495" cy="1874520"/>
          </a:xfrm>
          <a:prstGeom prst="rect">
            <a:avLst/>
          </a:prstGeom>
          <a:noFill/>
          <a:ln/>
        </p:spPr>
        <p:txBody>
          <a:bodyPr wrap="square" lIns="0" tIns="0" rIns="0" bIns="0" rtlCol="0" anchor="ctr"/>
          <a:lstStyle/>
          <a:p>
            <a:pPr indent="0" marL="0">
              <a:buNone/>
            </a:pPr>
            <a:r>
              <a:rPr lang="en-US" sz="2100" b="1" dirty="0">
                <a:solidFill>
                  <a:schemeClr val="accent2"/>
                </a:solidFill>
              </a:rPr>
              <a:t>ID automátiku: HP-261027-7F3A9C</a:t>
            </a:r>
            <a:endParaRPr lang="en-US" sz="1500" dirty="0"/>
          </a:p>
          <a:p>
            <a:pPr indent="0" marL="0">
              <a:buNone/>
            </a:pPr>
            <a:r>
              <a:rPr lang="en-US" sz="1500" dirty="0">
                <a:solidFill>
                  <a:schemeClr val="bg1"/>
                </a:solidFill>
              </a:rPr>
              <a:t>Bainhira klik Kazu Foun, app kria ID kedas, maski la iha internet. Hakerek ID ne'e iha imi-nia livru notas.</a:t>
            </a:r>
            <a:endParaRPr lang="en-US" sz="1500" dirty="0"/>
          </a:p>
        </p:txBody>
      </p:sp>
      <p:sp>
        <p:nvSpPr>
          <p:cNvPr id="9" name="Text 6"/>
          <p:cNvSpPr txBox="1"/>
          <p:nvPr/>
        </p:nvSpPr>
        <p:spPr>
          <a:xfrm>
            <a:off x="3931920" y="3520440"/>
            <a:ext cx="7711135" cy="26517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2"/>
                </a:solidFill>
              </a:rPr>
              <a:t>Kazu Foun:</a:t>
            </a:r>
            <a:pPr indent="0" marL="0">
              <a:spcAft>
                <a:spcPts val="800"/>
              </a:spcAft>
              <a:buNone/>
            </a:pPr>
            <a:r>
              <a:rPr lang="en-US" sz="1500" dirty="0">
                <a:solidFill>
                  <a:schemeClr val="tx1"/>
                </a:solidFill>
              </a:rPr>
              <a:t> hahú formuláriu pasu 8.</a:t>
            </a:r>
            <a:endParaRPr lang="en-US" sz="1500" dirty="0"/>
          </a:p>
          <a:p>
            <a:pPr marL="342900" indent="-342900">
              <a:spcAft>
                <a:spcPts val="800"/>
              </a:spcAft>
              <a:buSzPct val="100000"/>
              <a:buChar char="•"/>
            </a:pPr>
            <a:r>
              <a:rPr lang="en-US" sz="1500" b="1" dirty="0">
                <a:solidFill>
                  <a:schemeClr val="tx2"/>
                </a:solidFill>
              </a:rPr>
              <a:t>Sinkron:</a:t>
            </a:r>
            <a:pPr indent="0" marL="0">
              <a:spcAft>
                <a:spcPts val="800"/>
              </a:spcAft>
              <a:buNone/>
            </a:pPr>
            <a:r>
              <a:rPr lang="en-US" sz="1500" dirty="0">
                <a:solidFill>
                  <a:schemeClr val="tx1"/>
                </a:solidFill>
              </a:rPr>
              <a:t> haruka kazu PRONTU ba server.</a:t>
            </a:r>
            <a:endParaRPr lang="en-US" sz="1500" dirty="0"/>
          </a:p>
          <a:p>
            <a:pPr marL="342900" indent="-342900">
              <a:spcAft>
                <a:spcPts val="800"/>
              </a:spcAft>
              <a:buSzPct val="100000"/>
              <a:buChar char="•"/>
            </a:pPr>
            <a:r>
              <a:rPr lang="en-US" sz="1500" b="1" dirty="0">
                <a:solidFill>
                  <a:schemeClr val="tx2"/>
                </a:solidFill>
              </a:rPr>
              <a:t>Lista iha HP:</a:t>
            </a:r>
            <a:pPr indent="0" marL="0">
              <a:spcAft>
                <a:spcPts val="800"/>
              </a:spcAft>
              <a:buNone/>
            </a:pPr>
            <a:r>
              <a:rPr lang="en-US" sz="1500" dirty="0">
                <a:solidFill>
                  <a:schemeClr val="tx1"/>
                </a:solidFill>
              </a:rPr>
              <a:t> Rascunho · Prontu · Sinkron · Erru.</a:t>
            </a:r>
            <a:endParaRPr lang="en-US" sz="1500" dirty="0"/>
          </a:p>
          <a:p>
            <a:pPr marL="342900" indent="-342900">
              <a:spcAft>
                <a:spcPts val="800"/>
              </a:spcAft>
              <a:buSzPct val="100000"/>
              <a:buChar char="•"/>
            </a:pPr>
            <a:r>
              <a:rPr lang="en-US" sz="1500" b="1" dirty="0">
                <a:solidFill>
                  <a:schemeClr val="tx2"/>
                </a:solidFill>
              </a:rPr>
              <a:t>Lista server:</a:t>
            </a:r>
            <a:pPr indent="0" marL="0">
              <a:spcAft>
                <a:spcPts val="800"/>
              </a:spcAft>
              <a:buNone/>
            </a:pPr>
            <a:r>
              <a:rPr lang="en-US" sz="1500" dirty="0">
                <a:solidFill>
                  <a:schemeClr val="tx1"/>
                </a:solidFill>
              </a:rPr>
              <a:t> status husi Admin (Verifikadu, Rejeitadu, Follow-up).</a:t>
            </a:r>
            <a:endParaRPr lang="en-US" sz="1500" dirty="0"/>
          </a:p>
          <a:p>
            <a:pPr marL="342900" indent="-342900">
              <a:spcAft>
                <a:spcPts val="800"/>
              </a:spcAft>
              <a:buSzPct val="100000"/>
              <a:buChar char="•"/>
            </a:pPr>
            <a:r>
              <a:rPr lang="en-US" sz="1500" b="1" dirty="0">
                <a:solidFill>
                  <a:schemeClr val="tx2"/>
                </a:solidFill>
              </a:rPr>
              <a:t>ID ofisiál</a:t>
            </a:r>
            <a:pPr indent="0" marL="0">
              <a:spcAft>
                <a:spcPts val="800"/>
              </a:spcAft>
              <a:buNone/>
            </a:pPr>
            <a:r>
              <a:rPr lang="en-US" sz="1500" dirty="0">
                <a:solidFill>
                  <a:schemeClr val="tx1"/>
                </a:solidFill>
              </a:rPr>
              <a:t> RbR-LIQ-2026-0012 mosu hafoin haruka.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Pasu 1–2: identifikasaun no fatin (GPS)</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14:27</a:t>
            </a:r>
            <a:endParaRPr lang="en-US" sz="1200" dirty="0"/>
          </a:p>
        </p:txBody>
      </p:sp>
      <p:sp>
        <p:nvSpPr>
          <p:cNvPr id="5" name="f1-moldura"/>
          <p:cNvSpPr/>
          <p:nvPr/>
        </p:nvSpPr>
        <p:spPr>
          <a:xfrm>
            <a:off x="493776" y="1362456"/>
            <a:ext cx="2350008" cy="4406470"/>
          </a:xfrm>
          <a:prstGeom prst="roundRect">
            <a:avLst>
              <a:gd name="adj" fmla="val 311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6" name="f1" descr="/tmp/claude-0/-home-user-sjamci/3266590f-78d1-5366-b61d-23553f70b1cc/scratchpad/tr/m_form1_t.png">    </p:cNvPr>
          <p:cNvPicPr>
            <a:picLocks noChangeAspect="1"/>
          </p:cNvPicPr>
          <p:nvPr/>
        </p:nvPicPr>
        <p:blipFill>
          <a:blip r:embed="rId1"/>
          <a:stretch>
            <a:fillRect/>
          </a:stretch>
        </p:blipFill>
        <p:spPr>
          <a:xfrm>
            <a:off x="548640" y="1417320"/>
            <a:ext cx="2240280" cy="4296742"/>
          </a:xfrm>
          <a:prstGeom prst="rect">
            <a:avLst/>
          </a:prstGeom>
        </p:spPr>
      </p:pic>
      <p:sp>
        <p:nvSpPr>
          <p:cNvPr id="7" name="f2-moldura"/>
          <p:cNvSpPr/>
          <p:nvPr/>
        </p:nvSpPr>
        <p:spPr>
          <a:xfrm>
            <a:off x="3008376" y="1362456"/>
            <a:ext cx="2350008" cy="4406470"/>
          </a:xfrm>
          <a:prstGeom prst="roundRect">
            <a:avLst>
              <a:gd name="adj" fmla="val 311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8" name="f2" descr="/tmp/claude-0/-home-user-sjamci/3266590f-78d1-5366-b61d-23553f70b1cc/scratchpad/tr/m_form2_t.png">    </p:cNvPr>
          <p:cNvPicPr>
            <a:picLocks noChangeAspect="1"/>
          </p:cNvPicPr>
          <p:nvPr/>
        </p:nvPicPr>
        <p:blipFill>
          <a:blip r:embed="rId2"/>
          <a:stretch>
            <a:fillRect/>
          </a:stretch>
        </p:blipFill>
        <p:spPr>
          <a:xfrm>
            <a:off x="3063240" y="1417320"/>
            <a:ext cx="2240280" cy="4296742"/>
          </a:xfrm>
          <a:prstGeom prst="rect">
            <a:avLst/>
          </a:prstGeom>
        </p:spPr>
      </p:pic>
      <p:sp>
        <p:nvSpPr>
          <p:cNvPr id="9" name="Text 5"/>
          <p:cNvSpPr txBox="1"/>
          <p:nvPr/>
        </p:nvSpPr>
        <p:spPr>
          <a:xfrm>
            <a:off x="5806440" y="1508760"/>
            <a:ext cx="5836615" cy="384048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2"/>
                </a:solidFill>
              </a:rPr>
              <a:t>Data simu</a:t>
            </a:r>
            <a:pPr indent="0" marL="0">
              <a:spcAft>
                <a:spcPts val="1200"/>
              </a:spcAft>
              <a:buNone/>
            </a:pPr>
            <a:r>
              <a:rPr lang="en-US" sz="1600" dirty="0">
                <a:solidFill>
                  <a:schemeClr val="tx1"/>
                </a:solidFill>
              </a:rPr>
              <a:t> ka tinan simu kazu iha RbR (obrigatóriu).</a:t>
            </a:r>
            <a:endParaRPr lang="en-US" sz="1600" dirty="0"/>
          </a:p>
          <a:p>
            <a:pPr marL="342900" indent="-342900">
              <a:spcAft>
                <a:spcPts val="1200"/>
              </a:spcAft>
              <a:buSzPct val="100000"/>
              <a:buChar char="•"/>
            </a:pPr>
            <a:r>
              <a:rPr lang="en-US" sz="1600" b="1" dirty="0">
                <a:solidFill>
                  <a:schemeClr val="tx2"/>
                </a:solidFill>
              </a:rPr>
              <a:t>Tipu kazu</a:t>
            </a:r>
            <a:pPr indent="0" marL="0">
              <a:spcAft>
                <a:spcPts val="1200"/>
              </a:spcAft>
              <a:buNone/>
            </a:pPr>
            <a:r>
              <a:rPr lang="en-US" sz="1600" dirty="0">
                <a:solidFill>
                  <a:schemeClr val="tx1"/>
                </a:solidFill>
              </a:rPr>
              <a:t> hili ida ka liu; "Seluk" → esplika.</a:t>
            </a:r>
            <a:endParaRPr lang="en-US" sz="1600" dirty="0"/>
          </a:p>
          <a:p>
            <a:pPr marL="342900" indent="-342900">
              <a:spcAft>
                <a:spcPts val="1200"/>
              </a:spcAft>
              <a:buSzPct val="100000"/>
              <a:buChar char="•"/>
            </a:pPr>
            <a:r>
              <a:rPr lang="en-US" sz="1600" b="1" dirty="0">
                <a:solidFill>
                  <a:schemeClr val="tx2"/>
                </a:solidFill>
              </a:rPr>
              <a:t>Fatin</a:t>
            </a:r>
            <a:pPr indent="0" marL="0">
              <a:spcAft>
                <a:spcPts val="1200"/>
              </a:spcAft>
              <a:buNone/>
            </a:pPr>
            <a:r>
              <a:rPr lang="en-US" sz="1600" dirty="0">
                <a:solidFill>
                  <a:schemeClr val="tx1"/>
                </a:solidFill>
              </a:rPr>
              <a:t> munisípiu, postu, suku, aldeia.</a:t>
            </a:r>
            <a:endParaRPr lang="en-US" sz="1600" dirty="0"/>
          </a:p>
          <a:p>
            <a:pPr marL="342900" indent="-342900">
              <a:spcAft>
                <a:spcPts val="1200"/>
              </a:spcAft>
              <a:buSzPct val="100000"/>
              <a:buChar char="•"/>
            </a:pPr>
            <a:r>
              <a:rPr lang="en-US" sz="1600" b="1" dirty="0">
                <a:solidFill>
                  <a:schemeClr val="tx2"/>
                </a:solidFill>
              </a:rPr>
              <a:t>Foti GPS</a:t>
            </a:r>
            <a:pPr indent="0" marL="0">
              <a:spcAft>
                <a:spcPts val="1200"/>
              </a:spcAft>
              <a:buNone/>
            </a:pPr>
            <a:r>
              <a:rPr lang="en-US" sz="1600" dirty="0">
                <a:solidFill>
                  <a:schemeClr val="tx1"/>
                </a:solidFill>
              </a:rPr>
              <a:t> iha fatin akontesimentu. Akurasia tenke ≤ 50 m.</a:t>
            </a:r>
            <a:endParaRPr lang="en-US" sz="1600" dirty="0"/>
          </a:p>
          <a:p>
            <a:pPr marL="342900" indent="-342900">
              <a:spcAft>
                <a:spcPts val="1200"/>
              </a:spcAft>
              <a:buSzPct val="100000"/>
              <a:buChar char="•"/>
            </a:pPr>
            <a:r>
              <a:rPr lang="en-US" sz="1600" b="1" dirty="0">
                <a:solidFill>
                  <a:schemeClr val="tx2"/>
                </a:solidFill>
              </a:rPr>
              <a:t>Poligon (opsionál)</a:t>
            </a:r>
            <a:pPr indent="0" marL="0">
              <a:spcAft>
                <a:spcPts val="1200"/>
              </a:spcAft>
              <a:buNone/>
            </a:pPr>
            <a:r>
              <a:rPr lang="en-US" sz="1600" dirty="0">
                <a:solidFill>
                  <a:schemeClr val="tx1"/>
                </a:solidFill>
              </a:rPr>
              <a:t> la'o haleu rai atu kalkula luan.</a:t>
            </a:r>
            <a:endParaRPr lang="en-US" sz="1600" dirty="0"/>
          </a:p>
        </p:txBody>
      </p:sp>
      <p:sp>
        <p:nvSpPr>
          <p:cNvPr id="10" name="f12-nota"/>
          <p:cNvSpPr/>
          <p:nvPr/>
        </p:nvSpPr>
        <p:spPr>
          <a:xfrm>
            <a:off x="5806440" y="5440680"/>
            <a:ext cx="5836615" cy="731520"/>
          </a:xfrm>
          <a:prstGeom prst="roundRect">
            <a:avLst>
              <a:gd name="adj" fmla="val 15000"/>
            </a:avLst>
          </a:prstGeom>
          <a:solidFill>
            <a:schemeClr val="bg2"/>
          </a:solidFill>
          <a:ln w="12700">
            <a:solidFill>
              <a:schemeClr val="bg2"/>
            </a:solidFill>
            <a:prstDash val="solid"/>
          </a:ln>
        </p:spPr>
      </p:sp>
      <p:sp>
        <p:nvSpPr>
          <p:cNvPr id="11" name="Text 7"/>
          <p:cNvSpPr txBox="1"/>
          <p:nvPr/>
        </p:nvSpPr>
        <p:spPr>
          <a:xfrm>
            <a:off x="5989320" y="5440680"/>
            <a:ext cx="5470855" cy="731520"/>
          </a:xfrm>
          <a:prstGeom prst="rect">
            <a:avLst/>
          </a:prstGeom>
          <a:noFill/>
          <a:ln/>
        </p:spPr>
        <p:txBody>
          <a:bodyPr wrap="square" lIns="0" tIns="0" rIns="0" bIns="0" rtlCol="0" anchor="ctr"/>
          <a:lstStyle/>
          <a:p>
            <a:pPr indent="0" marL="0">
              <a:buNone/>
            </a:pPr>
            <a:r>
              <a:rPr lang="en-US" sz="1400" b="1" dirty="0">
                <a:solidFill>
                  <a:schemeClr val="tx2"/>
                </a:solidFill>
              </a:rPr>
              <a:t>GPS la to'o 50 m? Sai husi uma laran, hein segundu 30, klik Foti GPS fali.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Pasu 3–6: ema afetadu to'o eviksaun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14:31</a:t>
            </a:r>
            <a:endParaRPr lang="en-US" sz="1200" dirty="0"/>
          </a:p>
        </p:txBody>
      </p:sp>
      <p:sp>
        <p:nvSpPr>
          <p:cNvPr id="5" name="f36-0-moldura"/>
          <p:cNvSpPr/>
          <p:nvPr/>
        </p:nvSpPr>
        <p:spPr>
          <a:xfrm>
            <a:off x="493776" y="1362456"/>
            <a:ext cx="2715768" cy="2782590"/>
          </a:xfrm>
          <a:prstGeom prst="roundRect">
            <a:avLst>
              <a:gd name="adj" fmla="val 2694"/>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6" name="f36-0" descr="/tmp/claude-0/-home-user-sjamci/3266590f-78d1-5366-b61d-23553f70b1cc/scratchpad/tr/m_form3_c.png">    </p:cNvPr>
          <p:cNvPicPr>
            <a:picLocks noChangeAspect="1"/>
          </p:cNvPicPr>
          <p:nvPr/>
        </p:nvPicPr>
        <p:blipFill>
          <a:blip r:embed="rId1"/>
          <a:stretch>
            <a:fillRect/>
          </a:stretch>
        </p:blipFill>
        <p:spPr>
          <a:xfrm>
            <a:off x="548640" y="1417320"/>
            <a:ext cx="2606040" cy="2672862"/>
          </a:xfrm>
          <a:prstGeom prst="rect">
            <a:avLst/>
          </a:prstGeom>
        </p:spPr>
      </p:pic>
      <p:sp>
        <p:nvSpPr>
          <p:cNvPr id="7" name="f36-0-c"/>
          <p:cNvSpPr txBox="1"/>
          <p:nvPr/>
        </p:nvSpPr>
        <p:spPr>
          <a:xfrm>
            <a:off x="274320" y="4199910"/>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3 · Populasaun afetada</a:t>
            </a:r>
            <a:endParaRPr lang="en-US" sz="1100" dirty="0"/>
          </a:p>
        </p:txBody>
      </p:sp>
      <p:sp>
        <p:nvSpPr>
          <p:cNvPr id="8" name="f36-1-moldura"/>
          <p:cNvSpPr/>
          <p:nvPr/>
        </p:nvSpPr>
        <p:spPr>
          <a:xfrm>
            <a:off x="3300984" y="1362456"/>
            <a:ext cx="2715768" cy="2515303"/>
          </a:xfrm>
          <a:prstGeom prst="roundRect">
            <a:avLst>
              <a:gd name="adj" fmla="val 2908"/>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9" name="f36-1" descr="/tmp/claude-0/-home-user-sjamci/3266590f-78d1-5366-b61d-23553f70b1cc/scratchpad/tr/m_form4_c.png">    </p:cNvPr>
          <p:cNvPicPr>
            <a:picLocks noChangeAspect="1"/>
          </p:cNvPicPr>
          <p:nvPr/>
        </p:nvPicPr>
        <p:blipFill>
          <a:blip r:embed="rId2"/>
          <a:stretch>
            <a:fillRect/>
          </a:stretch>
        </p:blipFill>
        <p:spPr>
          <a:xfrm>
            <a:off x="3355848" y="1417320"/>
            <a:ext cx="2606040" cy="2405575"/>
          </a:xfrm>
          <a:prstGeom prst="rect">
            <a:avLst/>
          </a:prstGeom>
        </p:spPr>
      </p:pic>
      <p:sp>
        <p:nvSpPr>
          <p:cNvPr id="10" name="f36-1-c"/>
          <p:cNvSpPr txBox="1"/>
          <p:nvPr/>
        </p:nvSpPr>
        <p:spPr>
          <a:xfrm>
            <a:off x="3081528" y="3932623"/>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4 · Fokal Point</a:t>
            </a:r>
            <a:endParaRPr lang="en-US" sz="1100" dirty="0"/>
          </a:p>
        </p:txBody>
      </p:sp>
      <p:sp>
        <p:nvSpPr>
          <p:cNvPr id="11" name="f36-2-moldura"/>
          <p:cNvSpPr/>
          <p:nvPr/>
        </p:nvSpPr>
        <p:spPr>
          <a:xfrm>
            <a:off x="6108192" y="1362456"/>
            <a:ext cx="2715768" cy="2515303"/>
          </a:xfrm>
          <a:prstGeom prst="roundRect">
            <a:avLst>
              <a:gd name="adj" fmla="val 2908"/>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12" name="f36-2" descr="/tmp/claude-0/-home-user-sjamci/3266590f-78d1-5366-b61d-23553f70b1cc/scratchpad/tr/m_form5_c.png">    </p:cNvPr>
          <p:cNvPicPr>
            <a:picLocks noChangeAspect="1"/>
          </p:cNvPicPr>
          <p:nvPr/>
        </p:nvPicPr>
        <p:blipFill>
          <a:blip r:embed="rId3"/>
          <a:stretch>
            <a:fillRect/>
          </a:stretch>
        </p:blipFill>
        <p:spPr>
          <a:xfrm>
            <a:off x="6163056" y="1417320"/>
            <a:ext cx="2606040" cy="2405575"/>
          </a:xfrm>
          <a:prstGeom prst="rect">
            <a:avLst/>
          </a:prstGeom>
        </p:spPr>
      </p:pic>
      <p:sp>
        <p:nvSpPr>
          <p:cNvPr id="13" name="f36-2-c"/>
          <p:cNvSpPr txBox="1"/>
          <p:nvPr/>
        </p:nvSpPr>
        <p:spPr>
          <a:xfrm>
            <a:off x="5888736" y="3932623"/>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5 · Tribunál</a:t>
            </a:r>
            <a:endParaRPr lang="en-US" sz="1100" dirty="0"/>
          </a:p>
        </p:txBody>
      </p:sp>
      <p:sp>
        <p:nvSpPr>
          <p:cNvPr id="14" name="f36-3-moldura"/>
          <p:cNvSpPr/>
          <p:nvPr/>
        </p:nvSpPr>
        <p:spPr>
          <a:xfrm>
            <a:off x="8915400" y="1362456"/>
            <a:ext cx="2715768" cy="2782590"/>
          </a:xfrm>
          <a:prstGeom prst="roundRect">
            <a:avLst>
              <a:gd name="adj" fmla="val 2694"/>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15" name="f36-3" descr="/tmp/claude-0/-home-user-sjamci/3266590f-78d1-5366-b61d-23553f70b1cc/scratchpad/tr/m_form6_c.png">    </p:cNvPr>
          <p:cNvPicPr>
            <a:picLocks noChangeAspect="1"/>
          </p:cNvPicPr>
          <p:nvPr/>
        </p:nvPicPr>
        <p:blipFill>
          <a:blip r:embed="rId4"/>
          <a:stretch>
            <a:fillRect/>
          </a:stretch>
        </p:blipFill>
        <p:spPr>
          <a:xfrm>
            <a:off x="8970264" y="1417320"/>
            <a:ext cx="2606040" cy="2672862"/>
          </a:xfrm>
          <a:prstGeom prst="rect">
            <a:avLst/>
          </a:prstGeom>
        </p:spPr>
      </p:pic>
      <p:sp>
        <p:nvSpPr>
          <p:cNvPr id="16" name="f36-3-c"/>
          <p:cNvSpPr txBox="1"/>
          <p:nvPr/>
        </p:nvSpPr>
        <p:spPr>
          <a:xfrm>
            <a:off x="8695944" y="4199910"/>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6 · Eviksaun</a:t>
            </a:r>
            <a:endParaRPr lang="en-US" sz="1100" dirty="0"/>
          </a:p>
        </p:txBody>
      </p:sp>
      <p:sp>
        <p:nvSpPr>
          <p:cNvPr id="17" name="f36-nota"/>
          <p:cNvSpPr/>
          <p:nvPr/>
        </p:nvSpPr>
        <p:spPr>
          <a:xfrm>
            <a:off x="548640" y="5120640"/>
            <a:ext cx="11094415" cy="1051560"/>
          </a:xfrm>
          <a:prstGeom prst="roundRect">
            <a:avLst>
              <a:gd name="adj" fmla="val 10435"/>
            </a:avLst>
          </a:prstGeom>
          <a:solidFill>
            <a:schemeClr val="bg2"/>
          </a:solidFill>
          <a:ln w="12700">
            <a:solidFill>
              <a:schemeClr val="bg2"/>
            </a:solidFill>
            <a:prstDash val="solid"/>
          </a:ln>
        </p:spPr>
      </p:sp>
      <p:sp>
        <p:nvSpPr>
          <p:cNvPr id="18" name="Text 12"/>
          <p:cNvSpPr txBox="1"/>
          <p:nvPr/>
        </p:nvSpPr>
        <p:spPr>
          <a:xfrm>
            <a:off x="822960" y="5120640"/>
            <a:ext cx="10545775" cy="1051560"/>
          </a:xfrm>
          <a:prstGeom prst="rect">
            <a:avLst/>
          </a:prstGeom>
          <a:noFill/>
          <a:ln/>
        </p:spPr>
        <p:txBody>
          <a:bodyPr wrap="square" lIns="0" tIns="0" rIns="0" bIns="0" rtlCol="0" anchor="ctr"/>
          <a:lstStyle/>
          <a:p>
            <a:pPr indent="0" marL="0">
              <a:buNone/>
            </a:pPr>
            <a:r>
              <a:rPr lang="en-US" sz="1500" b="1" dirty="0">
                <a:solidFill>
                  <a:schemeClr val="tx2"/>
                </a:solidFill>
              </a:rPr>
              <a:t>Mane + Feto tenke hanesan Total Ema. </a:t>
            </a:r>
            <a:pPr indent="0" marL="0">
              <a:buNone/>
            </a:pPr>
            <a:r>
              <a:rPr lang="en-US" sz="1500" dirty="0">
                <a:solidFill>
                  <a:schemeClr val="tx1"/>
                </a:solidFill>
              </a:rPr>
              <a:t>Fokal Point RbR automátiku husi Investigadór. "La hatene" di'ak liu fali adivinha.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Pasu 7–8: evidénsia no konsentimentu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14:34</a:t>
            </a:r>
            <a:endParaRPr lang="en-US" sz="1200" dirty="0"/>
          </a:p>
        </p:txBody>
      </p:sp>
      <p:sp>
        <p:nvSpPr>
          <p:cNvPr id="5" name="f7-moldura"/>
          <p:cNvSpPr/>
          <p:nvPr/>
        </p:nvSpPr>
        <p:spPr>
          <a:xfrm>
            <a:off x="493776" y="1362456"/>
            <a:ext cx="2350008" cy="4406470"/>
          </a:xfrm>
          <a:prstGeom prst="roundRect">
            <a:avLst>
              <a:gd name="adj" fmla="val 311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6" name="f7" descr="/tmp/claude-0/-home-user-sjamci/3266590f-78d1-5366-b61d-23553f70b1cc/scratchpad/tr/m_form7_t.png">    </p:cNvPr>
          <p:cNvPicPr>
            <a:picLocks noChangeAspect="1"/>
          </p:cNvPicPr>
          <p:nvPr/>
        </p:nvPicPr>
        <p:blipFill>
          <a:blip r:embed="rId1"/>
          <a:stretch>
            <a:fillRect/>
          </a:stretch>
        </p:blipFill>
        <p:spPr>
          <a:xfrm>
            <a:off x="548640" y="1417320"/>
            <a:ext cx="2240280" cy="4296742"/>
          </a:xfrm>
          <a:prstGeom prst="rect">
            <a:avLst/>
          </a:prstGeom>
        </p:spPr>
      </p:pic>
      <p:sp>
        <p:nvSpPr>
          <p:cNvPr id="7" name="f8-moldura"/>
          <p:cNvSpPr/>
          <p:nvPr/>
        </p:nvSpPr>
        <p:spPr>
          <a:xfrm>
            <a:off x="3008376" y="1362456"/>
            <a:ext cx="2350008" cy="4406470"/>
          </a:xfrm>
          <a:prstGeom prst="roundRect">
            <a:avLst>
              <a:gd name="adj" fmla="val 311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8" name="f8" descr="/tmp/claude-0/-home-user-sjamci/3266590f-78d1-5366-b61d-23553f70b1cc/scratchpad/tr/m_form8_t.png">    </p:cNvPr>
          <p:cNvPicPr>
            <a:picLocks noChangeAspect="1"/>
          </p:cNvPicPr>
          <p:nvPr/>
        </p:nvPicPr>
        <p:blipFill>
          <a:blip r:embed="rId2"/>
          <a:stretch>
            <a:fillRect/>
          </a:stretch>
        </p:blipFill>
        <p:spPr>
          <a:xfrm>
            <a:off x="3063240" y="1417320"/>
            <a:ext cx="2240280" cy="4296742"/>
          </a:xfrm>
          <a:prstGeom prst="rect">
            <a:avLst/>
          </a:prstGeom>
        </p:spPr>
      </p:pic>
      <p:sp>
        <p:nvSpPr>
          <p:cNvPr id="9" name="ev-0-sirkulu"/>
          <p:cNvSpPr/>
          <p:nvPr/>
        </p:nvSpPr>
        <p:spPr>
          <a:xfrm>
            <a:off x="5806440" y="1463040"/>
            <a:ext cx="731520" cy="731520"/>
          </a:xfrm>
          <a:prstGeom prst="ellipse">
            <a:avLst/>
          </a:prstGeom>
          <a:solidFill>
            <a:schemeClr val="accent1"/>
          </a:solidFill>
          <a:ln w="12700">
            <a:solidFill>
              <a:schemeClr val="accent1"/>
            </a:solidFill>
            <a:prstDash val="solid"/>
          </a:ln>
        </p:spPr>
      </p:sp>
      <p:pic>
        <p:nvPicPr>
          <p:cNvPr id="10" name="ev-0-ikone" descr="preencoded.png">    </p:cNvPr>
          <p:cNvPicPr>
            <a:picLocks noChangeAspect="1"/>
          </p:cNvPicPr>
          <p:nvPr/>
        </p:nvPicPr>
        <p:blipFill>
          <a:blip r:embed="rId3"/>
          <a:stretch>
            <a:fillRect/>
          </a:stretch>
        </p:blipFill>
        <p:spPr>
          <a:xfrm>
            <a:off x="5982005" y="1638605"/>
            <a:ext cx="380390" cy="380390"/>
          </a:xfrm>
          <a:prstGeom prst="rect">
            <a:avLst/>
          </a:prstGeom>
        </p:spPr>
      </p:pic>
      <p:sp>
        <p:nvSpPr>
          <p:cNvPr id="11" name="Text 6"/>
          <p:cNvSpPr txBox="1"/>
          <p:nvPr/>
        </p:nvSpPr>
        <p:spPr>
          <a:xfrm>
            <a:off x="6766560" y="1463040"/>
            <a:ext cx="4876495" cy="365760"/>
          </a:xfrm>
          <a:prstGeom prst="rect">
            <a:avLst/>
          </a:prstGeom>
          <a:noFill/>
          <a:ln/>
        </p:spPr>
        <p:txBody>
          <a:bodyPr wrap="square" lIns="0" tIns="0" rIns="0" bIns="0" rtlCol="0" anchor="t"/>
          <a:lstStyle/>
          <a:p>
            <a:pPr indent="0" marL="0">
              <a:buNone/>
            </a:pPr>
            <a:r>
              <a:rPr lang="en-US" sz="1700" b="1" dirty="0">
                <a:solidFill>
                  <a:schemeClr val="tx2"/>
                </a:solidFill>
              </a:rPr>
              <a:t>Foto to'o 5</a:t>
            </a:r>
            <a:endParaRPr lang="en-US" sz="1700" dirty="0"/>
          </a:p>
        </p:txBody>
      </p:sp>
      <p:sp>
        <p:nvSpPr>
          <p:cNvPr id="12" name="Text 7"/>
          <p:cNvSpPr txBox="1"/>
          <p:nvPr/>
        </p:nvSpPr>
        <p:spPr>
          <a:xfrm>
            <a:off x="6766560" y="1847088"/>
            <a:ext cx="4876495" cy="411480"/>
          </a:xfrm>
          <a:prstGeom prst="rect">
            <a:avLst/>
          </a:prstGeom>
          <a:noFill/>
          <a:ln/>
        </p:spPr>
        <p:txBody>
          <a:bodyPr wrap="square" lIns="0" tIns="0" rIns="0" bIns="0" rtlCol="0" anchor="t"/>
          <a:lstStyle/>
          <a:p>
            <a:pPr indent="0" marL="0">
              <a:buNone/>
            </a:pPr>
            <a:r>
              <a:rPr lang="en-US" sz="1500" dirty="0">
                <a:solidFill>
                  <a:schemeClr val="tx1"/>
                </a:solidFill>
              </a:rPr>
              <a:t>Kámera ka galeria.</a:t>
            </a:r>
            <a:endParaRPr lang="en-US" sz="1500" dirty="0"/>
          </a:p>
        </p:txBody>
      </p:sp>
      <p:sp>
        <p:nvSpPr>
          <p:cNvPr id="13" name="ev-1-sirkulu"/>
          <p:cNvSpPr/>
          <p:nvPr/>
        </p:nvSpPr>
        <p:spPr>
          <a:xfrm>
            <a:off x="5806440" y="2624328"/>
            <a:ext cx="731520" cy="731520"/>
          </a:xfrm>
          <a:prstGeom prst="ellipse">
            <a:avLst/>
          </a:prstGeom>
          <a:solidFill>
            <a:schemeClr val="accent5"/>
          </a:solidFill>
          <a:ln w="12700">
            <a:solidFill>
              <a:schemeClr val="accent5"/>
            </a:solidFill>
            <a:prstDash val="solid"/>
          </a:ln>
        </p:spPr>
      </p:sp>
      <p:pic>
        <p:nvPicPr>
          <p:cNvPr id="14" name="ev-1-ikone" descr="preencoded.png">    </p:cNvPr>
          <p:cNvPicPr>
            <a:picLocks noChangeAspect="1"/>
          </p:cNvPicPr>
          <p:nvPr/>
        </p:nvPicPr>
        <p:blipFill>
          <a:blip r:embed="rId4"/>
          <a:stretch>
            <a:fillRect/>
          </a:stretch>
        </p:blipFill>
        <p:spPr>
          <a:xfrm>
            <a:off x="5982005" y="2799893"/>
            <a:ext cx="380390" cy="380390"/>
          </a:xfrm>
          <a:prstGeom prst="rect">
            <a:avLst/>
          </a:prstGeom>
        </p:spPr>
      </p:pic>
      <p:sp>
        <p:nvSpPr>
          <p:cNvPr id="15" name="Text 9"/>
          <p:cNvSpPr txBox="1"/>
          <p:nvPr/>
        </p:nvSpPr>
        <p:spPr>
          <a:xfrm>
            <a:off x="6766560" y="2624328"/>
            <a:ext cx="4876495" cy="365760"/>
          </a:xfrm>
          <a:prstGeom prst="rect">
            <a:avLst/>
          </a:prstGeom>
          <a:noFill/>
          <a:ln/>
        </p:spPr>
        <p:txBody>
          <a:bodyPr wrap="square" lIns="0" tIns="0" rIns="0" bIns="0" rtlCol="0" anchor="t"/>
          <a:lstStyle/>
          <a:p>
            <a:pPr indent="0" marL="0">
              <a:buNone/>
            </a:pPr>
            <a:r>
              <a:rPr lang="en-US" sz="1700" b="1" dirty="0">
                <a:solidFill>
                  <a:schemeClr val="tx2"/>
                </a:solidFill>
              </a:rPr>
              <a:t>Vídeo to'o 3</a:t>
            </a:r>
            <a:endParaRPr lang="en-US" sz="1700" dirty="0"/>
          </a:p>
        </p:txBody>
      </p:sp>
      <p:sp>
        <p:nvSpPr>
          <p:cNvPr id="16" name="Text 10"/>
          <p:cNvSpPr txBox="1"/>
          <p:nvPr/>
        </p:nvSpPr>
        <p:spPr>
          <a:xfrm>
            <a:off x="6766560" y="3008376"/>
            <a:ext cx="4876495" cy="411480"/>
          </a:xfrm>
          <a:prstGeom prst="rect">
            <a:avLst/>
          </a:prstGeom>
          <a:noFill/>
          <a:ln/>
        </p:spPr>
        <p:txBody>
          <a:bodyPr wrap="square" lIns="0" tIns="0" rIns="0" bIns="0" rtlCol="0" anchor="t"/>
          <a:lstStyle/>
          <a:p>
            <a:pPr indent="0" marL="0">
              <a:buNone/>
            </a:pPr>
            <a:r>
              <a:rPr lang="en-US" sz="1500" dirty="0">
                <a:solidFill>
                  <a:schemeClr val="tx1"/>
                </a:solidFill>
              </a:rPr>
              <a:t>Segundu 60 kada vídeo.</a:t>
            </a:r>
            <a:endParaRPr lang="en-US" sz="1500" dirty="0"/>
          </a:p>
        </p:txBody>
      </p:sp>
      <p:sp>
        <p:nvSpPr>
          <p:cNvPr id="17" name="ev-2-sirkulu"/>
          <p:cNvSpPr/>
          <p:nvPr/>
        </p:nvSpPr>
        <p:spPr>
          <a:xfrm>
            <a:off x="5806440" y="3785616"/>
            <a:ext cx="731520" cy="731520"/>
          </a:xfrm>
          <a:prstGeom prst="ellipse">
            <a:avLst/>
          </a:prstGeom>
          <a:solidFill>
            <a:schemeClr val="accent3"/>
          </a:solidFill>
          <a:ln w="12700">
            <a:solidFill>
              <a:schemeClr val="accent3"/>
            </a:solidFill>
            <a:prstDash val="solid"/>
          </a:ln>
        </p:spPr>
      </p:sp>
      <p:pic>
        <p:nvPicPr>
          <p:cNvPr id="18" name="ev-2-ikone" descr="preencoded.png">    </p:cNvPr>
          <p:cNvPicPr>
            <a:picLocks noChangeAspect="1"/>
          </p:cNvPicPr>
          <p:nvPr/>
        </p:nvPicPr>
        <p:blipFill>
          <a:blip r:embed="rId5"/>
          <a:stretch>
            <a:fillRect/>
          </a:stretch>
        </p:blipFill>
        <p:spPr>
          <a:xfrm>
            <a:off x="5982005" y="3961181"/>
            <a:ext cx="380390" cy="380390"/>
          </a:xfrm>
          <a:prstGeom prst="rect">
            <a:avLst/>
          </a:prstGeom>
        </p:spPr>
      </p:pic>
      <p:sp>
        <p:nvSpPr>
          <p:cNvPr id="19" name="Text 12"/>
          <p:cNvSpPr txBox="1"/>
          <p:nvPr/>
        </p:nvSpPr>
        <p:spPr>
          <a:xfrm>
            <a:off x="6766560" y="3785616"/>
            <a:ext cx="4876495" cy="365760"/>
          </a:xfrm>
          <a:prstGeom prst="rect">
            <a:avLst/>
          </a:prstGeom>
          <a:noFill/>
          <a:ln/>
        </p:spPr>
        <p:txBody>
          <a:bodyPr wrap="square" lIns="0" tIns="0" rIns="0" bIns="0" rtlCol="0" anchor="t"/>
          <a:lstStyle/>
          <a:p>
            <a:pPr indent="0" marL="0">
              <a:buNone/>
            </a:pPr>
            <a:r>
              <a:rPr lang="en-US" sz="1700" b="1" dirty="0">
                <a:solidFill>
                  <a:schemeClr val="tx2"/>
                </a:solidFill>
              </a:rPr>
              <a:t>Konsentimentu</a:t>
            </a:r>
            <a:endParaRPr lang="en-US" sz="1700" dirty="0"/>
          </a:p>
        </p:txBody>
      </p:sp>
      <p:sp>
        <p:nvSpPr>
          <p:cNvPr id="20" name="Text 13"/>
          <p:cNvSpPr txBox="1"/>
          <p:nvPr/>
        </p:nvSpPr>
        <p:spPr>
          <a:xfrm>
            <a:off x="6766560" y="4169664"/>
            <a:ext cx="4876495" cy="411480"/>
          </a:xfrm>
          <a:prstGeom prst="rect">
            <a:avLst/>
          </a:prstGeom>
          <a:noFill/>
          <a:ln/>
        </p:spPr>
        <p:txBody>
          <a:bodyPr wrap="square" lIns="0" tIns="0" rIns="0" bIns="0" rtlCol="0" anchor="t"/>
          <a:lstStyle/>
          <a:p>
            <a:pPr indent="0" marL="0">
              <a:buNone/>
            </a:pPr>
            <a:r>
              <a:rPr lang="en-US" sz="1500" dirty="0">
                <a:solidFill>
                  <a:schemeClr val="tx1"/>
                </a:solidFill>
              </a:rPr>
              <a:t>Obrigatóriu. Laiha = labele haruka kazu.</a:t>
            </a:r>
            <a:endParaRPr lang="en-US" sz="1500" dirty="0"/>
          </a:p>
        </p:txBody>
      </p:sp>
      <p:sp>
        <p:nvSpPr>
          <p:cNvPr id="21" name="ev-3-sirkulu"/>
          <p:cNvSpPr/>
          <p:nvPr/>
        </p:nvSpPr>
        <p:spPr>
          <a:xfrm>
            <a:off x="5806440" y="4946904"/>
            <a:ext cx="731520" cy="731520"/>
          </a:xfrm>
          <a:prstGeom prst="ellipse">
            <a:avLst/>
          </a:prstGeom>
          <a:solidFill>
            <a:schemeClr val="accent4"/>
          </a:solidFill>
          <a:ln w="12700">
            <a:solidFill>
              <a:schemeClr val="accent4"/>
            </a:solidFill>
            <a:prstDash val="solid"/>
          </a:ln>
        </p:spPr>
      </p:sp>
      <p:pic>
        <p:nvPicPr>
          <p:cNvPr id="22" name="ev-3-ikone" descr="preencoded.png">    </p:cNvPr>
          <p:cNvPicPr>
            <a:picLocks noChangeAspect="1"/>
          </p:cNvPicPr>
          <p:nvPr/>
        </p:nvPicPr>
        <p:blipFill>
          <a:blip r:embed="rId6"/>
          <a:stretch>
            <a:fillRect/>
          </a:stretch>
        </p:blipFill>
        <p:spPr>
          <a:xfrm>
            <a:off x="5982005" y="5122469"/>
            <a:ext cx="380390" cy="380390"/>
          </a:xfrm>
          <a:prstGeom prst="rect">
            <a:avLst/>
          </a:prstGeom>
        </p:spPr>
      </p:pic>
      <p:sp>
        <p:nvSpPr>
          <p:cNvPr id="23" name="Text 15"/>
          <p:cNvSpPr txBox="1"/>
          <p:nvPr/>
        </p:nvSpPr>
        <p:spPr>
          <a:xfrm>
            <a:off x="6766560" y="4946904"/>
            <a:ext cx="4876495" cy="365760"/>
          </a:xfrm>
          <a:prstGeom prst="rect">
            <a:avLst/>
          </a:prstGeom>
          <a:noFill/>
          <a:ln/>
        </p:spPr>
        <p:txBody>
          <a:bodyPr wrap="square" lIns="0" tIns="0" rIns="0" bIns="0" rtlCol="0" anchor="t"/>
          <a:lstStyle/>
          <a:p>
            <a:pPr indent="0" marL="0">
              <a:buNone/>
            </a:pPr>
            <a:r>
              <a:rPr lang="en-US" sz="1700" b="1" dirty="0">
                <a:solidFill>
                  <a:schemeClr val="tx2"/>
                </a:solidFill>
              </a:rPr>
              <a:t>La publika</a:t>
            </a:r>
            <a:endParaRPr lang="en-US" sz="1700" dirty="0"/>
          </a:p>
        </p:txBody>
      </p:sp>
      <p:sp>
        <p:nvSpPr>
          <p:cNvPr id="24" name="Text 16"/>
          <p:cNvSpPr txBox="1"/>
          <p:nvPr/>
        </p:nvSpPr>
        <p:spPr>
          <a:xfrm>
            <a:off x="6766560" y="5330952"/>
            <a:ext cx="4876495" cy="411480"/>
          </a:xfrm>
          <a:prstGeom prst="rect">
            <a:avLst/>
          </a:prstGeom>
          <a:noFill/>
          <a:ln/>
        </p:spPr>
        <p:txBody>
          <a:bodyPr wrap="square" lIns="0" tIns="0" rIns="0" bIns="0" rtlCol="0" anchor="t"/>
          <a:lstStyle/>
          <a:p>
            <a:pPr indent="0" marL="0">
              <a:buNone/>
            </a:pPr>
            <a:r>
              <a:rPr lang="en-US" sz="1500" dirty="0">
                <a:solidFill>
                  <a:schemeClr val="tx1"/>
                </a:solidFill>
              </a:rPr>
              <a:t>Komunidade husu → kazu la mosu iha portal públiku.</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Sinkron no avizu duplikadu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14:37</a:t>
            </a:r>
            <a:endParaRPr lang="en-US" sz="1200" dirty="0"/>
          </a:p>
        </p:txBody>
      </p:sp>
      <p:sp>
        <p:nvSpPr>
          <p:cNvPr id="5" name="sy-0-sirkulu"/>
          <p:cNvSpPr/>
          <p:nvPr/>
        </p:nvSpPr>
        <p:spPr>
          <a:xfrm>
            <a:off x="1234440" y="1463040"/>
            <a:ext cx="1097280" cy="1097280"/>
          </a:xfrm>
          <a:prstGeom prst="ellipse">
            <a:avLst/>
          </a:prstGeom>
          <a:solidFill>
            <a:schemeClr val="accent1"/>
          </a:solidFill>
          <a:ln w="12700">
            <a:solidFill>
              <a:schemeClr val="accent1"/>
            </a:solidFill>
            <a:prstDash val="solid"/>
          </a:ln>
        </p:spPr>
      </p:sp>
      <p:pic>
        <p:nvPicPr>
          <p:cNvPr id="6" name="sy-0-ikone" descr="preencoded.png">    </p:cNvPr>
          <p:cNvPicPr>
            <a:picLocks noChangeAspect="1"/>
          </p:cNvPicPr>
          <p:nvPr/>
        </p:nvPicPr>
        <p:blipFill>
          <a:blip r:embed="rId1"/>
          <a:stretch>
            <a:fillRect/>
          </a:stretch>
        </p:blipFill>
        <p:spPr>
          <a:xfrm>
            <a:off x="1497787" y="1726387"/>
            <a:ext cx="570586" cy="570586"/>
          </a:xfrm>
          <a:prstGeom prst="rect">
            <a:avLst/>
          </a:prstGeom>
        </p:spPr>
      </p:pic>
      <p:sp>
        <p:nvSpPr>
          <p:cNvPr id="7" name="Text 4"/>
          <p:cNvSpPr txBox="1"/>
          <p:nvPr/>
        </p:nvSpPr>
        <p:spPr>
          <a:xfrm>
            <a:off x="868680" y="2651760"/>
            <a:ext cx="1828800" cy="411480"/>
          </a:xfrm>
          <a:prstGeom prst="rect">
            <a:avLst/>
          </a:prstGeom>
          <a:noFill/>
          <a:ln/>
        </p:spPr>
        <p:txBody>
          <a:bodyPr wrap="square" lIns="0" tIns="0" rIns="0" bIns="0" rtlCol="0" anchor="t"/>
          <a:lstStyle/>
          <a:p>
            <a:pPr algn="ctr" indent="0" marL="0">
              <a:buNone/>
            </a:pPr>
            <a:r>
              <a:rPr lang="en-US" sz="1800" b="1" dirty="0">
                <a:solidFill>
                  <a:schemeClr val="tx2"/>
                </a:solidFill>
              </a:rPr>
              <a:t>HP</a:t>
            </a:r>
            <a:endParaRPr lang="en-US" sz="1800" dirty="0"/>
          </a:p>
        </p:txBody>
      </p:sp>
      <p:sp>
        <p:nvSpPr>
          <p:cNvPr id="8" name="Text 5"/>
          <p:cNvSpPr txBox="1"/>
          <p:nvPr/>
        </p:nvSpPr>
        <p:spPr>
          <a:xfrm>
            <a:off x="868680" y="3063240"/>
            <a:ext cx="1828800" cy="731520"/>
          </a:xfrm>
          <a:prstGeom prst="rect">
            <a:avLst/>
          </a:prstGeom>
          <a:noFill/>
          <a:ln/>
        </p:spPr>
        <p:txBody>
          <a:bodyPr wrap="square" lIns="0" tIns="0" rIns="0" bIns="0" rtlCol="0" anchor="t"/>
          <a:lstStyle/>
          <a:p>
            <a:pPr algn="ctr" indent="0" marL="0">
              <a:buNone/>
            </a:pPr>
            <a:r>
              <a:rPr lang="en-US" sz="1300" dirty="0">
                <a:solidFill>
                  <a:schemeClr val="tx1"/>
                </a:solidFill>
              </a:rPr>
              <a:t>Kazu PRONTU</a:t>
            </a:r>
            <a:endParaRPr lang="en-US" sz="1300" dirty="0"/>
          </a:p>
          <a:p>
            <a:pPr algn="ctr" indent="0" marL="0">
              <a:buNone/>
            </a:pPr>
            <a:r>
              <a:rPr lang="en-US" sz="1300" dirty="0">
                <a:solidFill>
                  <a:schemeClr val="tx1"/>
                </a:solidFill>
              </a:rPr>
              <a:t>enkriptadu ho PIN</a:t>
            </a:r>
            <a:endParaRPr lang="en-US" sz="1300" dirty="0"/>
          </a:p>
        </p:txBody>
      </p:sp>
      <p:sp>
        <p:nvSpPr>
          <p:cNvPr id="9" name="sy-s-0"/>
          <p:cNvSpPr/>
          <p:nvPr/>
        </p:nvSpPr>
        <p:spPr>
          <a:xfrm>
            <a:off x="2468880" y="2011680"/>
            <a:ext cx="1463040" cy="914"/>
          </a:xfrm>
          <a:prstGeom prst="line">
            <a:avLst/>
          </a:prstGeom>
          <a:noFill/>
          <a:ln w="25400">
            <a:solidFill>
              <a:schemeClr val="tx2"/>
            </a:solidFill>
            <a:prstDash val="solid"/>
            <a:tailEnd type="triangle"/>
          </a:ln>
        </p:spPr>
      </p:sp>
      <p:sp>
        <p:nvSpPr>
          <p:cNvPr id="10" name="sy-1-sirkulu"/>
          <p:cNvSpPr/>
          <p:nvPr/>
        </p:nvSpPr>
        <p:spPr>
          <a:xfrm>
            <a:off x="4069080" y="1463040"/>
            <a:ext cx="1097280" cy="1097280"/>
          </a:xfrm>
          <a:prstGeom prst="ellipse">
            <a:avLst/>
          </a:prstGeom>
          <a:solidFill>
            <a:schemeClr val="accent6"/>
          </a:solidFill>
          <a:ln w="12700">
            <a:solidFill>
              <a:schemeClr val="accent6"/>
            </a:solidFill>
            <a:prstDash val="solid"/>
          </a:ln>
        </p:spPr>
      </p:sp>
      <p:pic>
        <p:nvPicPr>
          <p:cNvPr id="11" name="sy-1-ikone" descr="preencoded.png">    </p:cNvPr>
          <p:cNvPicPr>
            <a:picLocks noChangeAspect="1"/>
          </p:cNvPicPr>
          <p:nvPr/>
        </p:nvPicPr>
        <p:blipFill>
          <a:blip r:embed="rId2"/>
          <a:stretch>
            <a:fillRect/>
          </a:stretch>
        </p:blipFill>
        <p:spPr>
          <a:xfrm>
            <a:off x="4332427" y="1726387"/>
            <a:ext cx="570586" cy="570586"/>
          </a:xfrm>
          <a:prstGeom prst="rect">
            <a:avLst/>
          </a:prstGeom>
        </p:spPr>
      </p:pic>
      <p:sp>
        <p:nvSpPr>
          <p:cNvPr id="12" name="Text 8"/>
          <p:cNvSpPr txBox="1"/>
          <p:nvPr/>
        </p:nvSpPr>
        <p:spPr>
          <a:xfrm>
            <a:off x="3703320" y="2651760"/>
            <a:ext cx="1828800" cy="411480"/>
          </a:xfrm>
          <a:prstGeom prst="rect">
            <a:avLst/>
          </a:prstGeom>
          <a:noFill/>
          <a:ln/>
        </p:spPr>
        <p:txBody>
          <a:bodyPr wrap="square" lIns="0" tIns="0" rIns="0" bIns="0" rtlCol="0" anchor="t"/>
          <a:lstStyle/>
          <a:p>
            <a:pPr algn="ctr" indent="0" marL="0">
              <a:buNone/>
            </a:pPr>
            <a:r>
              <a:rPr lang="en-US" sz="1800" b="1" dirty="0">
                <a:solidFill>
                  <a:schemeClr val="tx2"/>
                </a:solidFill>
              </a:rPr>
              <a:t>Sinál</a:t>
            </a:r>
            <a:endParaRPr lang="en-US" sz="1800" dirty="0"/>
          </a:p>
        </p:txBody>
      </p:sp>
      <p:sp>
        <p:nvSpPr>
          <p:cNvPr id="13" name="Text 9"/>
          <p:cNvSpPr txBox="1"/>
          <p:nvPr/>
        </p:nvSpPr>
        <p:spPr>
          <a:xfrm>
            <a:off x="3703320" y="3063240"/>
            <a:ext cx="1828800" cy="731520"/>
          </a:xfrm>
          <a:prstGeom prst="rect">
            <a:avLst/>
          </a:prstGeom>
          <a:noFill/>
          <a:ln/>
        </p:spPr>
        <p:txBody>
          <a:bodyPr wrap="square" lIns="0" tIns="0" rIns="0" bIns="0" rtlCol="0" anchor="t"/>
          <a:lstStyle/>
          <a:p>
            <a:pPr algn="ctr" indent="0" marL="0">
              <a:buNone/>
            </a:pPr>
            <a:r>
              <a:rPr lang="en-US" sz="1300" dirty="0">
                <a:solidFill>
                  <a:schemeClr val="tx1"/>
                </a:solidFill>
              </a:rPr>
              <a:t>Klik Sinkron</a:t>
            </a:r>
            <a:endParaRPr lang="en-US" sz="1300" dirty="0"/>
          </a:p>
          <a:p>
            <a:pPr algn="ctr" indent="0" marL="0">
              <a:buNone/>
            </a:pPr>
            <a:r>
              <a:rPr lang="en-US" sz="1300" dirty="0">
                <a:solidFill>
                  <a:schemeClr val="tx1"/>
                </a:solidFill>
              </a:rPr>
              <a:t>(ka automátiku)</a:t>
            </a:r>
            <a:endParaRPr lang="en-US" sz="1300" dirty="0"/>
          </a:p>
        </p:txBody>
      </p:sp>
      <p:sp>
        <p:nvSpPr>
          <p:cNvPr id="14" name="sy-s-1"/>
          <p:cNvSpPr/>
          <p:nvPr/>
        </p:nvSpPr>
        <p:spPr>
          <a:xfrm>
            <a:off x="5303520" y="2011680"/>
            <a:ext cx="1463040" cy="914"/>
          </a:xfrm>
          <a:prstGeom prst="line">
            <a:avLst/>
          </a:prstGeom>
          <a:noFill/>
          <a:ln w="25400">
            <a:solidFill>
              <a:schemeClr val="tx2"/>
            </a:solidFill>
            <a:prstDash val="solid"/>
            <a:tailEnd type="triangle"/>
          </a:ln>
        </p:spPr>
      </p:sp>
      <p:sp>
        <p:nvSpPr>
          <p:cNvPr id="15" name="sy-2-sirkulu"/>
          <p:cNvSpPr/>
          <p:nvPr/>
        </p:nvSpPr>
        <p:spPr>
          <a:xfrm>
            <a:off x="6903720" y="1463040"/>
            <a:ext cx="1097280" cy="1097280"/>
          </a:xfrm>
          <a:prstGeom prst="ellipse">
            <a:avLst/>
          </a:prstGeom>
          <a:solidFill>
            <a:schemeClr val="accent5"/>
          </a:solidFill>
          <a:ln w="12700">
            <a:solidFill>
              <a:schemeClr val="accent5"/>
            </a:solidFill>
            <a:prstDash val="solid"/>
          </a:ln>
        </p:spPr>
      </p:sp>
      <p:pic>
        <p:nvPicPr>
          <p:cNvPr id="16" name="sy-2-ikone" descr="preencoded.png">    </p:cNvPr>
          <p:cNvPicPr>
            <a:picLocks noChangeAspect="1"/>
          </p:cNvPicPr>
          <p:nvPr/>
        </p:nvPicPr>
        <p:blipFill>
          <a:blip r:embed="rId3"/>
          <a:stretch>
            <a:fillRect/>
          </a:stretch>
        </p:blipFill>
        <p:spPr>
          <a:xfrm>
            <a:off x="7167067" y="1726387"/>
            <a:ext cx="570586" cy="570586"/>
          </a:xfrm>
          <a:prstGeom prst="rect">
            <a:avLst/>
          </a:prstGeom>
        </p:spPr>
      </p:pic>
      <p:sp>
        <p:nvSpPr>
          <p:cNvPr id="17" name="Text 12"/>
          <p:cNvSpPr txBox="1"/>
          <p:nvPr/>
        </p:nvSpPr>
        <p:spPr>
          <a:xfrm>
            <a:off x="6537960" y="2651760"/>
            <a:ext cx="1828800" cy="411480"/>
          </a:xfrm>
          <a:prstGeom prst="rect">
            <a:avLst/>
          </a:prstGeom>
          <a:noFill/>
          <a:ln/>
        </p:spPr>
        <p:txBody>
          <a:bodyPr wrap="square" lIns="0" tIns="0" rIns="0" bIns="0" rtlCol="0" anchor="t"/>
          <a:lstStyle/>
          <a:p>
            <a:pPr algn="ctr" indent="0" marL="0">
              <a:buNone/>
            </a:pPr>
            <a:r>
              <a:rPr lang="en-US" sz="1800" b="1" dirty="0">
                <a:solidFill>
                  <a:schemeClr val="tx2"/>
                </a:solidFill>
              </a:rPr>
              <a:t>Server</a:t>
            </a:r>
            <a:endParaRPr lang="en-US" sz="1800" dirty="0"/>
          </a:p>
        </p:txBody>
      </p:sp>
      <p:sp>
        <p:nvSpPr>
          <p:cNvPr id="18" name="Text 13"/>
          <p:cNvSpPr txBox="1"/>
          <p:nvPr/>
        </p:nvSpPr>
        <p:spPr>
          <a:xfrm>
            <a:off x="6537960" y="3063240"/>
            <a:ext cx="1828800" cy="731520"/>
          </a:xfrm>
          <a:prstGeom prst="rect">
            <a:avLst/>
          </a:prstGeom>
          <a:noFill/>
          <a:ln/>
        </p:spPr>
        <p:txBody>
          <a:bodyPr wrap="square" lIns="0" tIns="0" rIns="0" bIns="0" rtlCol="0" anchor="t"/>
          <a:lstStyle/>
          <a:p>
            <a:pPr algn="ctr" indent="0" marL="0">
              <a:buNone/>
            </a:pPr>
            <a:r>
              <a:rPr lang="en-US" sz="1300" dirty="0">
                <a:solidFill>
                  <a:schemeClr val="tx1"/>
                </a:solidFill>
              </a:rPr>
              <a:t>Hein</a:t>
            </a:r>
            <a:endParaRPr lang="en-US" sz="1300" dirty="0"/>
          </a:p>
          <a:p>
            <a:pPr algn="ctr" indent="0" marL="0">
              <a:buNone/>
            </a:pPr>
            <a:r>
              <a:rPr lang="en-US" sz="1300" dirty="0">
                <a:solidFill>
                  <a:schemeClr val="tx1"/>
                </a:solidFill>
              </a:rPr>
              <a:t>Verifikasaun</a:t>
            </a:r>
            <a:endParaRPr lang="en-US" sz="1300" dirty="0"/>
          </a:p>
        </p:txBody>
      </p:sp>
      <p:sp>
        <p:nvSpPr>
          <p:cNvPr id="19" name="sy-s-2"/>
          <p:cNvSpPr/>
          <p:nvPr/>
        </p:nvSpPr>
        <p:spPr>
          <a:xfrm>
            <a:off x="8138160" y="2011680"/>
            <a:ext cx="1463040" cy="914"/>
          </a:xfrm>
          <a:prstGeom prst="line">
            <a:avLst/>
          </a:prstGeom>
          <a:noFill/>
          <a:ln w="25400">
            <a:solidFill>
              <a:schemeClr val="tx2"/>
            </a:solidFill>
            <a:prstDash val="solid"/>
            <a:tailEnd type="triangle"/>
          </a:ln>
        </p:spPr>
      </p:sp>
      <p:sp>
        <p:nvSpPr>
          <p:cNvPr id="20" name="sy-3-sirkulu"/>
          <p:cNvSpPr/>
          <p:nvPr/>
        </p:nvSpPr>
        <p:spPr>
          <a:xfrm>
            <a:off x="9738360" y="1463040"/>
            <a:ext cx="1097280" cy="1097280"/>
          </a:xfrm>
          <a:prstGeom prst="ellipse">
            <a:avLst/>
          </a:prstGeom>
          <a:solidFill>
            <a:schemeClr val="tx2"/>
          </a:solidFill>
          <a:ln w="12700">
            <a:solidFill>
              <a:schemeClr val="tx2"/>
            </a:solidFill>
            <a:prstDash val="solid"/>
          </a:ln>
        </p:spPr>
      </p:sp>
      <p:pic>
        <p:nvPicPr>
          <p:cNvPr id="21" name="sy-3-ikone" descr="preencoded.png">    </p:cNvPr>
          <p:cNvPicPr>
            <a:picLocks noChangeAspect="1"/>
          </p:cNvPicPr>
          <p:nvPr/>
        </p:nvPicPr>
        <p:blipFill>
          <a:blip r:embed="rId4"/>
          <a:stretch>
            <a:fillRect/>
          </a:stretch>
        </p:blipFill>
        <p:spPr>
          <a:xfrm>
            <a:off x="10001707" y="1726387"/>
            <a:ext cx="570586" cy="570586"/>
          </a:xfrm>
          <a:prstGeom prst="rect">
            <a:avLst/>
          </a:prstGeom>
        </p:spPr>
      </p:pic>
      <p:sp>
        <p:nvSpPr>
          <p:cNvPr id="22" name="Text 16"/>
          <p:cNvSpPr txBox="1"/>
          <p:nvPr/>
        </p:nvSpPr>
        <p:spPr>
          <a:xfrm>
            <a:off x="9372600" y="2651760"/>
            <a:ext cx="1828800" cy="411480"/>
          </a:xfrm>
          <a:prstGeom prst="rect">
            <a:avLst/>
          </a:prstGeom>
          <a:noFill/>
          <a:ln/>
        </p:spPr>
        <p:txBody>
          <a:bodyPr wrap="square" lIns="0" tIns="0" rIns="0" bIns="0" rtlCol="0" anchor="t"/>
          <a:lstStyle/>
          <a:p>
            <a:pPr algn="ctr" indent="0" marL="0">
              <a:buNone/>
            </a:pPr>
            <a:r>
              <a:rPr lang="en-US" sz="1800" b="1" dirty="0">
                <a:solidFill>
                  <a:schemeClr val="tx2"/>
                </a:solidFill>
              </a:rPr>
              <a:t>Admin</a:t>
            </a:r>
            <a:endParaRPr lang="en-US" sz="1800" dirty="0"/>
          </a:p>
        </p:txBody>
      </p:sp>
      <p:sp>
        <p:nvSpPr>
          <p:cNvPr id="23" name="Text 17"/>
          <p:cNvSpPr txBox="1"/>
          <p:nvPr/>
        </p:nvSpPr>
        <p:spPr>
          <a:xfrm>
            <a:off x="9372600" y="3063240"/>
            <a:ext cx="1828800" cy="731520"/>
          </a:xfrm>
          <a:prstGeom prst="rect">
            <a:avLst/>
          </a:prstGeom>
          <a:noFill/>
          <a:ln/>
        </p:spPr>
        <p:txBody>
          <a:bodyPr wrap="square" lIns="0" tIns="0" rIns="0" bIns="0" rtlCol="0" anchor="t"/>
          <a:lstStyle/>
          <a:p>
            <a:pPr algn="ctr" indent="0" marL="0">
              <a:buNone/>
            </a:pPr>
            <a:r>
              <a:rPr lang="en-US" sz="1300" dirty="0">
                <a:solidFill>
                  <a:schemeClr val="tx1"/>
                </a:solidFill>
              </a:rPr>
              <a:t>Verifika no</a:t>
            </a:r>
            <a:endParaRPr lang="en-US" sz="1300" dirty="0"/>
          </a:p>
          <a:p>
            <a:pPr algn="ctr" indent="0" marL="0">
              <a:buNone/>
            </a:pPr>
            <a:r>
              <a:rPr lang="en-US" sz="1300" dirty="0">
                <a:solidFill>
                  <a:schemeClr val="tx1"/>
                </a:solidFill>
              </a:rPr>
              <a:t>aprova</a:t>
            </a:r>
            <a:endParaRPr lang="en-US" sz="1300" dirty="0"/>
          </a:p>
        </p:txBody>
      </p:sp>
      <p:sp>
        <p:nvSpPr>
          <p:cNvPr id="24" name="sy-a"/>
          <p:cNvSpPr/>
          <p:nvPr/>
        </p:nvSpPr>
        <p:spPr>
          <a:xfrm>
            <a:off x="548640" y="4023360"/>
            <a:ext cx="5410048" cy="2103120"/>
          </a:xfrm>
          <a:prstGeom prst="roundRect">
            <a:avLst>
              <a:gd name="adj" fmla="val 5217"/>
            </a:avLst>
          </a:prstGeom>
          <a:solidFill>
            <a:schemeClr val="bg2"/>
          </a:solidFill>
          <a:ln w="12700">
            <a:solidFill>
              <a:schemeClr val="bg2"/>
            </a:solidFill>
            <a:prstDash val="solid"/>
          </a:ln>
        </p:spPr>
      </p:sp>
      <p:sp>
        <p:nvSpPr>
          <p:cNvPr id="25" name="Text 19"/>
          <p:cNvSpPr txBox="1"/>
          <p:nvPr/>
        </p:nvSpPr>
        <p:spPr>
          <a:xfrm>
            <a:off x="822960" y="4160520"/>
            <a:ext cx="4907128" cy="182880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chemeClr val="tx2"/>
                </a:solidFill>
              </a:rPr>
              <a:t>Sinkron falla?</a:t>
            </a:r>
            <a:pPr indent="0" marL="0">
              <a:spcAft>
                <a:spcPts val="1000"/>
              </a:spcAft>
              <a:buNone/>
            </a:pPr>
            <a:r>
              <a:rPr lang="en-US" sz="1500" dirty="0">
                <a:solidFill>
                  <a:schemeClr val="tx1"/>
                </a:solidFill>
              </a:rPr>
              <a:t> Dadus nafatin iha HP. Koko fali bainhira sinál di'ak.</a:t>
            </a:r>
            <a:endParaRPr lang="en-US" sz="1500" dirty="0"/>
          </a:p>
          <a:p>
            <a:pPr marL="342900" indent="-342900">
              <a:spcAft>
                <a:spcPts val="1000"/>
              </a:spcAft>
              <a:buSzPct val="100000"/>
              <a:buChar char="•"/>
            </a:pPr>
            <a:r>
              <a:rPr lang="en-US" sz="1500" b="1" dirty="0">
                <a:solidFill>
                  <a:schemeClr val="tx2"/>
                </a:solidFill>
              </a:rPr>
              <a:t>Erru mean?</a:t>
            </a:r>
            <a:pPr indent="0" marL="0">
              <a:spcAft>
                <a:spcPts val="1000"/>
              </a:spcAft>
              <a:buNone/>
            </a:pPr>
            <a:r>
              <a:rPr lang="en-US" sz="1500" dirty="0">
                <a:solidFill>
                  <a:schemeClr val="tx1"/>
                </a:solidFill>
              </a:rPr>
              <a:t> Loke kazu, hadi'a pasu ne'ebé app hatudu, Prontu, Sinkron fali.</a:t>
            </a:r>
            <a:endParaRPr lang="en-US" sz="1500" dirty="0"/>
          </a:p>
        </p:txBody>
      </p:sp>
      <p:sp>
        <p:nvSpPr>
          <p:cNvPr id="26" name="sy-d"/>
          <p:cNvSpPr/>
          <p:nvPr/>
        </p:nvSpPr>
        <p:spPr>
          <a:xfrm>
            <a:off x="6233008" y="4023360"/>
            <a:ext cx="5410048" cy="2103120"/>
          </a:xfrm>
          <a:prstGeom prst="roundRect">
            <a:avLst>
              <a:gd name="adj" fmla="val 5217"/>
            </a:avLst>
          </a:prstGeom>
          <a:solidFill>
            <a:srgbClr val="FFF4E0"/>
          </a:solidFill>
          <a:ln w="12700">
            <a:solidFill>
              <a:srgbClr val="FFF4E0"/>
            </a:solidFill>
            <a:prstDash val="solid"/>
          </a:ln>
        </p:spPr>
      </p:sp>
      <p:sp>
        <p:nvSpPr>
          <p:cNvPr id="27" name="Text 21"/>
          <p:cNvSpPr txBox="1"/>
          <p:nvPr/>
        </p:nvSpPr>
        <p:spPr>
          <a:xfrm>
            <a:off x="6507328" y="4114800"/>
            <a:ext cx="4861408" cy="1920240"/>
          </a:xfrm>
          <a:prstGeom prst="rect">
            <a:avLst/>
          </a:prstGeom>
          <a:noFill/>
          <a:ln/>
        </p:spPr>
        <p:txBody>
          <a:bodyPr wrap="square" lIns="0" tIns="0" rIns="0" bIns="0" rtlCol="0" anchor="ctr"/>
          <a:lstStyle/>
          <a:p>
            <a:pPr indent="0" marL="0">
              <a:buNone/>
            </a:pPr>
            <a:r>
              <a:rPr lang="en-US" sz="1700" b="1" dirty="0">
                <a:solidFill>
                  <a:srgbClr val="B26A00"/>
                </a:solidFill>
              </a:rPr>
              <a:t>⚠ Avizu "bele duplikadu"</a:t>
            </a:r>
            <a:endParaRPr lang="en-US" sz="1500" dirty="0"/>
          </a:p>
          <a:p>
            <a:pPr indent="0" marL="0">
              <a:buNone/>
            </a:pPr>
            <a:r>
              <a:rPr lang="en-US" sz="1400" dirty="0">
                <a:solidFill>
                  <a:schemeClr val="tx1"/>
                </a:solidFill>
              </a:rPr>
              <a:t>Mosu se kazu seluk iha GPS besik (≤ 200 m) ka aldeia no tipu konflitu hanesan. Kazu nafatin to'o server; informa Admin, Admin mak deside.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Prátika iha HP</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Rejista kazu ezemplu ida husi hahú to'o sinkron</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03</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14:40 – 15:15</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Senáriu: eviksaun iha Aldeia Lebumeta</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14:40</a:t>
            </a:r>
            <a:endParaRPr lang="en-US" sz="1200" dirty="0"/>
          </a:p>
        </p:txBody>
      </p:sp>
      <p:sp>
        <p:nvSpPr>
          <p:cNvPr id="5" name="sen"/>
          <p:cNvSpPr/>
          <p:nvPr/>
        </p:nvSpPr>
        <p:spPr>
          <a:xfrm>
            <a:off x="548640" y="1417320"/>
            <a:ext cx="5760720" cy="4709160"/>
          </a:xfrm>
          <a:prstGeom prst="roundRect">
            <a:avLst>
              <a:gd name="adj" fmla="val 2330"/>
            </a:avLst>
          </a:prstGeom>
          <a:solidFill>
            <a:schemeClr val="tx2"/>
          </a:solidFill>
          <a:ln w="12700">
            <a:solidFill>
              <a:schemeClr val="tx2"/>
            </a:solidFill>
            <a:prstDash val="solid"/>
          </a:ln>
        </p:spPr>
      </p:sp>
      <p:sp>
        <p:nvSpPr>
          <p:cNvPr id="6" name="Text 4"/>
          <p:cNvSpPr txBox="1"/>
          <p:nvPr/>
        </p:nvSpPr>
        <p:spPr>
          <a:xfrm>
            <a:off x="868680" y="1554480"/>
            <a:ext cx="5120640" cy="4480560"/>
          </a:xfrm>
          <a:prstGeom prst="rect">
            <a:avLst/>
          </a:prstGeom>
          <a:noFill/>
          <a:ln/>
        </p:spPr>
        <p:txBody>
          <a:bodyPr wrap="square" lIns="0" tIns="0" rIns="0" bIns="0" rtlCol="0" anchor="t"/>
          <a:lstStyle/>
          <a:p>
            <a:pPr indent="0" marL="0">
              <a:spcAft>
                <a:spcPts val="800"/>
              </a:spcAft>
              <a:buNone/>
            </a:pPr>
            <a:r>
              <a:rPr lang="en-US" sz="1900" b="1" dirty="0">
                <a:solidFill>
                  <a:schemeClr val="accent2"/>
                </a:solidFill>
              </a:rPr>
              <a:t>Istória</a:t>
            </a:r>
            <a:endParaRPr lang="en-US" sz="1500" dirty="0"/>
          </a:p>
          <a:p>
            <a:pPr indent="0" marL="0">
              <a:spcAft>
                <a:spcPts val="800"/>
              </a:spcAft>
              <a:buNone/>
            </a:pPr>
            <a:r>
              <a:rPr lang="en-US" sz="1500" dirty="0">
                <a:solidFill>
                  <a:schemeClr val="bg1"/>
                </a:solidFill>
              </a:rPr>
              <a:t>Ohin RbR simu informasaun: entidade ida tau marka iha rai komunidade iha Aldeia Lebumeta, Suku Vatuvou, Maubara, Liquiçá. Uma-kain 15 simu avizu verbál atu sai iha loron 3. Komunidade la hetan konsultasaun molok. PNTL mai durante avizu. Ema afetadu aseita fó dadus no foto, maibé husu kazu LA publika.</a:t>
            </a:r>
            <a:endParaRPr lang="en-US" sz="1500" dirty="0"/>
          </a:p>
        </p:txBody>
      </p:sp>
      <p:sp>
        <p:nvSpPr>
          <p:cNvPr id="7" name="dd-0"/>
          <p:cNvSpPr/>
          <p:nvPr/>
        </p:nvSpPr>
        <p:spPr>
          <a:xfrm>
            <a:off x="6492240" y="1417320"/>
            <a:ext cx="5150815" cy="512064"/>
          </a:xfrm>
          <a:prstGeom prst="roundRect">
            <a:avLst>
              <a:gd name="adj" fmla="val 21429"/>
            </a:avLst>
          </a:prstGeom>
          <a:solidFill>
            <a:srgbClr val="F7F9F8"/>
          </a:solidFill>
          <a:ln w="12700">
            <a:solidFill>
              <a:srgbClr val="F7F9F8"/>
            </a:solidFill>
            <a:prstDash val="solid"/>
          </a:ln>
        </p:spPr>
      </p:sp>
      <p:sp>
        <p:nvSpPr>
          <p:cNvPr id="8" name="Text 6"/>
          <p:cNvSpPr txBox="1"/>
          <p:nvPr/>
        </p:nvSpPr>
        <p:spPr>
          <a:xfrm>
            <a:off x="6675120" y="1417320"/>
            <a:ext cx="1737360" cy="512064"/>
          </a:xfrm>
          <a:prstGeom prst="rect">
            <a:avLst/>
          </a:prstGeom>
          <a:noFill/>
          <a:ln/>
        </p:spPr>
        <p:txBody>
          <a:bodyPr wrap="square" lIns="0" tIns="0" rIns="0" bIns="0" rtlCol="0" anchor="ctr"/>
          <a:lstStyle/>
          <a:p>
            <a:pPr indent="0" marL="0">
              <a:buNone/>
            </a:pPr>
            <a:r>
              <a:rPr lang="en-US" sz="1400" b="1" dirty="0">
                <a:solidFill>
                  <a:schemeClr val="tx2"/>
                </a:solidFill>
              </a:rPr>
              <a:t>Tipu kazu</a:t>
            </a:r>
            <a:endParaRPr lang="en-US" sz="1400" dirty="0"/>
          </a:p>
        </p:txBody>
      </p:sp>
      <p:sp>
        <p:nvSpPr>
          <p:cNvPr id="9" name="Text 7"/>
          <p:cNvSpPr txBox="1"/>
          <p:nvPr/>
        </p:nvSpPr>
        <p:spPr>
          <a:xfrm>
            <a:off x="8412480" y="1417320"/>
            <a:ext cx="3093415" cy="512064"/>
          </a:xfrm>
          <a:prstGeom prst="rect">
            <a:avLst/>
          </a:prstGeom>
          <a:noFill/>
          <a:ln/>
        </p:spPr>
        <p:txBody>
          <a:bodyPr wrap="square" lIns="0" tIns="0" rIns="0" bIns="0" rtlCol="0" anchor="ctr"/>
          <a:lstStyle/>
          <a:p>
            <a:pPr indent="0" marL="0">
              <a:buNone/>
            </a:pPr>
            <a:r>
              <a:rPr lang="en-US" sz="1350" dirty="0">
                <a:solidFill>
                  <a:schemeClr val="tx1"/>
                </a:solidFill>
              </a:rPr>
              <a:t>Rai Estadu / governu</a:t>
            </a:r>
            <a:endParaRPr lang="en-US" sz="1350" dirty="0"/>
          </a:p>
        </p:txBody>
      </p:sp>
      <p:sp>
        <p:nvSpPr>
          <p:cNvPr id="10" name="dd-1"/>
          <p:cNvSpPr/>
          <p:nvPr/>
        </p:nvSpPr>
        <p:spPr>
          <a:xfrm>
            <a:off x="6492240" y="2007108"/>
            <a:ext cx="5150815" cy="512064"/>
          </a:xfrm>
          <a:prstGeom prst="roundRect">
            <a:avLst>
              <a:gd name="adj" fmla="val 21429"/>
            </a:avLst>
          </a:prstGeom>
          <a:solidFill>
            <a:schemeClr val="bg2"/>
          </a:solidFill>
          <a:ln w="12700">
            <a:solidFill>
              <a:schemeClr val="bg2"/>
            </a:solidFill>
            <a:prstDash val="solid"/>
          </a:ln>
        </p:spPr>
      </p:sp>
      <p:sp>
        <p:nvSpPr>
          <p:cNvPr id="11" name="Text 9"/>
          <p:cNvSpPr txBox="1"/>
          <p:nvPr/>
        </p:nvSpPr>
        <p:spPr>
          <a:xfrm>
            <a:off x="6675120" y="2007108"/>
            <a:ext cx="1737360" cy="512064"/>
          </a:xfrm>
          <a:prstGeom prst="rect">
            <a:avLst/>
          </a:prstGeom>
          <a:noFill/>
          <a:ln/>
        </p:spPr>
        <p:txBody>
          <a:bodyPr wrap="square" lIns="0" tIns="0" rIns="0" bIns="0" rtlCol="0" anchor="ctr"/>
          <a:lstStyle/>
          <a:p>
            <a:pPr indent="0" marL="0">
              <a:buNone/>
            </a:pPr>
            <a:r>
              <a:rPr lang="en-US" sz="1400" b="1" dirty="0">
                <a:solidFill>
                  <a:schemeClr val="tx2"/>
                </a:solidFill>
              </a:rPr>
              <a:t>Fatin</a:t>
            </a:r>
            <a:endParaRPr lang="en-US" sz="1400" dirty="0"/>
          </a:p>
        </p:txBody>
      </p:sp>
      <p:sp>
        <p:nvSpPr>
          <p:cNvPr id="12" name="Text 10"/>
          <p:cNvSpPr txBox="1"/>
          <p:nvPr/>
        </p:nvSpPr>
        <p:spPr>
          <a:xfrm>
            <a:off x="8412480" y="2007108"/>
            <a:ext cx="3093415" cy="512064"/>
          </a:xfrm>
          <a:prstGeom prst="rect">
            <a:avLst/>
          </a:prstGeom>
          <a:noFill/>
          <a:ln/>
        </p:spPr>
        <p:txBody>
          <a:bodyPr wrap="square" lIns="0" tIns="0" rIns="0" bIns="0" rtlCol="0" anchor="ctr"/>
          <a:lstStyle/>
          <a:p>
            <a:pPr indent="0" marL="0">
              <a:buNone/>
            </a:pPr>
            <a:r>
              <a:rPr lang="en-US" sz="1350" dirty="0">
                <a:solidFill>
                  <a:schemeClr val="tx1"/>
                </a:solidFill>
              </a:rPr>
              <a:t>Liquiçá · Maubara · Vatuvou · Lebumeta</a:t>
            </a:r>
            <a:endParaRPr lang="en-US" sz="1350" dirty="0"/>
          </a:p>
        </p:txBody>
      </p:sp>
      <p:sp>
        <p:nvSpPr>
          <p:cNvPr id="13" name="dd-2"/>
          <p:cNvSpPr/>
          <p:nvPr/>
        </p:nvSpPr>
        <p:spPr>
          <a:xfrm>
            <a:off x="6492240" y="2596896"/>
            <a:ext cx="5150815" cy="512064"/>
          </a:xfrm>
          <a:prstGeom prst="roundRect">
            <a:avLst>
              <a:gd name="adj" fmla="val 21429"/>
            </a:avLst>
          </a:prstGeom>
          <a:solidFill>
            <a:srgbClr val="F7F9F8"/>
          </a:solidFill>
          <a:ln w="12700">
            <a:solidFill>
              <a:srgbClr val="F7F9F8"/>
            </a:solidFill>
            <a:prstDash val="solid"/>
          </a:ln>
        </p:spPr>
      </p:sp>
      <p:sp>
        <p:nvSpPr>
          <p:cNvPr id="14" name="Text 12"/>
          <p:cNvSpPr txBox="1"/>
          <p:nvPr/>
        </p:nvSpPr>
        <p:spPr>
          <a:xfrm>
            <a:off x="6675120" y="2596896"/>
            <a:ext cx="1737360" cy="512064"/>
          </a:xfrm>
          <a:prstGeom prst="rect">
            <a:avLst/>
          </a:prstGeom>
          <a:noFill/>
          <a:ln/>
        </p:spPr>
        <p:txBody>
          <a:bodyPr wrap="square" lIns="0" tIns="0" rIns="0" bIns="0" rtlCol="0" anchor="ctr"/>
          <a:lstStyle/>
          <a:p>
            <a:pPr indent="0" marL="0">
              <a:buNone/>
            </a:pPr>
            <a:r>
              <a:rPr lang="en-US" sz="1400" b="1" dirty="0">
                <a:solidFill>
                  <a:schemeClr val="tx2"/>
                </a:solidFill>
              </a:rPr>
              <a:t>GPS</a:t>
            </a:r>
            <a:endParaRPr lang="en-US" sz="1400" dirty="0"/>
          </a:p>
        </p:txBody>
      </p:sp>
      <p:sp>
        <p:nvSpPr>
          <p:cNvPr id="15" name="Text 13"/>
          <p:cNvSpPr txBox="1"/>
          <p:nvPr/>
        </p:nvSpPr>
        <p:spPr>
          <a:xfrm>
            <a:off x="8412480" y="2596896"/>
            <a:ext cx="3093415" cy="512064"/>
          </a:xfrm>
          <a:prstGeom prst="rect">
            <a:avLst/>
          </a:prstGeom>
          <a:noFill/>
          <a:ln/>
        </p:spPr>
        <p:txBody>
          <a:bodyPr wrap="square" lIns="0" tIns="0" rIns="0" bIns="0" rtlCol="0" anchor="ctr"/>
          <a:lstStyle/>
          <a:p>
            <a:pPr indent="0" marL="0">
              <a:buNone/>
            </a:pPr>
            <a:r>
              <a:rPr lang="en-US" sz="1350" dirty="0">
                <a:solidFill>
                  <a:schemeClr val="tx1"/>
                </a:solidFill>
              </a:rPr>
              <a:t>Foti iha fatin imi agora</a:t>
            </a:r>
            <a:endParaRPr lang="en-US" sz="1350" dirty="0"/>
          </a:p>
        </p:txBody>
      </p:sp>
      <p:sp>
        <p:nvSpPr>
          <p:cNvPr id="16" name="dd-3"/>
          <p:cNvSpPr/>
          <p:nvPr/>
        </p:nvSpPr>
        <p:spPr>
          <a:xfrm>
            <a:off x="6492240" y="3186684"/>
            <a:ext cx="5150815" cy="512064"/>
          </a:xfrm>
          <a:prstGeom prst="roundRect">
            <a:avLst>
              <a:gd name="adj" fmla="val 21429"/>
            </a:avLst>
          </a:prstGeom>
          <a:solidFill>
            <a:schemeClr val="bg2"/>
          </a:solidFill>
          <a:ln w="12700">
            <a:solidFill>
              <a:schemeClr val="bg2"/>
            </a:solidFill>
            <a:prstDash val="solid"/>
          </a:ln>
        </p:spPr>
      </p:sp>
      <p:sp>
        <p:nvSpPr>
          <p:cNvPr id="17" name="Text 15"/>
          <p:cNvSpPr txBox="1"/>
          <p:nvPr/>
        </p:nvSpPr>
        <p:spPr>
          <a:xfrm>
            <a:off x="6675120" y="3186684"/>
            <a:ext cx="1737360" cy="512064"/>
          </a:xfrm>
          <a:prstGeom prst="rect">
            <a:avLst/>
          </a:prstGeom>
          <a:noFill/>
          <a:ln/>
        </p:spPr>
        <p:txBody>
          <a:bodyPr wrap="square" lIns="0" tIns="0" rIns="0" bIns="0" rtlCol="0" anchor="ctr"/>
          <a:lstStyle/>
          <a:p>
            <a:pPr indent="0" marL="0">
              <a:buNone/>
            </a:pPr>
            <a:r>
              <a:rPr lang="en-US" sz="1400" b="1" dirty="0">
                <a:solidFill>
                  <a:schemeClr val="tx2"/>
                </a:solidFill>
              </a:rPr>
              <a:t>Afetadu</a:t>
            </a:r>
            <a:endParaRPr lang="en-US" sz="1400" dirty="0"/>
          </a:p>
        </p:txBody>
      </p:sp>
      <p:sp>
        <p:nvSpPr>
          <p:cNvPr id="18" name="Text 16"/>
          <p:cNvSpPr txBox="1"/>
          <p:nvPr/>
        </p:nvSpPr>
        <p:spPr>
          <a:xfrm>
            <a:off x="8412480" y="3186684"/>
            <a:ext cx="3093415" cy="512064"/>
          </a:xfrm>
          <a:prstGeom prst="rect">
            <a:avLst/>
          </a:prstGeom>
          <a:noFill/>
          <a:ln/>
        </p:spPr>
        <p:txBody>
          <a:bodyPr wrap="square" lIns="0" tIns="0" rIns="0" bIns="0" rtlCol="0" anchor="ctr"/>
          <a:lstStyle/>
          <a:p>
            <a:pPr indent="0" marL="0">
              <a:buNone/>
            </a:pPr>
            <a:r>
              <a:rPr lang="en-US" sz="1350" dirty="0">
                <a:solidFill>
                  <a:schemeClr val="tx1"/>
                </a:solidFill>
              </a:rPr>
              <a:t>Uma-kain 15 · ema 72 (mane 34, feto 38)</a:t>
            </a:r>
            <a:endParaRPr lang="en-US" sz="1350" dirty="0"/>
          </a:p>
        </p:txBody>
      </p:sp>
      <p:sp>
        <p:nvSpPr>
          <p:cNvPr id="19" name="dd-4"/>
          <p:cNvSpPr/>
          <p:nvPr/>
        </p:nvSpPr>
        <p:spPr>
          <a:xfrm>
            <a:off x="6492240" y="3776472"/>
            <a:ext cx="5150815" cy="512064"/>
          </a:xfrm>
          <a:prstGeom prst="roundRect">
            <a:avLst>
              <a:gd name="adj" fmla="val 21429"/>
            </a:avLst>
          </a:prstGeom>
          <a:solidFill>
            <a:srgbClr val="F7F9F8"/>
          </a:solidFill>
          <a:ln w="12700">
            <a:solidFill>
              <a:srgbClr val="F7F9F8"/>
            </a:solidFill>
            <a:prstDash val="solid"/>
          </a:ln>
        </p:spPr>
      </p:sp>
      <p:sp>
        <p:nvSpPr>
          <p:cNvPr id="20" name="Text 18"/>
          <p:cNvSpPr txBox="1"/>
          <p:nvPr/>
        </p:nvSpPr>
        <p:spPr>
          <a:xfrm>
            <a:off x="6675120" y="3776472"/>
            <a:ext cx="1737360" cy="512064"/>
          </a:xfrm>
          <a:prstGeom prst="rect">
            <a:avLst/>
          </a:prstGeom>
          <a:noFill/>
          <a:ln/>
        </p:spPr>
        <p:txBody>
          <a:bodyPr wrap="square" lIns="0" tIns="0" rIns="0" bIns="0" rtlCol="0" anchor="ctr"/>
          <a:lstStyle/>
          <a:p>
            <a:pPr indent="0" marL="0">
              <a:buNone/>
            </a:pPr>
            <a:r>
              <a:rPr lang="en-US" sz="1400" b="1" dirty="0">
                <a:solidFill>
                  <a:schemeClr val="tx2"/>
                </a:solidFill>
              </a:rPr>
              <a:t>Eviksaun</a:t>
            </a:r>
            <a:endParaRPr lang="en-US" sz="1400" dirty="0"/>
          </a:p>
        </p:txBody>
      </p:sp>
      <p:sp>
        <p:nvSpPr>
          <p:cNvPr id="21" name="Text 19"/>
          <p:cNvSpPr txBox="1"/>
          <p:nvPr/>
        </p:nvSpPr>
        <p:spPr>
          <a:xfrm>
            <a:off x="8412480" y="3776472"/>
            <a:ext cx="3093415" cy="512064"/>
          </a:xfrm>
          <a:prstGeom prst="rect">
            <a:avLst/>
          </a:prstGeom>
          <a:noFill/>
          <a:ln/>
        </p:spPr>
        <p:txBody>
          <a:bodyPr wrap="square" lIns="0" tIns="0" rIns="0" bIns="0" rtlCol="0" anchor="ctr"/>
          <a:lstStyle/>
          <a:p>
            <a:pPr indent="0" marL="0">
              <a:buNone/>
            </a:pPr>
            <a:r>
              <a:rPr lang="en-US" sz="1350" dirty="0">
                <a:solidFill>
                  <a:schemeClr val="tx1"/>
                </a:solidFill>
              </a:rPr>
              <a:t>Seidauk · avizu loron 3 · PNTL</a:t>
            </a:r>
            <a:endParaRPr lang="en-US" sz="1350" dirty="0"/>
          </a:p>
        </p:txBody>
      </p:sp>
      <p:sp>
        <p:nvSpPr>
          <p:cNvPr id="22" name="dd-5"/>
          <p:cNvSpPr/>
          <p:nvPr/>
        </p:nvSpPr>
        <p:spPr>
          <a:xfrm>
            <a:off x="6492240" y="4366260"/>
            <a:ext cx="5150815" cy="512064"/>
          </a:xfrm>
          <a:prstGeom prst="roundRect">
            <a:avLst>
              <a:gd name="adj" fmla="val 21429"/>
            </a:avLst>
          </a:prstGeom>
          <a:solidFill>
            <a:schemeClr val="bg2"/>
          </a:solidFill>
          <a:ln w="12700">
            <a:solidFill>
              <a:schemeClr val="bg2"/>
            </a:solidFill>
            <a:prstDash val="solid"/>
          </a:ln>
        </p:spPr>
      </p:sp>
      <p:sp>
        <p:nvSpPr>
          <p:cNvPr id="23" name="Text 21"/>
          <p:cNvSpPr txBox="1"/>
          <p:nvPr/>
        </p:nvSpPr>
        <p:spPr>
          <a:xfrm>
            <a:off x="6675120" y="4366260"/>
            <a:ext cx="1737360" cy="512064"/>
          </a:xfrm>
          <a:prstGeom prst="rect">
            <a:avLst/>
          </a:prstGeom>
          <a:noFill/>
          <a:ln/>
        </p:spPr>
        <p:txBody>
          <a:bodyPr wrap="square" lIns="0" tIns="0" rIns="0" bIns="0" rtlCol="0" anchor="ctr"/>
          <a:lstStyle/>
          <a:p>
            <a:pPr indent="0" marL="0">
              <a:buNone/>
            </a:pPr>
            <a:r>
              <a:rPr lang="en-US" sz="1400" b="1" dirty="0">
                <a:solidFill>
                  <a:schemeClr val="tx2"/>
                </a:solidFill>
              </a:rPr>
              <a:t>Konsultasaun</a:t>
            </a:r>
            <a:endParaRPr lang="en-US" sz="1400" dirty="0"/>
          </a:p>
        </p:txBody>
      </p:sp>
      <p:sp>
        <p:nvSpPr>
          <p:cNvPr id="24" name="Text 22"/>
          <p:cNvSpPr txBox="1"/>
          <p:nvPr/>
        </p:nvSpPr>
        <p:spPr>
          <a:xfrm>
            <a:off x="8412480" y="4366260"/>
            <a:ext cx="3093415" cy="512064"/>
          </a:xfrm>
          <a:prstGeom prst="rect">
            <a:avLst/>
          </a:prstGeom>
          <a:noFill/>
          <a:ln/>
        </p:spPr>
        <p:txBody>
          <a:bodyPr wrap="square" lIns="0" tIns="0" rIns="0" bIns="0" rtlCol="0" anchor="ctr"/>
          <a:lstStyle/>
          <a:p>
            <a:pPr indent="0" marL="0">
              <a:buNone/>
            </a:pPr>
            <a:r>
              <a:rPr lang="en-US" sz="1350" dirty="0">
                <a:solidFill>
                  <a:schemeClr val="tx1"/>
                </a:solidFill>
              </a:rPr>
              <a:t>Lae</a:t>
            </a:r>
            <a:endParaRPr lang="en-US" sz="1350" dirty="0"/>
          </a:p>
        </p:txBody>
      </p:sp>
      <p:sp>
        <p:nvSpPr>
          <p:cNvPr id="25" name="dd-6"/>
          <p:cNvSpPr/>
          <p:nvPr/>
        </p:nvSpPr>
        <p:spPr>
          <a:xfrm>
            <a:off x="6492240" y="4956048"/>
            <a:ext cx="5150815" cy="512064"/>
          </a:xfrm>
          <a:prstGeom prst="roundRect">
            <a:avLst>
              <a:gd name="adj" fmla="val 21429"/>
            </a:avLst>
          </a:prstGeom>
          <a:solidFill>
            <a:srgbClr val="F7F9F8"/>
          </a:solidFill>
          <a:ln w="12700">
            <a:solidFill>
              <a:srgbClr val="F7F9F8"/>
            </a:solidFill>
            <a:prstDash val="solid"/>
          </a:ln>
        </p:spPr>
      </p:sp>
      <p:sp>
        <p:nvSpPr>
          <p:cNvPr id="26" name="Text 24"/>
          <p:cNvSpPr txBox="1"/>
          <p:nvPr/>
        </p:nvSpPr>
        <p:spPr>
          <a:xfrm>
            <a:off x="6675120" y="4956048"/>
            <a:ext cx="1737360" cy="512064"/>
          </a:xfrm>
          <a:prstGeom prst="rect">
            <a:avLst/>
          </a:prstGeom>
          <a:noFill/>
          <a:ln/>
        </p:spPr>
        <p:txBody>
          <a:bodyPr wrap="square" lIns="0" tIns="0" rIns="0" bIns="0" rtlCol="0" anchor="ctr"/>
          <a:lstStyle/>
          <a:p>
            <a:pPr indent="0" marL="0">
              <a:buNone/>
            </a:pPr>
            <a:r>
              <a:rPr lang="en-US" sz="1400" b="1" dirty="0">
                <a:solidFill>
                  <a:schemeClr val="tx2"/>
                </a:solidFill>
              </a:rPr>
              <a:t>Evidénsia</a:t>
            </a:r>
            <a:endParaRPr lang="en-US" sz="1400" dirty="0"/>
          </a:p>
        </p:txBody>
      </p:sp>
      <p:sp>
        <p:nvSpPr>
          <p:cNvPr id="27" name="Text 25"/>
          <p:cNvSpPr txBox="1"/>
          <p:nvPr/>
        </p:nvSpPr>
        <p:spPr>
          <a:xfrm>
            <a:off x="8412480" y="4956048"/>
            <a:ext cx="3093415" cy="512064"/>
          </a:xfrm>
          <a:prstGeom prst="rect">
            <a:avLst/>
          </a:prstGeom>
          <a:noFill/>
          <a:ln/>
        </p:spPr>
        <p:txBody>
          <a:bodyPr wrap="square" lIns="0" tIns="0" rIns="0" bIns="0" rtlCol="0" anchor="ctr"/>
          <a:lstStyle/>
          <a:p>
            <a:pPr indent="0" marL="0">
              <a:buNone/>
            </a:pPr>
            <a:r>
              <a:rPr lang="en-US" sz="1350" dirty="0">
                <a:solidFill>
                  <a:schemeClr val="tx1"/>
                </a:solidFill>
              </a:rPr>
              <a:t>Foto 2 (sala ne'e)</a:t>
            </a:r>
            <a:endParaRPr lang="en-US" sz="1350" dirty="0"/>
          </a:p>
        </p:txBody>
      </p:sp>
      <p:sp>
        <p:nvSpPr>
          <p:cNvPr id="28" name="dd-7"/>
          <p:cNvSpPr/>
          <p:nvPr/>
        </p:nvSpPr>
        <p:spPr>
          <a:xfrm>
            <a:off x="6492240" y="5545836"/>
            <a:ext cx="5150815" cy="512064"/>
          </a:xfrm>
          <a:prstGeom prst="roundRect">
            <a:avLst>
              <a:gd name="adj" fmla="val 21429"/>
            </a:avLst>
          </a:prstGeom>
          <a:solidFill>
            <a:schemeClr val="bg2"/>
          </a:solidFill>
          <a:ln w="12700">
            <a:solidFill>
              <a:schemeClr val="bg2"/>
            </a:solidFill>
            <a:prstDash val="solid"/>
          </a:ln>
        </p:spPr>
      </p:sp>
      <p:sp>
        <p:nvSpPr>
          <p:cNvPr id="29" name="Text 27"/>
          <p:cNvSpPr txBox="1"/>
          <p:nvPr/>
        </p:nvSpPr>
        <p:spPr>
          <a:xfrm>
            <a:off x="6675120" y="5545836"/>
            <a:ext cx="1737360" cy="512064"/>
          </a:xfrm>
          <a:prstGeom prst="rect">
            <a:avLst/>
          </a:prstGeom>
          <a:noFill/>
          <a:ln/>
        </p:spPr>
        <p:txBody>
          <a:bodyPr wrap="square" lIns="0" tIns="0" rIns="0" bIns="0" rtlCol="0" anchor="ctr"/>
          <a:lstStyle/>
          <a:p>
            <a:pPr indent="0" marL="0">
              <a:buNone/>
            </a:pPr>
            <a:r>
              <a:rPr lang="en-US" sz="1400" b="1" dirty="0">
                <a:solidFill>
                  <a:schemeClr val="tx2"/>
                </a:solidFill>
              </a:rPr>
              <a:t>Konsentimentu</a:t>
            </a:r>
            <a:endParaRPr lang="en-US" sz="1400" dirty="0"/>
          </a:p>
        </p:txBody>
      </p:sp>
      <p:sp>
        <p:nvSpPr>
          <p:cNvPr id="30" name="Text 28"/>
          <p:cNvSpPr txBox="1"/>
          <p:nvPr/>
        </p:nvSpPr>
        <p:spPr>
          <a:xfrm>
            <a:off x="8412480" y="5545836"/>
            <a:ext cx="3093415" cy="512064"/>
          </a:xfrm>
          <a:prstGeom prst="rect">
            <a:avLst/>
          </a:prstGeom>
          <a:noFill/>
          <a:ln/>
        </p:spPr>
        <p:txBody>
          <a:bodyPr wrap="square" lIns="0" tIns="0" rIns="0" bIns="0" rtlCol="0" anchor="ctr"/>
          <a:lstStyle/>
          <a:p>
            <a:pPr indent="0" marL="0">
              <a:buNone/>
            </a:pPr>
            <a:r>
              <a:rPr lang="en-US" sz="1350" dirty="0">
                <a:solidFill>
                  <a:schemeClr val="tx1"/>
                </a:solidFill>
              </a:rPr>
              <a:t>Sin · La publika</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Lista prátika: pasu ba pasu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14:43</a:t>
            </a:r>
            <a:endParaRPr lang="en-US" sz="1200" dirty="0"/>
          </a:p>
        </p:txBody>
      </p:sp>
      <p:sp>
        <p:nvSpPr>
          <p:cNvPr id="5" name="lp-0"/>
          <p:cNvSpPr/>
          <p:nvPr/>
        </p:nvSpPr>
        <p:spPr>
          <a:xfrm>
            <a:off x="548640" y="1371600"/>
            <a:ext cx="11094415" cy="585216"/>
          </a:xfrm>
          <a:prstGeom prst="roundRect">
            <a:avLst>
              <a:gd name="adj" fmla="val 18750"/>
            </a:avLst>
          </a:prstGeom>
          <a:solidFill>
            <a:srgbClr val="F7F9F8"/>
          </a:solidFill>
          <a:ln w="12700">
            <a:solidFill>
              <a:srgbClr val="F7F9F8"/>
            </a:solidFill>
            <a:prstDash val="solid"/>
          </a:ln>
        </p:spPr>
      </p:sp>
      <p:sp>
        <p:nvSpPr>
          <p:cNvPr id="6" name="lp-box-0"/>
          <p:cNvSpPr/>
          <p:nvPr/>
        </p:nvSpPr>
        <p:spPr>
          <a:xfrm>
            <a:off x="777240" y="1527048"/>
            <a:ext cx="274320" cy="274320"/>
          </a:xfrm>
          <a:prstGeom prst="rect">
            <a:avLst/>
          </a:prstGeom>
          <a:solidFill>
            <a:schemeClr val="bg1"/>
          </a:solidFill>
          <a:ln w="19050">
            <a:solidFill>
              <a:schemeClr val="accent1"/>
            </a:solidFill>
            <a:prstDash val="solid"/>
          </a:ln>
        </p:spPr>
      </p:sp>
      <p:sp>
        <p:nvSpPr>
          <p:cNvPr id="7" name="Text 5"/>
          <p:cNvSpPr txBox="1"/>
          <p:nvPr/>
        </p:nvSpPr>
        <p:spPr>
          <a:xfrm>
            <a:off x="1234440" y="1371600"/>
            <a:ext cx="914400" cy="585216"/>
          </a:xfrm>
          <a:prstGeom prst="rect">
            <a:avLst/>
          </a:prstGeom>
          <a:noFill/>
          <a:ln/>
        </p:spPr>
        <p:txBody>
          <a:bodyPr wrap="square" lIns="0" tIns="0" rIns="0" bIns="0" rtlCol="0" anchor="ctr"/>
          <a:lstStyle/>
          <a:p>
            <a:pPr indent="0" marL="0">
              <a:buNone/>
            </a:pPr>
            <a:r>
              <a:rPr lang="en-US" sz="1500" b="1" dirty="0">
                <a:solidFill>
                  <a:schemeClr val="accent1"/>
                </a:solidFill>
              </a:rPr>
              <a:t>14:43</a:t>
            </a:r>
            <a:endParaRPr lang="en-US" sz="1500" dirty="0"/>
          </a:p>
        </p:txBody>
      </p:sp>
      <p:sp>
        <p:nvSpPr>
          <p:cNvPr id="8" name="Text 6"/>
          <p:cNvSpPr txBox="1"/>
          <p:nvPr/>
        </p:nvSpPr>
        <p:spPr>
          <a:xfrm>
            <a:off x="2194560" y="1371600"/>
            <a:ext cx="5120640" cy="585216"/>
          </a:xfrm>
          <a:prstGeom prst="rect">
            <a:avLst/>
          </a:prstGeom>
          <a:noFill/>
          <a:ln/>
        </p:spPr>
        <p:txBody>
          <a:bodyPr wrap="square" lIns="0" tIns="0" rIns="0" bIns="0" rtlCol="0" anchor="ctr"/>
          <a:lstStyle/>
          <a:p>
            <a:pPr indent="0" marL="0">
              <a:buNone/>
            </a:pPr>
            <a:r>
              <a:rPr lang="en-US" sz="1600" b="1" dirty="0">
                <a:solidFill>
                  <a:schemeClr val="tx2"/>
                </a:solidFill>
              </a:rPr>
              <a:t>Loke app · login · tama PIN</a:t>
            </a:r>
            <a:endParaRPr lang="en-US" sz="1600" dirty="0"/>
          </a:p>
        </p:txBody>
      </p:sp>
      <p:sp>
        <p:nvSpPr>
          <p:cNvPr id="9" name="Text 7"/>
          <p:cNvSpPr txBox="1"/>
          <p:nvPr/>
        </p:nvSpPr>
        <p:spPr>
          <a:xfrm>
            <a:off x="7406640" y="1371600"/>
            <a:ext cx="4053535" cy="585216"/>
          </a:xfrm>
          <a:prstGeom prst="rect">
            <a:avLst/>
          </a:prstGeom>
          <a:noFill/>
          <a:ln/>
        </p:spPr>
        <p:txBody>
          <a:bodyPr wrap="square" lIns="0" tIns="0" rIns="0" bIns="0" rtlCol="0" anchor="ctr"/>
          <a:lstStyle/>
          <a:p>
            <a:pPr indent="0" marL="0">
              <a:buNone/>
            </a:pPr>
            <a:r>
              <a:rPr lang="en-US" sz="1400" dirty="0">
                <a:solidFill>
                  <a:srgbClr val="5E6B66"/>
                </a:solidFill>
              </a:rPr>
              <a:t>Hetan PIN husi Admin se seidauk</a:t>
            </a:r>
            <a:endParaRPr lang="en-US" sz="1400" dirty="0"/>
          </a:p>
        </p:txBody>
      </p:sp>
      <p:sp>
        <p:nvSpPr>
          <p:cNvPr id="10" name="lp-1"/>
          <p:cNvSpPr/>
          <p:nvPr/>
        </p:nvSpPr>
        <p:spPr>
          <a:xfrm>
            <a:off x="548640" y="2048256"/>
            <a:ext cx="11094415" cy="585216"/>
          </a:xfrm>
          <a:prstGeom prst="roundRect">
            <a:avLst>
              <a:gd name="adj" fmla="val 18750"/>
            </a:avLst>
          </a:prstGeom>
          <a:solidFill>
            <a:schemeClr val="bg2"/>
          </a:solidFill>
          <a:ln w="12700">
            <a:solidFill>
              <a:schemeClr val="bg2"/>
            </a:solidFill>
            <a:prstDash val="solid"/>
          </a:ln>
        </p:spPr>
      </p:sp>
      <p:sp>
        <p:nvSpPr>
          <p:cNvPr id="11" name="lp-box-1"/>
          <p:cNvSpPr/>
          <p:nvPr/>
        </p:nvSpPr>
        <p:spPr>
          <a:xfrm>
            <a:off x="777240" y="2203704"/>
            <a:ext cx="274320" cy="274320"/>
          </a:xfrm>
          <a:prstGeom prst="rect">
            <a:avLst/>
          </a:prstGeom>
          <a:solidFill>
            <a:schemeClr val="bg1"/>
          </a:solidFill>
          <a:ln w="19050">
            <a:solidFill>
              <a:schemeClr val="accent1"/>
            </a:solidFill>
            <a:prstDash val="solid"/>
          </a:ln>
        </p:spPr>
      </p:sp>
      <p:sp>
        <p:nvSpPr>
          <p:cNvPr id="12" name="Text 10"/>
          <p:cNvSpPr txBox="1"/>
          <p:nvPr/>
        </p:nvSpPr>
        <p:spPr>
          <a:xfrm>
            <a:off x="1234440" y="2048256"/>
            <a:ext cx="914400" cy="585216"/>
          </a:xfrm>
          <a:prstGeom prst="rect">
            <a:avLst/>
          </a:prstGeom>
          <a:noFill/>
          <a:ln/>
        </p:spPr>
        <p:txBody>
          <a:bodyPr wrap="square" lIns="0" tIns="0" rIns="0" bIns="0" rtlCol="0" anchor="ctr"/>
          <a:lstStyle/>
          <a:p>
            <a:pPr indent="0" marL="0">
              <a:buNone/>
            </a:pPr>
            <a:r>
              <a:rPr lang="en-US" sz="1500" b="1" dirty="0">
                <a:solidFill>
                  <a:schemeClr val="accent1"/>
                </a:solidFill>
              </a:rPr>
              <a:t>14:46</a:t>
            </a:r>
            <a:endParaRPr lang="en-US" sz="1500" dirty="0"/>
          </a:p>
        </p:txBody>
      </p:sp>
      <p:sp>
        <p:nvSpPr>
          <p:cNvPr id="13" name="Text 11"/>
          <p:cNvSpPr txBox="1"/>
          <p:nvPr/>
        </p:nvSpPr>
        <p:spPr>
          <a:xfrm>
            <a:off x="2194560" y="2048256"/>
            <a:ext cx="5120640" cy="585216"/>
          </a:xfrm>
          <a:prstGeom prst="rect">
            <a:avLst/>
          </a:prstGeom>
          <a:noFill/>
          <a:ln/>
        </p:spPr>
        <p:txBody>
          <a:bodyPr wrap="square" lIns="0" tIns="0" rIns="0" bIns="0" rtlCol="0" anchor="ctr"/>
          <a:lstStyle/>
          <a:p>
            <a:pPr indent="0" marL="0">
              <a:buNone/>
            </a:pPr>
            <a:r>
              <a:rPr lang="en-US" sz="1600" b="1" dirty="0">
                <a:solidFill>
                  <a:schemeClr val="tx2"/>
                </a:solidFill>
              </a:rPr>
              <a:t>Kazu Foun → hakerek ID HP</a:t>
            </a:r>
            <a:endParaRPr lang="en-US" sz="1600" dirty="0"/>
          </a:p>
        </p:txBody>
      </p:sp>
      <p:sp>
        <p:nvSpPr>
          <p:cNvPr id="14" name="Text 12"/>
          <p:cNvSpPr txBox="1"/>
          <p:nvPr/>
        </p:nvSpPr>
        <p:spPr>
          <a:xfrm>
            <a:off x="7406640" y="2048256"/>
            <a:ext cx="4053535" cy="585216"/>
          </a:xfrm>
          <a:prstGeom prst="rect">
            <a:avLst/>
          </a:prstGeom>
          <a:noFill/>
          <a:ln/>
        </p:spPr>
        <p:txBody>
          <a:bodyPr wrap="square" lIns="0" tIns="0" rIns="0" bIns="0" rtlCol="0" anchor="ctr"/>
          <a:lstStyle/>
          <a:p>
            <a:pPr indent="0" marL="0">
              <a:buNone/>
            </a:pPr>
            <a:r>
              <a:rPr lang="en-US" sz="1400" dirty="0">
                <a:solidFill>
                  <a:srgbClr val="5E6B66"/>
                </a:solidFill>
              </a:rPr>
              <a:t>Naran kazu: PRÁTIKA – [naran]</a:t>
            </a:r>
            <a:endParaRPr lang="en-US" sz="1400" dirty="0"/>
          </a:p>
        </p:txBody>
      </p:sp>
      <p:sp>
        <p:nvSpPr>
          <p:cNvPr id="15" name="lp-2"/>
          <p:cNvSpPr/>
          <p:nvPr/>
        </p:nvSpPr>
        <p:spPr>
          <a:xfrm>
            <a:off x="548640" y="2724912"/>
            <a:ext cx="11094415" cy="585216"/>
          </a:xfrm>
          <a:prstGeom prst="roundRect">
            <a:avLst>
              <a:gd name="adj" fmla="val 18750"/>
            </a:avLst>
          </a:prstGeom>
          <a:solidFill>
            <a:srgbClr val="F7F9F8"/>
          </a:solidFill>
          <a:ln w="12700">
            <a:solidFill>
              <a:srgbClr val="F7F9F8"/>
            </a:solidFill>
            <a:prstDash val="solid"/>
          </a:ln>
        </p:spPr>
      </p:sp>
      <p:sp>
        <p:nvSpPr>
          <p:cNvPr id="16" name="lp-box-2"/>
          <p:cNvSpPr/>
          <p:nvPr/>
        </p:nvSpPr>
        <p:spPr>
          <a:xfrm>
            <a:off x="777240" y="2880360"/>
            <a:ext cx="274320" cy="274320"/>
          </a:xfrm>
          <a:prstGeom prst="rect">
            <a:avLst/>
          </a:prstGeom>
          <a:solidFill>
            <a:schemeClr val="bg1"/>
          </a:solidFill>
          <a:ln w="19050">
            <a:solidFill>
              <a:schemeClr val="accent1"/>
            </a:solidFill>
            <a:prstDash val="solid"/>
          </a:ln>
        </p:spPr>
      </p:sp>
      <p:sp>
        <p:nvSpPr>
          <p:cNvPr id="17" name="Text 15"/>
          <p:cNvSpPr txBox="1"/>
          <p:nvPr/>
        </p:nvSpPr>
        <p:spPr>
          <a:xfrm>
            <a:off x="1234440" y="2724912"/>
            <a:ext cx="914400" cy="585216"/>
          </a:xfrm>
          <a:prstGeom prst="rect">
            <a:avLst/>
          </a:prstGeom>
          <a:noFill/>
          <a:ln/>
        </p:spPr>
        <p:txBody>
          <a:bodyPr wrap="square" lIns="0" tIns="0" rIns="0" bIns="0" rtlCol="0" anchor="ctr"/>
          <a:lstStyle/>
          <a:p>
            <a:pPr indent="0" marL="0">
              <a:buNone/>
            </a:pPr>
            <a:r>
              <a:rPr lang="en-US" sz="1500" b="1" dirty="0">
                <a:solidFill>
                  <a:schemeClr val="accent1"/>
                </a:solidFill>
              </a:rPr>
              <a:t>14:48</a:t>
            </a:r>
            <a:endParaRPr lang="en-US" sz="1500" dirty="0"/>
          </a:p>
        </p:txBody>
      </p:sp>
      <p:sp>
        <p:nvSpPr>
          <p:cNvPr id="18" name="Text 16"/>
          <p:cNvSpPr txBox="1"/>
          <p:nvPr/>
        </p:nvSpPr>
        <p:spPr>
          <a:xfrm>
            <a:off x="2194560" y="2724912"/>
            <a:ext cx="5120640" cy="585216"/>
          </a:xfrm>
          <a:prstGeom prst="rect">
            <a:avLst/>
          </a:prstGeom>
          <a:noFill/>
          <a:ln/>
        </p:spPr>
        <p:txBody>
          <a:bodyPr wrap="square" lIns="0" tIns="0" rIns="0" bIns="0" rtlCol="0" anchor="ctr"/>
          <a:lstStyle/>
          <a:p>
            <a:pPr indent="0" marL="0">
              <a:buNone/>
            </a:pPr>
            <a:r>
              <a:rPr lang="en-US" sz="1600" b="1" dirty="0">
                <a:solidFill>
                  <a:schemeClr val="tx2"/>
                </a:solidFill>
              </a:rPr>
              <a:t>Pasu 1–2: fatin no GPS</a:t>
            </a:r>
            <a:endParaRPr lang="en-US" sz="1600" dirty="0"/>
          </a:p>
        </p:txBody>
      </p:sp>
      <p:sp>
        <p:nvSpPr>
          <p:cNvPr id="19" name="Text 17"/>
          <p:cNvSpPr txBox="1"/>
          <p:nvPr/>
        </p:nvSpPr>
        <p:spPr>
          <a:xfrm>
            <a:off x="7406640" y="2724912"/>
            <a:ext cx="4053535" cy="585216"/>
          </a:xfrm>
          <a:prstGeom prst="rect">
            <a:avLst/>
          </a:prstGeom>
          <a:noFill/>
          <a:ln/>
        </p:spPr>
        <p:txBody>
          <a:bodyPr wrap="square" lIns="0" tIns="0" rIns="0" bIns="0" rtlCol="0" anchor="ctr"/>
          <a:lstStyle/>
          <a:p>
            <a:pPr indent="0" marL="0">
              <a:buNone/>
            </a:pPr>
            <a:r>
              <a:rPr lang="en-US" sz="1400" dirty="0">
                <a:solidFill>
                  <a:srgbClr val="5E6B66"/>
                </a:solidFill>
              </a:rPr>
              <a:t>Hein akurasia ≤ 50 m</a:t>
            </a:r>
            <a:endParaRPr lang="en-US" sz="1400" dirty="0"/>
          </a:p>
        </p:txBody>
      </p:sp>
      <p:sp>
        <p:nvSpPr>
          <p:cNvPr id="20" name="lp-3"/>
          <p:cNvSpPr/>
          <p:nvPr/>
        </p:nvSpPr>
        <p:spPr>
          <a:xfrm>
            <a:off x="548640" y="3401568"/>
            <a:ext cx="11094415" cy="585216"/>
          </a:xfrm>
          <a:prstGeom prst="roundRect">
            <a:avLst>
              <a:gd name="adj" fmla="val 18750"/>
            </a:avLst>
          </a:prstGeom>
          <a:solidFill>
            <a:schemeClr val="bg2"/>
          </a:solidFill>
          <a:ln w="12700">
            <a:solidFill>
              <a:schemeClr val="bg2"/>
            </a:solidFill>
            <a:prstDash val="solid"/>
          </a:ln>
        </p:spPr>
      </p:sp>
      <p:sp>
        <p:nvSpPr>
          <p:cNvPr id="21" name="lp-box-3"/>
          <p:cNvSpPr/>
          <p:nvPr/>
        </p:nvSpPr>
        <p:spPr>
          <a:xfrm>
            <a:off x="777240" y="3557016"/>
            <a:ext cx="274320" cy="274320"/>
          </a:xfrm>
          <a:prstGeom prst="rect">
            <a:avLst/>
          </a:prstGeom>
          <a:solidFill>
            <a:schemeClr val="bg1"/>
          </a:solidFill>
          <a:ln w="19050">
            <a:solidFill>
              <a:schemeClr val="accent1"/>
            </a:solidFill>
            <a:prstDash val="solid"/>
          </a:ln>
        </p:spPr>
      </p:sp>
      <p:sp>
        <p:nvSpPr>
          <p:cNvPr id="22" name="Text 20"/>
          <p:cNvSpPr txBox="1"/>
          <p:nvPr/>
        </p:nvSpPr>
        <p:spPr>
          <a:xfrm>
            <a:off x="1234440" y="3401568"/>
            <a:ext cx="914400" cy="585216"/>
          </a:xfrm>
          <a:prstGeom prst="rect">
            <a:avLst/>
          </a:prstGeom>
          <a:noFill/>
          <a:ln/>
        </p:spPr>
        <p:txBody>
          <a:bodyPr wrap="square" lIns="0" tIns="0" rIns="0" bIns="0" rtlCol="0" anchor="ctr"/>
          <a:lstStyle/>
          <a:p>
            <a:pPr indent="0" marL="0">
              <a:buNone/>
            </a:pPr>
            <a:r>
              <a:rPr lang="en-US" sz="1500" b="1" dirty="0">
                <a:solidFill>
                  <a:schemeClr val="accent1"/>
                </a:solidFill>
              </a:rPr>
              <a:t>14:55</a:t>
            </a:r>
            <a:endParaRPr lang="en-US" sz="1500" dirty="0"/>
          </a:p>
        </p:txBody>
      </p:sp>
      <p:sp>
        <p:nvSpPr>
          <p:cNvPr id="23" name="Text 21"/>
          <p:cNvSpPr txBox="1"/>
          <p:nvPr/>
        </p:nvSpPr>
        <p:spPr>
          <a:xfrm>
            <a:off x="2194560" y="3401568"/>
            <a:ext cx="5120640" cy="585216"/>
          </a:xfrm>
          <a:prstGeom prst="rect">
            <a:avLst/>
          </a:prstGeom>
          <a:noFill/>
          <a:ln/>
        </p:spPr>
        <p:txBody>
          <a:bodyPr wrap="square" lIns="0" tIns="0" rIns="0" bIns="0" rtlCol="0" anchor="ctr"/>
          <a:lstStyle/>
          <a:p>
            <a:pPr indent="0" marL="0">
              <a:buNone/>
            </a:pPr>
            <a:r>
              <a:rPr lang="en-US" sz="1600" b="1" dirty="0">
                <a:solidFill>
                  <a:schemeClr val="tx2"/>
                </a:solidFill>
              </a:rPr>
              <a:t>Pasu 3–6: afetadu no eviksaun</a:t>
            </a:r>
            <a:endParaRPr lang="en-US" sz="1600" dirty="0"/>
          </a:p>
        </p:txBody>
      </p:sp>
      <p:sp>
        <p:nvSpPr>
          <p:cNvPr id="24" name="Text 22"/>
          <p:cNvSpPr txBox="1"/>
          <p:nvPr/>
        </p:nvSpPr>
        <p:spPr>
          <a:xfrm>
            <a:off x="7406640" y="3401568"/>
            <a:ext cx="4053535" cy="585216"/>
          </a:xfrm>
          <a:prstGeom prst="rect">
            <a:avLst/>
          </a:prstGeom>
          <a:noFill/>
          <a:ln/>
        </p:spPr>
        <p:txBody>
          <a:bodyPr wrap="square" lIns="0" tIns="0" rIns="0" bIns="0" rtlCol="0" anchor="ctr"/>
          <a:lstStyle/>
          <a:p>
            <a:pPr indent="0" marL="0">
              <a:buNone/>
            </a:pPr>
            <a:r>
              <a:rPr lang="en-US" sz="1400" dirty="0">
                <a:solidFill>
                  <a:srgbClr val="5E6B66"/>
                </a:solidFill>
              </a:rPr>
              <a:t>Mane 34 + feto 38 = 72</a:t>
            </a:r>
            <a:endParaRPr lang="en-US" sz="1400" dirty="0"/>
          </a:p>
        </p:txBody>
      </p:sp>
      <p:sp>
        <p:nvSpPr>
          <p:cNvPr id="25" name="lp-4"/>
          <p:cNvSpPr/>
          <p:nvPr/>
        </p:nvSpPr>
        <p:spPr>
          <a:xfrm>
            <a:off x="548640" y="4078224"/>
            <a:ext cx="11094415" cy="585216"/>
          </a:xfrm>
          <a:prstGeom prst="roundRect">
            <a:avLst>
              <a:gd name="adj" fmla="val 18750"/>
            </a:avLst>
          </a:prstGeom>
          <a:solidFill>
            <a:srgbClr val="F7F9F8"/>
          </a:solidFill>
          <a:ln w="12700">
            <a:solidFill>
              <a:srgbClr val="F7F9F8"/>
            </a:solidFill>
            <a:prstDash val="solid"/>
          </a:ln>
        </p:spPr>
      </p:sp>
      <p:sp>
        <p:nvSpPr>
          <p:cNvPr id="26" name="lp-box-4"/>
          <p:cNvSpPr/>
          <p:nvPr/>
        </p:nvSpPr>
        <p:spPr>
          <a:xfrm>
            <a:off x="777240" y="4233672"/>
            <a:ext cx="274320" cy="274320"/>
          </a:xfrm>
          <a:prstGeom prst="rect">
            <a:avLst/>
          </a:prstGeom>
          <a:solidFill>
            <a:schemeClr val="bg1"/>
          </a:solidFill>
          <a:ln w="19050">
            <a:solidFill>
              <a:schemeClr val="accent1"/>
            </a:solidFill>
            <a:prstDash val="solid"/>
          </a:ln>
        </p:spPr>
      </p:sp>
      <p:sp>
        <p:nvSpPr>
          <p:cNvPr id="27" name="Text 25"/>
          <p:cNvSpPr txBox="1"/>
          <p:nvPr/>
        </p:nvSpPr>
        <p:spPr>
          <a:xfrm>
            <a:off x="1234440" y="4078224"/>
            <a:ext cx="914400" cy="585216"/>
          </a:xfrm>
          <a:prstGeom prst="rect">
            <a:avLst/>
          </a:prstGeom>
          <a:noFill/>
          <a:ln/>
        </p:spPr>
        <p:txBody>
          <a:bodyPr wrap="square" lIns="0" tIns="0" rIns="0" bIns="0" rtlCol="0" anchor="ctr"/>
          <a:lstStyle/>
          <a:p>
            <a:pPr indent="0" marL="0">
              <a:buNone/>
            </a:pPr>
            <a:r>
              <a:rPr lang="en-US" sz="1500" b="1" dirty="0">
                <a:solidFill>
                  <a:schemeClr val="accent1"/>
                </a:solidFill>
              </a:rPr>
              <a:t>15:02</a:t>
            </a:r>
            <a:endParaRPr lang="en-US" sz="1500" dirty="0"/>
          </a:p>
        </p:txBody>
      </p:sp>
      <p:sp>
        <p:nvSpPr>
          <p:cNvPr id="28" name="Text 26"/>
          <p:cNvSpPr txBox="1"/>
          <p:nvPr/>
        </p:nvSpPr>
        <p:spPr>
          <a:xfrm>
            <a:off x="2194560" y="4078224"/>
            <a:ext cx="5120640" cy="585216"/>
          </a:xfrm>
          <a:prstGeom prst="rect">
            <a:avLst/>
          </a:prstGeom>
          <a:noFill/>
          <a:ln/>
        </p:spPr>
        <p:txBody>
          <a:bodyPr wrap="square" lIns="0" tIns="0" rIns="0" bIns="0" rtlCol="0" anchor="ctr"/>
          <a:lstStyle/>
          <a:p>
            <a:pPr indent="0" marL="0">
              <a:buNone/>
            </a:pPr>
            <a:r>
              <a:rPr lang="en-US" sz="1600" b="1" dirty="0">
                <a:solidFill>
                  <a:schemeClr val="tx2"/>
                </a:solidFill>
              </a:rPr>
              <a:t>Pasu 7–8: foto 2 no konsentimentu</a:t>
            </a:r>
            <a:endParaRPr lang="en-US" sz="1600" dirty="0"/>
          </a:p>
        </p:txBody>
      </p:sp>
      <p:sp>
        <p:nvSpPr>
          <p:cNvPr id="29" name="Text 27"/>
          <p:cNvSpPr txBox="1"/>
          <p:nvPr/>
        </p:nvSpPr>
        <p:spPr>
          <a:xfrm>
            <a:off x="7406640" y="4078224"/>
            <a:ext cx="4053535" cy="585216"/>
          </a:xfrm>
          <a:prstGeom prst="rect">
            <a:avLst/>
          </a:prstGeom>
          <a:noFill/>
          <a:ln/>
        </p:spPr>
        <p:txBody>
          <a:bodyPr wrap="square" lIns="0" tIns="0" rIns="0" bIns="0" rtlCol="0" anchor="ctr"/>
          <a:lstStyle/>
          <a:p>
            <a:pPr indent="0" marL="0">
              <a:buNone/>
            </a:pPr>
            <a:r>
              <a:rPr lang="en-US" sz="1400" dirty="0">
                <a:solidFill>
                  <a:srgbClr val="5E6B66"/>
                </a:solidFill>
              </a:rPr>
              <a:t>Marka "La publika"</a:t>
            </a:r>
            <a:endParaRPr lang="en-US" sz="1400" dirty="0"/>
          </a:p>
        </p:txBody>
      </p:sp>
      <p:sp>
        <p:nvSpPr>
          <p:cNvPr id="30" name="lp-5"/>
          <p:cNvSpPr/>
          <p:nvPr/>
        </p:nvSpPr>
        <p:spPr>
          <a:xfrm>
            <a:off x="548640" y="4754880"/>
            <a:ext cx="11094415" cy="585216"/>
          </a:xfrm>
          <a:prstGeom prst="roundRect">
            <a:avLst>
              <a:gd name="adj" fmla="val 18750"/>
            </a:avLst>
          </a:prstGeom>
          <a:solidFill>
            <a:schemeClr val="bg2"/>
          </a:solidFill>
          <a:ln w="12700">
            <a:solidFill>
              <a:schemeClr val="bg2"/>
            </a:solidFill>
            <a:prstDash val="solid"/>
          </a:ln>
        </p:spPr>
      </p:sp>
      <p:sp>
        <p:nvSpPr>
          <p:cNvPr id="31" name="lp-box-5"/>
          <p:cNvSpPr/>
          <p:nvPr/>
        </p:nvSpPr>
        <p:spPr>
          <a:xfrm>
            <a:off x="777240" y="4910328"/>
            <a:ext cx="274320" cy="274320"/>
          </a:xfrm>
          <a:prstGeom prst="rect">
            <a:avLst/>
          </a:prstGeom>
          <a:solidFill>
            <a:schemeClr val="bg1"/>
          </a:solidFill>
          <a:ln w="19050">
            <a:solidFill>
              <a:schemeClr val="accent1"/>
            </a:solidFill>
            <a:prstDash val="solid"/>
          </a:ln>
        </p:spPr>
      </p:sp>
      <p:sp>
        <p:nvSpPr>
          <p:cNvPr id="32" name="Text 30"/>
          <p:cNvSpPr txBox="1"/>
          <p:nvPr/>
        </p:nvSpPr>
        <p:spPr>
          <a:xfrm>
            <a:off x="1234440" y="4754880"/>
            <a:ext cx="914400" cy="585216"/>
          </a:xfrm>
          <a:prstGeom prst="rect">
            <a:avLst/>
          </a:prstGeom>
          <a:noFill/>
          <a:ln/>
        </p:spPr>
        <p:txBody>
          <a:bodyPr wrap="square" lIns="0" tIns="0" rIns="0" bIns="0" rtlCol="0" anchor="ctr"/>
          <a:lstStyle/>
          <a:p>
            <a:pPr indent="0" marL="0">
              <a:buNone/>
            </a:pPr>
            <a:r>
              <a:rPr lang="en-US" sz="1500" b="1" dirty="0">
                <a:solidFill>
                  <a:schemeClr val="accent1"/>
                </a:solidFill>
              </a:rPr>
              <a:t>15:06</a:t>
            </a:r>
            <a:endParaRPr lang="en-US" sz="1500" dirty="0"/>
          </a:p>
        </p:txBody>
      </p:sp>
      <p:sp>
        <p:nvSpPr>
          <p:cNvPr id="33" name="Text 31"/>
          <p:cNvSpPr txBox="1"/>
          <p:nvPr/>
        </p:nvSpPr>
        <p:spPr>
          <a:xfrm>
            <a:off x="2194560" y="4754880"/>
            <a:ext cx="5120640" cy="585216"/>
          </a:xfrm>
          <a:prstGeom prst="rect">
            <a:avLst/>
          </a:prstGeom>
          <a:noFill/>
          <a:ln/>
        </p:spPr>
        <p:txBody>
          <a:bodyPr wrap="square" lIns="0" tIns="0" rIns="0" bIns="0" rtlCol="0" anchor="ctr"/>
          <a:lstStyle/>
          <a:p>
            <a:pPr indent="0" marL="0">
              <a:buNone/>
            </a:pPr>
            <a:r>
              <a:rPr lang="en-US" sz="1600" b="1" dirty="0">
                <a:solidFill>
                  <a:schemeClr val="tx2"/>
                </a:solidFill>
              </a:rPr>
              <a:t>Prontu → Sinkron</a:t>
            </a:r>
            <a:endParaRPr lang="en-US" sz="1600" dirty="0"/>
          </a:p>
        </p:txBody>
      </p:sp>
      <p:sp>
        <p:nvSpPr>
          <p:cNvPr id="34" name="Text 32"/>
          <p:cNvSpPr txBox="1"/>
          <p:nvPr/>
        </p:nvSpPr>
        <p:spPr>
          <a:xfrm>
            <a:off x="7406640" y="4754880"/>
            <a:ext cx="4053535" cy="585216"/>
          </a:xfrm>
          <a:prstGeom prst="rect">
            <a:avLst/>
          </a:prstGeom>
          <a:noFill/>
          <a:ln/>
        </p:spPr>
        <p:txBody>
          <a:bodyPr wrap="square" lIns="0" tIns="0" rIns="0" bIns="0" rtlCol="0" anchor="ctr"/>
          <a:lstStyle/>
          <a:p>
            <a:pPr indent="0" marL="0">
              <a:buNone/>
            </a:pPr>
            <a:r>
              <a:rPr lang="en-US" sz="1400" dirty="0">
                <a:solidFill>
                  <a:srgbClr val="5E6B66"/>
                </a:solidFill>
              </a:rPr>
              <a:t>Haree status "Hein Verifikasaun"</a:t>
            </a:r>
            <a:endParaRPr lang="en-US" sz="1400" dirty="0"/>
          </a:p>
        </p:txBody>
      </p:sp>
      <p:sp>
        <p:nvSpPr>
          <p:cNvPr id="35" name="lp-6"/>
          <p:cNvSpPr/>
          <p:nvPr/>
        </p:nvSpPr>
        <p:spPr>
          <a:xfrm>
            <a:off x="548640" y="5431536"/>
            <a:ext cx="11094415" cy="585216"/>
          </a:xfrm>
          <a:prstGeom prst="roundRect">
            <a:avLst>
              <a:gd name="adj" fmla="val 18750"/>
            </a:avLst>
          </a:prstGeom>
          <a:solidFill>
            <a:srgbClr val="F7F9F8"/>
          </a:solidFill>
          <a:ln w="12700">
            <a:solidFill>
              <a:srgbClr val="F7F9F8"/>
            </a:solidFill>
            <a:prstDash val="solid"/>
          </a:ln>
        </p:spPr>
      </p:sp>
      <p:sp>
        <p:nvSpPr>
          <p:cNvPr id="36" name="lp-box-6"/>
          <p:cNvSpPr/>
          <p:nvPr/>
        </p:nvSpPr>
        <p:spPr>
          <a:xfrm>
            <a:off x="777240" y="5586984"/>
            <a:ext cx="274320" cy="274320"/>
          </a:xfrm>
          <a:prstGeom prst="rect">
            <a:avLst/>
          </a:prstGeom>
          <a:solidFill>
            <a:schemeClr val="bg1"/>
          </a:solidFill>
          <a:ln w="19050">
            <a:solidFill>
              <a:schemeClr val="accent1"/>
            </a:solidFill>
            <a:prstDash val="solid"/>
          </a:ln>
        </p:spPr>
      </p:sp>
      <p:sp>
        <p:nvSpPr>
          <p:cNvPr id="37" name="Text 35"/>
          <p:cNvSpPr txBox="1"/>
          <p:nvPr/>
        </p:nvSpPr>
        <p:spPr>
          <a:xfrm>
            <a:off x="1234440" y="5431536"/>
            <a:ext cx="914400" cy="585216"/>
          </a:xfrm>
          <a:prstGeom prst="rect">
            <a:avLst/>
          </a:prstGeom>
          <a:noFill/>
          <a:ln/>
        </p:spPr>
        <p:txBody>
          <a:bodyPr wrap="square" lIns="0" tIns="0" rIns="0" bIns="0" rtlCol="0" anchor="ctr"/>
          <a:lstStyle/>
          <a:p>
            <a:pPr indent="0" marL="0">
              <a:buNone/>
            </a:pPr>
            <a:r>
              <a:rPr lang="en-US" sz="1500" b="1" dirty="0">
                <a:solidFill>
                  <a:schemeClr val="accent1"/>
                </a:solidFill>
              </a:rPr>
              <a:t>15:10</a:t>
            </a:r>
            <a:endParaRPr lang="en-US" sz="1500" dirty="0"/>
          </a:p>
        </p:txBody>
      </p:sp>
      <p:sp>
        <p:nvSpPr>
          <p:cNvPr id="38" name="Text 36"/>
          <p:cNvSpPr txBox="1"/>
          <p:nvPr/>
        </p:nvSpPr>
        <p:spPr>
          <a:xfrm>
            <a:off x="2194560" y="5431536"/>
            <a:ext cx="5120640" cy="585216"/>
          </a:xfrm>
          <a:prstGeom prst="rect">
            <a:avLst/>
          </a:prstGeom>
          <a:noFill/>
          <a:ln/>
        </p:spPr>
        <p:txBody>
          <a:bodyPr wrap="square" lIns="0" tIns="0" rIns="0" bIns="0" rtlCol="0" anchor="ctr"/>
          <a:lstStyle/>
          <a:p>
            <a:pPr indent="0" marL="0">
              <a:buNone/>
            </a:pPr>
            <a:r>
              <a:rPr lang="en-US" sz="1600" b="1" dirty="0">
                <a:solidFill>
                  <a:schemeClr val="tx2"/>
                </a:solidFill>
              </a:rPr>
              <a:t>Haree avizu duplikadu?</a:t>
            </a:r>
            <a:endParaRPr lang="en-US" sz="1600" dirty="0"/>
          </a:p>
        </p:txBody>
      </p:sp>
      <p:sp>
        <p:nvSpPr>
          <p:cNvPr id="39" name="Text 37"/>
          <p:cNvSpPr txBox="1"/>
          <p:nvPr/>
        </p:nvSpPr>
        <p:spPr>
          <a:xfrm>
            <a:off x="7406640" y="5431536"/>
            <a:ext cx="4053535" cy="585216"/>
          </a:xfrm>
          <a:prstGeom prst="rect">
            <a:avLst/>
          </a:prstGeom>
          <a:noFill/>
          <a:ln/>
        </p:spPr>
        <p:txBody>
          <a:bodyPr wrap="square" lIns="0" tIns="0" rIns="0" bIns="0" rtlCol="0" anchor="ctr"/>
          <a:lstStyle/>
          <a:p>
            <a:pPr indent="0" marL="0">
              <a:buNone/>
            </a:pPr>
            <a:r>
              <a:rPr lang="en-US" sz="1400" dirty="0">
                <a:solidFill>
                  <a:srgbClr val="5E6B66"/>
                </a:solidFill>
              </a:rPr>
              <a:t>Kolega iha GPS hanesan → avizu mosu!</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Problema komún no solusaun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15:10</a:t>
            </a:r>
            <a:endParaRPr lang="en-US" sz="1200" dirty="0"/>
          </a:p>
        </p:txBody>
      </p:sp>
      <p:sp>
        <p:nvSpPr>
          <p:cNvPr id="5" name="gk-0"/>
          <p:cNvSpPr/>
          <p:nvPr/>
        </p:nvSpPr>
        <p:spPr>
          <a:xfrm>
            <a:off x="548640" y="1417320"/>
            <a:ext cx="3545738" cy="2194560"/>
          </a:xfrm>
          <a:prstGeom prst="roundRect">
            <a:avLst>
              <a:gd name="adj" fmla="val 5000"/>
            </a:avLst>
          </a:prstGeom>
          <a:solidFill>
            <a:schemeClr val="bg2"/>
          </a:solidFill>
          <a:ln w="12700">
            <a:solidFill>
              <a:schemeClr val="bg2"/>
            </a:solidFill>
            <a:prstDash val="solid"/>
          </a:ln>
        </p:spPr>
      </p:sp>
      <p:sp>
        <p:nvSpPr>
          <p:cNvPr id="6" name="gk-ik-0-sirkulu"/>
          <p:cNvSpPr/>
          <p:nvPr/>
        </p:nvSpPr>
        <p:spPr>
          <a:xfrm>
            <a:off x="777240" y="1673352"/>
            <a:ext cx="777240" cy="777240"/>
          </a:xfrm>
          <a:prstGeom prst="ellipse">
            <a:avLst/>
          </a:prstGeom>
          <a:solidFill>
            <a:schemeClr val="accent1"/>
          </a:solidFill>
          <a:ln w="12700">
            <a:solidFill>
              <a:schemeClr val="accent1"/>
            </a:solidFill>
            <a:prstDash val="solid"/>
          </a:ln>
        </p:spPr>
      </p:sp>
      <p:pic>
        <p:nvPicPr>
          <p:cNvPr id="7" name="gk-ik-0-ikone" descr="preencoded.png">    </p:cNvPr>
          <p:cNvPicPr>
            <a:picLocks noChangeAspect="1"/>
          </p:cNvPicPr>
          <p:nvPr/>
        </p:nvPicPr>
        <p:blipFill>
          <a:blip r:embed="rId1"/>
          <a:stretch>
            <a:fillRect/>
          </a:stretch>
        </p:blipFill>
        <p:spPr>
          <a:xfrm>
            <a:off x="963778" y="1859890"/>
            <a:ext cx="404165" cy="404165"/>
          </a:xfrm>
          <a:prstGeom prst="rect">
            <a:avLst/>
          </a:prstGeom>
        </p:spPr>
      </p:pic>
      <p:sp>
        <p:nvSpPr>
          <p:cNvPr id="8" name="Text 5"/>
          <p:cNvSpPr txBox="1"/>
          <p:nvPr/>
        </p:nvSpPr>
        <p:spPr>
          <a:xfrm>
            <a:off x="1737360"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GPS la to'o 50 m</a:t>
            </a:r>
            <a:endParaRPr lang="en-US" sz="1700" dirty="0"/>
          </a:p>
        </p:txBody>
      </p:sp>
      <p:sp>
        <p:nvSpPr>
          <p:cNvPr id="9" name="Text 6"/>
          <p:cNvSpPr txBox="1"/>
          <p:nvPr/>
        </p:nvSpPr>
        <p:spPr>
          <a:xfrm>
            <a:off x="777240"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Ba fatin nakloke, hein segundu 30, foti fali.</a:t>
            </a:r>
            <a:endParaRPr lang="en-US" sz="1400" dirty="0"/>
          </a:p>
        </p:txBody>
      </p:sp>
      <p:sp>
        <p:nvSpPr>
          <p:cNvPr id="10" name="gk-1"/>
          <p:cNvSpPr/>
          <p:nvPr/>
        </p:nvSpPr>
        <p:spPr>
          <a:xfrm>
            <a:off x="4322978" y="1417320"/>
            <a:ext cx="3545738" cy="2194560"/>
          </a:xfrm>
          <a:prstGeom prst="roundRect">
            <a:avLst>
              <a:gd name="adj" fmla="val 5000"/>
            </a:avLst>
          </a:prstGeom>
          <a:solidFill>
            <a:schemeClr val="bg2"/>
          </a:solidFill>
          <a:ln w="12700">
            <a:solidFill>
              <a:schemeClr val="bg2"/>
            </a:solidFill>
            <a:prstDash val="solid"/>
          </a:ln>
        </p:spPr>
      </p:sp>
      <p:sp>
        <p:nvSpPr>
          <p:cNvPr id="11" name="gk-ik-1-sirkulu"/>
          <p:cNvSpPr/>
          <p:nvPr/>
        </p:nvSpPr>
        <p:spPr>
          <a:xfrm>
            <a:off x="4551578" y="1673352"/>
            <a:ext cx="777240" cy="777240"/>
          </a:xfrm>
          <a:prstGeom prst="ellipse">
            <a:avLst/>
          </a:prstGeom>
          <a:solidFill>
            <a:schemeClr val="accent5"/>
          </a:solidFill>
          <a:ln w="12700">
            <a:solidFill>
              <a:schemeClr val="accent5"/>
            </a:solidFill>
            <a:prstDash val="solid"/>
          </a:ln>
        </p:spPr>
      </p:sp>
      <p:pic>
        <p:nvPicPr>
          <p:cNvPr id="12" name="gk-ik-1-ikone" descr="preencoded.png">    </p:cNvPr>
          <p:cNvPicPr>
            <a:picLocks noChangeAspect="1"/>
          </p:cNvPicPr>
          <p:nvPr/>
        </p:nvPicPr>
        <p:blipFill>
          <a:blip r:embed="rId2"/>
          <a:stretch>
            <a:fillRect/>
          </a:stretch>
        </p:blipFill>
        <p:spPr>
          <a:xfrm>
            <a:off x="4738116" y="1859890"/>
            <a:ext cx="404165" cy="404165"/>
          </a:xfrm>
          <a:prstGeom prst="rect">
            <a:avLst/>
          </a:prstGeom>
        </p:spPr>
      </p:pic>
      <p:sp>
        <p:nvSpPr>
          <p:cNvPr id="13" name="Text 9"/>
          <p:cNvSpPr txBox="1"/>
          <p:nvPr/>
        </p:nvSpPr>
        <p:spPr>
          <a:xfrm>
            <a:off x="5511698"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Haluha PIN</a:t>
            </a:r>
            <a:endParaRPr lang="en-US" sz="1700" dirty="0"/>
          </a:p>
        </p:txBody>
      </p:sp>
      <p:sp>
        <p:nvSpPr>
          <p:cNvPr id="14" name="Text 10"/>
          <p:cNvSpPr txBox="1"/>
          <p:nvPr/>
        </p:nvSpPr>
        <p:spPr>
          <a:xfrm>
            <a:off x="4551578"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Telefone Admin; Admin haree PIN no fó.</a:t>
            </a:r>
            <a:endParaRPr lang="en-US" sz="1400" dirty="0"/>
          </a:p>
        </p:txBody>
      </p:sp>
      <p:sp>
        <p:nvSpPr>
          <p:cNvPr id="15" name="gk-2"/>
          <p:cNvSpPr/>
          <p:nvPr/>
        </p:nvSpPr>
        <p:spPr>
          <a:xfrm>
            <a:off x="8097317" y="1417320"/>
            <a:ext cx="3545738" cy="2194560"/>
          </a:xfrm>
          <a:prstGeom prst="roundRect">
            <a:avLst>
              <a:gd name="adj" fmla="val 5000"/>
            </a:avLst>
          </a:prstGeom>
          <a:solidFill>
            <a:schemeClr val="bg2"/>
          </a:solidFill>
          <a:ln w="12700">
            <a:solidFill>
              <a:schemeClr val="bg2"/>
            </a:solidFill>
            <a:prstDash val="solid"/>
          </a:ln>
        </p:spPr>
      </p:sp>
      <p:sp>
        <p:nvSpPr>
          <p:cNvPr id="16" name="gk-ik-2-sirkulu"/>
          <p:cNvSpPr/>
          <p:nvPr/>
        </p:nvSpPr>
        <p:spPr>
          <a:xfrm>
            <a:off x="8325917" y="1673352"/>
            <a:ext cx="777240" cy="777240"/>
          </a:xfrm>
          <a:prstGeom prst="ellipse">
            <a:avLst/>
          </a:prstGeom>
          <a:solidFill>
            <a:schemeClr val="accent6"/>
          </a:solidFill>
          <a:ln w="12700">
            <a:solidFill>
              <a:schemeClr val="accent6"/>
            </a:solidFill>
            <a:prstDash val="solid"/>
          </a:ln>
        </p:spPr>
      </p:sp>
      <p:pic>
        <p:nvPicPr>
          <p:cNvPr id="17" name="gk-ik-2-ikone" descr="preencoded.png">    </p:cNvPr>
          <p:cNvPicPr>
            <a:picLocks noChangeAspect="1"/>
          </p:cNvPicPr>
          <p:nvPr/>
        </p:nvPicPr>
        <p:blipFill>
          <a:blip r:embed="rId3"/>
          <a:stretch>
            <a:fillRect/>
          </a:stretch>
        </p:blipFill>
        <p:spPr>
          <a:xfrm>
            <a:off x="8512454" y="1859890"/>
            <a:ext cx="404165" cy="404165"/>
          </a:xfrm>
          <a:prstGeom prst="rect">
            <a:avLst/>
          </a:prstGeom>
        </p:spPr>
      </p:pic>
      <p:sp>
        <p:nvSpPr>
          <p:cNvPr id="18" name="Text 13"/>
          <p:cNvSpPr txBox="1"/>
          <p:nvPr/>
        </p:nvSpPr>
        <p:spPr>
          <a:xfrm>
            <a:off x="9286037"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Sinkron falla</a:t>
            </a:r>
            <a:endParaRPr lang="en-US" sz="1700" dirty="0"/>
          </a:p>
        </p:txBody>
      </p:sp>
      <p:sp>
        <p:nvSpPr>
          <p:cNvPr id="19" name="Text 14"/>
          <p:cNvSpPr txBox="1"/>
          <p:nvPr/>
        </p:nvSpPr>
        <p:spPr>
          <a:xfrm>
            <a:off x="8325917"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Dadus seguru iha HP. Koko fali ho sinál di'ak.</a:t>
            </a:r>
            <a:endParaRPr lang="en-US" sz="1400" dirty="0"/>
          </a:p>
        </p:txBody>
      </p:sp>
      <p:sp>
        <p:nvSpPr>
          <p:cNvPr id="20" name="gk-3"/>
          <p:cNvSpPr/>
          <p:nvPr/>
        </p:nvSpPr>
        <p:spPr>
          <a:xfrm>
            <a:off x="548640" y="3794760"/>
            <a:ext cx="3545738" cy="2194560"/>
          </a:xfrm>
          <a:prstGeom prst="roundRect">
            <a:avLst>
              <a:gd name="adj" fmla="val 5000"/>
            </a:avLst>
          </a:prstGeom>
          <a:solidFill>
            <a:schemeClr val="bg2"/>
          </a:solidFill>
          <a:ln w="12700">
            <a:solidFill>
              <a:schemeClr val="bg2"/>
            </a:solidFill>
            <a:prstDash val="solid"/>
          </a:ln>
        </p:spPr>
      </p:sp>
      <p:sp>
        <p:nvSpPr>
          <p:cNvPr id="21" name="gk-ik-3-sirkulu"/>
          <p:cNvSpPr/>
          <p:nvPr/>
        </p:nvSpPr>
        <p:spPr>
          <a:xfrm>
            <a:off x="777240" y="4050792"/>
            <a:ext cx="777240" cy="777240"/>
          </a:xfrm>
          <a:prstGeom prst="ellipse">
            <a:avLst/>
          </a:prstGeom>
          <a:solidFill>
            <a:schemeClr val="accent4"/>
          </a:solidFill>
          <a:ln w="12700">
            <a:solidFill>
              <a:schemeClr val="accent4"/>
            </a:solidFill>
            <a:prstDash val="solid"/>
          </a:ln>
        </p:spPr>
      </p:sp>
      <p:pic>
        <p:nvPicPr>
          <p:cNvPr id="22" name="gk-ik-3-ikone" descr="preencoded.png">    </p:cNvPr>
          <p:cNvPicPr>
            <a:picLocks noChangeAspect="1"/>
          </p:cNvPicPr>
          <p:nvPr/>
        </p:nvPicPr>
        <p:blipFill>
          <a:blip r:embed="rId4"/>
          <a:stretch>
            <a:fillRect/>
          </a:stretch>
        </p:blipFill>
        <p:spPr>
          <a:xfrm>
            <a:off x="963778" y="4237330"/>
            <a:ext cx="404165" cy="404165"/>
          </a:xfrm>
          <a:prstGeom prst="rect">
            <a:avLst/>
          </a:prstGeom>
        </p:spPr>
      </p:pic>
      <p:sp>
        <p:nvSpPr>
          <p:cNvPr id="23" name="Text 17"/>
          <p:cNvSpPr txBox="1"/>
          <p:nvPr/>
        </p:nvSpPr>
        <p:spPr>
          <a:xfrm>
            <a:off x="1737360"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Kazu "Erru"</a:t>
            </a:r>
            <a:endParaRPr lang="en-US" sz="1700" dirty="0"/>
          </a:p>
        </p:txBody>
      </p:sp>
      <p:sp>
        <p:nvSpPr>
          <p:cNvPr id="24" name="Text 18"/>
          <p:cNvSpPr txBox="1"/>
          <p:nvPr/>
        </p:nvSpPr>
        <p:spPr>
          <a:xfrm>
            <a:off x="777240"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Loke, lee mensajen mean, hadi'a pasu, Prontu.</a:t>
            </a:r>
            <a:endParaRPr lang="en-US" sz="1400" dirty="0"/>
          </a:p>
        </p:txBody>
      </p:sp>
      <p:sp>
        <p:nvSpPr>
          <p:cNvPr id="25" name="gk-4"/>
          <p:cNvSpPr/>
          <p:nvPr/>
        </p:nvSpPr>
        <p:spPr>
          <a:xfrm>
            <a:off x="4322978" y="3794760"/>
            <a:ext cx="3545738" cy="2194560"/>
          </a:xfrm>
          <a:prstGeom prst="roundRect">
            <a:avLst>
              <a:gd name="adj" fmla="val 5000"/>
            </a:avLst>
          </a:prstGeom>
          <a:solidFill>
            <a:schemeClr val="bg2"/>
          </a:solidFill>
          <a:ln w="12700">
            <a:solidFill>
              <a:schemeClr val="bg2"/>
            </a:solidFill>
            <a:prstDash val="solid"/>
          </a:ln>
        </p:spPr>
      </p:sp>
      <p:sp>
        <p:nvSpPr>
          <p:cNvPr id="26" name="gk-ik-4-sirkulu"/>
          <p:cNvSpPr/>
          <p:nvPr/>
        </p:nvSpPr>
        <p:spPr>
          <a:xfrm>
            <a:off x="4551578" y="4050792"/>
            <a:ext cx="777240" cy="777240"/>
          </a:xfrm>
          <a:prstGeom prst="ellipse">
            <a:avLst/>
          </a:prstGeom>
          <a:solidFill>
            <a:schemeClr val="accent3"/>
          </a:solidFill>
          <a:ln w="12700">
            <a:solidFill>
              <a:schemeClr val="accent3"/>
            </a:solidFill>
            <a:prstDash val="solid"/>
          </a:ln>
        </p:spPr>
      </p:sp>
      <p:pic>
        <p:nvPicPr>
          <p:cNvPr id="27" name="gk-ik-4-ikone" descr="preencoded.png">    </p:cNvPr>
          <p:cNvPicPr>
            <a:picLocks noChangeAspect="1"/>
          </p:cNvPicPr>
          <p:nvPr/>
        </p:nvPicPr>
        <p:blipFill>
          <a:blip r:embed="rId5"/>
          <a:stretch>
            <a:fillRect/>
          </a:stretch>
        </p:blipFill>
        <p:spPr>
          <a:xfrm>
            <a:off x="4738116" y="4237330"/>
            <a:ext cx="404165" cy="404165"/>
          </a:xfrm>
          <a:prstGeom prst="rect">
            <a:avLst/>
          </a:prstGeom>
        </p:spPr>
      </p:pic>
      <p:sp>
        <p:nvSpPr>
          <p:cNvPr id="28" name="Text 21"/>
          <p:cNvSpPr txBox="1"/>
          <p:nvPr/>
        </p:nvSpPr>
        <p:spPr>
          <a:xfrm>
            <a:off x="5511698"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Labele kria kazu foun</a:t>
            </a:r>
            <a:endParaRPr lang="en-US" sz="1700" dirty="0"/>
          </a:p>
        </p:txBody>
      </p:sp>
      <p:sp>
        <p:nvSpPr>
          <p:cNvPr id="29" name="Text 22"/>
          <p:cNvSpPr txBox="1"/>
          <p:nvPr/>
        </p:nvSpPr>
        <p:spPr>
          <a:xfrm>
            <a:off x="4551578"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Autorizasaun offline remata → kontaktu Admin.</a:t>
            </a:r>
            <a:endParaRPr lang="en-US" sz="1400" dirty="0"/>
          </a:p>
        </p:txBody>
      </p:sp>
      <p:sp>
        <p:nvSpPr>
          <p:cNvPr id="30" name="gk-5"/>
          <p:cNvSpPr/>
          <p:nvPr/>
        </p:nvSpPr>
        <p:spPr>
          <a:xfrm>
            <a:off x="8097317" y="3794760"/>
            <a:ext cx="3545738" cy="2194560"/>
          </a:xfrm>
          <a:prstGeom prst="roundRect">
            <a:avLst>
              <a:gd name="adj" fmla="val 5000"/>
            </a:avLst>
          </a:prstGeom>
          <a:solidFill>
            <a:schemeClr val="bg2"/>
          </a:solidFill>
          <a:ln w="12700">
            <a:solidFill>
              <a:schemeClr val="bg2"/>
            </a:solidFill>
            <a:prstDash val="solid"/>
          </a:ln>
        </p:spPr>
      </p:sp>
      <p:sp>
        <p:nvSpPr>
          <p:cNvPr id="31" name="gk-ik-5-sirkulu"/>
          <p:cNvSpPr/>
          <p:nvPr/>
        </p:nvSpPr>
        <p:spPr>
          <a:xfrm>
            <a:off x="8325917" y="4050792"/>
            <a:ext cx="777240" cy="777240"/>
          </a:xfrm>
          <a:prstGeom prst="ellipse">
            <a:avLst/>
          </a:prstGeom>
          <a:solidFill>
            <a:schemeClr val="tx2"/>
          </a:solidFill>
          <a:ln w="12700">
            <a:solidFill>
              <a:schemeClr val="tx2"/>
            </a:solidFill>
            <a:prstDash val="solid"/>
          </a:ln>
        </p:spPr>
      </p:sp>
      <p:pic>
        <p:nvPicPr>
          <p:cNvPr id="32" name="gk-ik-5-ikone" descr="preencoded.png">    </p:cNvPr>
          <p:cNvPicPr>
            <a:picLocks noChangeAspect="1"/>
          </p:cNvPicPr>
          <p:nvPr/>
        </p:nvPicPr>
        <p:blipFill>
          <a:blip r:embed="rId6"/>
          <a:stretch>
            <a:fillRect/>
          </a:stretch>
        </p:blipFill>
        <p:spPr>
          <a:xfrm>
            <a:off x="8512454" y="4237330"/>
            <a:ext cx="404165" cy="404165"/>
          </a:xfrm>
          <a:prstGeom prst="rect">
            <a:avLst/>
          </a:prstGeom>
        </p:spPr>
      </p:pic>
      <p:sp>
        <p:nvSpPr>
          <p:cNvPr id="33" name="Text 25"/>
          <p:cNvSpPr txBox="1"/>
          <p:nvPr/>
        </p:nvSpPr>
        <p:spPr>
          <a:xfrm>
            <a:off x="9286037"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Aldeia la iha lista</a:t>
            </a:r>
            <a:endParaRPr lang="en-US" sz="1700" dirty="0"/>
          </a:p>
        </p:txBody>
      </p:sp>
      <p:sp>
        <p:nvSpPr>
          <p:cNvPr id="34" name="Text 26"/>
          <p:cNvSpPr txBox="1"/>
          <p:nvPr/>
        </p:nvSpPr>
        <p:spPr>
          <a:xfrm>
            <a:off x="8325917"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Loke app ho internet; ka hili suku no hakerek iha observasaun.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Deskansa</a:t>
            </a: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Minutu 10 · hahú fali 15:25</a:t>
            </a:r>
            <a:endParaRPr lang="en-US" sz="2000" dirty="0"/>
          </a:p>
          <a:p>
            <a:pPr indent="0" marL="0">
              <a:buNone/>
            </a:pPr>
            <a:r>
              <a:rPr lang="en-US" sz="2000" b="1" dirty="0">
                <a:solidFill>
                  <a:schemeClr val="accent2"/>
                </a:solidFill>
              </a:rPr>
              <a:t>Sinkron kazu prátika se seidauk!</a:t>
            </a:r>
            <a:endParaRPr lang="en-US" sz="2000" dirty="0"/>
          </a:p>
        </p:txBody>
      </p:sp>
      <p:sp>
        <p:nvSpPr>
          <p:cNvPr id="4" name="kafe-sirkulu"/>
          <p:cNvSpPr/>
          <p:nvPr/>
        </p:nvSpPr>
        <p:spPr>
          <a:xfrm>
            <a:off x="8961120" y="1828800"/>
            <a:ext cx="2194560" cy="2194560"/>
          </a:xfrm>
          <a:prstGeom prst="ellipse">
            <a:avLst/>
          </a:prstGeom>
          <a:solidFill>
            <a:schemeClr val="accent1"/>
          </a:solidFill>
          <a:ln w="12700">
            <a:solidFill>
              <a:schemeClr val="accent1"/>
            </a:solidFill>
            <a:prstDash val="solid"/>
          </a:ln>
        </p:spPr>
      </p:sp>
      <p:pic>
        <p:nvPicPr>
          <p:cNvPr id="5" name="kafe-ikone" descr="preencoded.png">    </p:cNvPr>
          <p:cNvPicPr>
            <a:picLocks noChangeAspect="1"/>
          </p:cNvPicPr>
          <p:nvPr/>
        </p:nvPicPr>
        <p:blipFill>
          <a:blip r:embed="rId1"/>
          <a:stretch>
            <a:fillRect/>
          </a:stretch>
        </p:blipFill>
        <p:spPr>
          <a:xfrm>
            <a:off x="9487814" y="2355494"/>
            <a:ext cx="1141171" cy="114117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Kualidade dadus</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Dadus di'ak = advokasia forte · evita duplikadu</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04</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15:25 – 15:35</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Regra 5 ba dadus di'ak</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15:25</a:t>
            </a:r>
            <a:endParaRPr lang="en-US" sz="1200" dirty="0"/>
          </a:p>
        </p:txBody>
      </p:sp>
      <p:sp>
        <p:nvSpPr>
          <p:cNvPr id="5" name="rg-0"/>
          <p:cNvSpPr/>
          <p:nvPr/>
        </p:nvSpPr>
        <p:spPr>
          <a:xfrm>
            <a:off x="548640" y="1417320"/>
            <a:ext cx="2036003" cy="3657600"/>
          </a:xfrm>
          <a:prstGeom prst="roundRect">
            <a:avLst>
              <a:gd name="adj" fmla="val 5389"/>
            </a:avLst>
          </a:prstGeom>
          <a:solidFill>
            <a:schemeClr val="bg2"/>
          </a:solidFill>
          <a:ln w="12700">
            <a:solidFill>
              <a:schemeClr val="bg2"/>
            </a:solidFill>
            <a:prstDash val="solid"/>
          </a:ln>
        </p:spPr>
      </p:sp>
      <p:sp>
        <p:nvSpPr>
          <p:cNvPr id="6" name="rg-n-0"/>
          <p:cNvSpPr/>
          <p:nvPr/>
        </p:nvSpPr>
        <p:spPr>
          <a:xfrm>
            <a:off x="685800" y="1554480"/>
            <a:ext cx="411480" cy="411480"/>
          </a:xfrm>
          <a:prstGeom prst="ellipse">
            <a:avLst/>
          </a:prstGeom>
          <a:solidFill>
            <a:schemeClr val="tx2"/>
          </a:solidFill>
          <a:ln w="12700">
            <a:solidFill>
              <a:schemeClr val="tx2"/>
            </a:solidFill>
            <a:prstDash val="solid"/>
          </a:ln>
        </p:spPr>
      </p:sp>
      <p:sp>
        <p:nvSpPr>
          <p:cNvPr id="7" name="rg-n-0-n"/>
          <p:cNvSpPr txBox="1"/>
          <p:nvPr/>
        </p:nvSpPr>
        <p:spPr>
          <a:xfrm>
            <a:off x="685800" y="155448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rg-ik-0-sirkulu"/>
          <p:cNvSpPr/>
          <p:nvPr/>
        </p:nvSpPr>
        <p:spPr>
          <a:xfrm>
            <a:off x="1063722" y="1691640"/>
            <a:ext cx="1005840" cy="1005840"/>
          </a:xfrm>
          <a:prstGeom prst="ellipse">
            <a:avLst/>
          </a:prstGeom>
          <a:solidFill>
            <a:schemeClr val="accent1"/>
          </a:solidFill>
          <a:ln w="12700">
            <a:solidFill>
              <a:schemeClr val="accent1"/>
            </a:solidFill>
            <a:prstDash val="solid"/>
          </a:ln>
        </p:spPr>
      </p:sp>
      <p:pic>
        <p:nvPicPr>
          <p:cNvPr id="9" name="rg-ik-0-ikone" descr="preencoded.png">    </p:cNvPr>
          <p:cNvPicPr>
            <a:picLocks noChangeAspect="1"/>
          </p:cNvPicPr>
          <p:nvPr/>
        </p:nvPicPr>
        <p:blipFill>
          <a:blip r:embed="rId1"/>
          <a:stretch>
            <a:fillRect/>
          </a:stretch>
        </p:blipFill>
        <p:spPr>
          <a:xfrm>
            <a:off x="1305123" y="1933042"/>
            <a:ext cx="523037" cy="523037"/>
          </a:xfrm>
          <a:prstGeom prst="rect">
            <a:avLst/>
          </a:prstGeom>
        </p:spPr>
      </p:pic>
      <p:sp>
        <p:nvSpPr>
          <p:cNvPr id="10" name="Text 7"/>
          <p:cNvSpPr txBox="1"/>
          <p:nvPr/>
        </p:nvSpPr>
        <p:spPr>
          <a:xfrm>
            <a:off x="640080" y="2834640"/>
            <a:ext cx="1853123" cy="777240"/>
          </a:xfrm>
          <a:prstGeom prst="rect">
            <a:avLst/>
          </a:prstGeom>
          <a:noFill/>
          <a:ln/>
        </p:spPr>
        <p:txBody>
          <a:bodyPr wrap="square" lIns="0" tIns="0" rIns="0" bIns="0" rtlCol="0" anchor="ctr"/>
          <a:lstStyle/>
          <a:p>
            <a:pPr algn="ctr" indent="0" marL="0">
              <a:buNone/>
            </a:pPr>
            <a:r>
              <a:rPr lang="en-US" sz="1600" b="1" dirty="0">
                <a:solidFill>
                  <a:schemeClr val="tx2"/>
                </a:solidFill>
              </a:rPr>
              <a:t>GPS iha fatin loos</a:t>
            </a:r>
            <a:endParaRPr lang="en-US" sz="1600" dirty="0"/>
          </a:p>
        </p:txBody>
      </p:sp>
      <p:sp>
        <p:nvSpPr>
          <p:cNvPr id="11" name="Text 8"/>
          <p:cNvSpPr txBox="1"/>
          <p:nvPr/>
        </p:nvSpPr>
        <p:spPr>
          <a:xfrm>
            <a:off x="685800" y="3657600"/>
            <a:ext cx="1761683" cy="1280160"/>
          </a:xfrm>
          <a:prstGeom prst="rect">
            <a:avLst/>
          </a:prstGeom>
          <a:noFill/>
          <a:ln/>
        </p:spPr>
        <p:txBody>
          <a:bodyPr wrap="square" lIns="0" tIns="0" rIns="0" bIns="0" rtlCol="0" anchor="t"/>
          <a:lstStyle/>
          <a:p>
            <a:pPr algn="ctr" indent="0" marL="0">
              <a:buNone/>
            </a:pPr>
            <a:r>
              <a:rPr lang="en-US" sz="1350" dirty="0">
                <a:solidFill>
                  <a:schemeClr val="tx1"/>
                </a:solidFill>
              </a:rPr>
              <a:t>Iha rai ne'ebé afetadu, la'ós iha uma ka eskritóriu.</a:t>
            </a:r>
            <a:endParaRPr lang="en-US" sz="1350" dirty="0"/>
          </a:p>
        </p:txBody>
      </p:sp>
      <p:sp>
        <p:nvSpPr>
          <p:cNvPr id="12" name="rg-1"/>
          <p:cNvSpPr/>
          <p:nvPr/>
        </p:nvSpPr>
        <p:spPr>
          <a:xfrm>
            <a:off x="2767523" y="1417320"/>
            <a:ext cx="2036003" cy="3657600"/>
          </a:xfrm>
          <a:prstGeom prst="roundRect">
            <a:avLst>
              <a:gd name="adj" fmla="val 5389"/>
            </a:avLst>
          </a:prstGeom>
          <a:solidFill>
            <a:schemeClr val="bg2"/>
          </a:solidFill>
          <a:ln w="12700">
            <a:solidFill>
              <a:schemeClr val="bg2"/>
            </a:solidFill>
            <a:prstDash val="solid"/>
          </a:ln>
        </p:spPr>
      </p:sp>
      <p:sp>
        <p:nvSpPr>
          <p:cNvPr id="13" name="rg-n-1"/>
          <p:cNvSpPr/>
          <p:nvPr/>
        </p:nvSpPr>
        <p:spPr>
          <a:xfrm>
            <a:off x="2904683" y="1554480"/>
            <a:ext cx="411480" cy="411480"/>
          </a:xfrm>
          <a:prstGeom prst="ellipse">
            <a:avLst/>
          </a:prstGeom>
          <a:solidFill>
            <a:schemeClr val="tx2"/>
          </a:solidFill>
          <a:ln w="12700">
            <a:solidFill>
              <a:schemeClr val="tx2"/>
            </a:solidFill>
            <a:prstDash val="solid"/>
          </a:ln>
        </p:spPr>
      </p:sp>
      <p:sp>
        <p:nvSpPr>
          <p:cNvPr id="14" name="rg-n-1-n"/>
          <p:cNvSpPr txBox="1"/>
          <p:nvPr/>
        </p:nvSpPr>
        <p:spPr>
          <a:xfrm>
            <a:off x="2904683" y="155448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5" name="rg-ik-1-sirkulu"/>
          <p:cNvSpPr/>
          <p:nvPr/>
        </p:nvSpPr>
        <p:spPr>
          <a:xfrm>
            <a:off x="3282605" y="1691640"/>
            <a:ext cx="1005840" cy="1005840"/>
          </a:xfrm>
          <a:prstGeom prst="ellipse">
            <a:avLst/>
          </a:prstGeom>
          <a:solidFill>
            <a:schemeClr val="accent5"/>
          </a:solidFill>
          <a:ln w="12700">
            <a:solidFill>
              <a:schemeClr val="accent5"/>
            </a:solidFill>
            <a:prstDash val="solid"/>
          </a:ln>
        </p:spPr>
      </p:sp>
      <p:pic>
        <p:nvPicPr>
          <p:cNvPr id="16" name="rg-ik-1-ikone" descr="preencoded.png">    </p:cNvPr>
          <p:cNvPicPr>
            <a:picLocks noChangeAspect="1"/>
          </p:cNvPicPr>
          <p:nvPr/>
        </p:nvPicPr>
        <p:blipFill>
          <a:blip r:embed="rId2"/>
          <a:stretch>
            <a:fillRect/>
          </a:stretch>
        </p:blipFill>
        <p:spPr>
          <a:xfrm>
            <a:off x="3524006" y="1933042"/>
            <a:ext cx="523037" cy="523037"/>
          </a:xfrm>
          <a:prstGeom prst="rect">
            <a:avLst/>
          </a:prstGeom>
        </p:spPr>
      </p:pic>
      <p:sp>
        <p:nvSpPr>
          <p:cNvPr id="17" name="Text 13"/>
          <p:cNvSpPr txBox="1"/>
          <p:nvPr/>
        </p:nvSpPr>
        <p:spPr>
          <a:xfrm>
            <a:off x="2858963" y="2834640"/>
            <a:ext cx="1853123" cy="777240"/>
          </a:xfrm>
          <a:prstGeom prst="rect">
            <a:avLst/>
          </a:prstGeom>
          <a:noFill/>
          <a:ln/>
        </p:spPr>
        <p:txBody>
          <a:bodyPr wrap="square" lIns="0" tIns="0" rIns="0" bIns="0" rtlCol="0" anchor="ctr"/>
          <a:lstStyle/>
          <a:p>
            <a:pPr algn="ctr" indent="0" marL="0">
              <a:buNone/>
            </a:pPr>
            <a:r>
              <a:rPr lang="en-US" sz="1600" b="1" dirty="0">
                <a:solidFill>
                  <a:schemeClr val="tx2"/>
                </a:solidFill>
              </a:rPr>
              <a:t>Númeru konsistente</a:t>
            </a:r>
            <a:endParaRPr lang="en-US" sz="1600" dirty="0"/>
          </a:p>
        </p:txBody>
      </p:sp>
      <p:sp>
        <p:nvSpPr>
          <p:cNvPr id="18" name="Text 14"/>
          <p:cNvSpPr txBox="1"/>
          <p:nvPr/>
        </p:nvSpPr>
        <p:spPr>
          <a:xfrm>
            <a:off x="2904683" y="3657600"/>
            <a:ext cx="1761683" cy="1280160"/>
          </a:xfrm>
          <a:prstGeom prst="rect">
            <a:avLst/>
          </a:prstGeom>
          <a:noFill/>
          <a:ln/>
        </p:spPr>
        <p:txBody>
          <a:bodyPr wrap="square" lIns="0" tIns="0" rIns="0" bIns="0" rtlCol="0" anchor="t"/>
          <a:lstStyle/>
          <a:p>
            <a:pPr algn="ctr" indent="0" marL="0">
              <a:buNone/>
            </a:pPr>
            <a:r>
              <a:rPr lang="en-US" sz="1350" dirty="0">
                <a:solidFill>
                  <a:schemeClr val="tx1"/>
                </a:solidFill>
              </a:rPr>
              <a:t>Mane + feto = total; uma-kain loos.</a:t>
            </a:r>
            <a:endParaRPr lang="en-US" sz="1350" dirty="0"/>
          </a:p>
        </p:txBody>
      </p:sp>
      <p:sp>
        <p:nvSpPr>
          <p:cNvPr id="19" name="rg-2"/>
          <p:cNvSpPr/>
          <p:nvPr/>
        </p:nvSpPr>
        <p:spPr>
          <a:xfrm>
            <a:off x="4986406" y="1417320"/>
            <a:ext cx="2036003" cy="3657600"/>
          </a:xfrm>
          <a:prstGeom prst="roundRect">
            <a:avLst>
              <a:gd name="adj" fmla="val 5389"/>
            </a:avLst>
          </a:prstGeom>
          <a:solidFill>
            <a:schemeClr val="bg2"/>
          </a:solidFill>
          <a:ln w="12700">
            <a:solidFill>
              <a:schemeClr val="bg2"/>
            </a:solidFill>
            <a:prstDash val="solid"/>
          </a:ln>
        </p:spPr>
      </p:sp>
      <p:sp>
        <p:nvSpPr>
          <p:cNvPr id="20" name="rg-n-2"/>
          <p:cNvSpPr/>
          <p:nvPr/>
        </p:nvSpPr>
        <p:spPr>
          <a:xfrm>
            <a:off x="5123566" y="1554480"/>
            <a:ext cx="411480" cy="411480"/>
          </a:xfrm>
          <a:prstGeom prst="ellipse">
            <a:avLst/>
          </a:prstGeom>
          <a:solidFill>
            <a:schemeClr val="tx2"/>
          </a:solidFill>
          <a:ln w="12700">
            <a:solidFill>
              <a:schemeClr val="tx2"/>
            </a:solidFill>
            <a:prstDash val="solid"/>
          </a:ln>
        </p:spPr>
      </p:sp>
      <p:sp>
        <p:nvSpPr>
          <p:cNvPr id="21" name="rg-n-2-n"/>
          <p:cNvSpPr txBox="1"/>
          <p:nvPr/>
        </p:nvSpPr>
        <p:spPr>
          <a:xfrm>
            <a:off x="5123566" y="155448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2" name="rg-ik-2-sirkulu"/>
          <p:cNvSpPr/>
          <p:nvPr/>
        </p:nvSpPr>
        <p:spPr>
          <a:xfrm>
            <a:off x="5501488" y="1691640"/>
            <a:ext cx="1005840" cy="1005840"/>
          </a:xfrm>
          <a:prstGeom prst="ellipse">
            <a:avLst/>
          </a:prstGeom>
          <a:solidFill>
            <a:schemeClr val="accent6"/>
          </a:solidFill>
          <a:ln w="12700">
            <a:solidFill>
              <a:schemeClr val="accent6"/>
            </a:solidFill>
            <a:prstDash val="solid"/>
          </a:ln>
        </p:spPr>
      </p:sp>
      <p:pic>
        <p:nvPicPr>
          <p:cNvPr id="23" name="rg-ik-2-ikone" descr="preencoded.png">    </p:cNvPr>
          <p:cNvPicPr>
            <a:picLocks noChangeAspect="1"/>
          </p:cNvPicPr>
          <p:nvPr/>
        </p:nvPicPr>
        <p:blipFill>
          <a:blip r:embed="rId3"/>
          <a:stretch>
            <a:fillRect/>
          </a:stretch>
        </p:blipFill>
        <p:spPr>
          <a:xfrm>
            <a:off x="5742889" y="1933042"/>
            <a:ext cx="523037" cy="523037"/>
          </a:xfrm>
          <a:prstGeom prst="rect">
            <a:avLst/>
          </a:prstGeom>
        </p:spPr>
      </p:pic>
      <p:sp>
        <p:nvSpPr>
          <p:cNvPr id="24" name="Text 19"/>
          <p:cNvSpPr txBox="1"/>
          <p:nvPr/>
        </p:nvSpPr>
        <p:spPr>
          <a:xfrm>
            <a:off x="5077846" y="2834640"/>
            <a:ext cx="1853123" cy="777240"/>
          </a:xfrm>
          <a:prstGeom prst="rect">
            <a:avLst/>
          </a:prstGeom>
          <a:noFill/>
          <a:ln/>
        </p:spPr>
        <p:txBody>
          <a:bodyPr wrap="square" lIns="0" tIns="0" rIns="0" bIns="0" rtlCol="0" anchor="ctr"/>
          <a:lstStyle/>
          <a:p>
            <a:pPr algn="ctr" indent="0" marL="0">
              <a:buNone/>
            </a:pPr>
            <a:r>
              <a:rPr lang="en-US" sz="1600" b="1" dirty="0">
                <a:solidFill>
                  <a:schemeClr val="tx2"/>
                </a:solidFill>
              </a:rPr>
              <a:t>"La hatene" &gt; adivinha</a:t>
            </a:r>
            <a:endParaRPr lang="en-US" sz="1600" dirty="0"/>
          </a:p>
        </p:txBody>
      </p:sp>
      <p:sp>
        <p:nvSpPr>
          <p:cNvPr id="25" name="Text 20"/>
          <p:cNvSpPr txBox="1"/>
          <p:nvPr/>
        </p:nvSpPr>
        <p:spPr>
          <a:xfrm>
            <a:off x="5123566" y="3657600"/>
            <a:ext cx="1761683" cy="1280160"/>
          </a:xfrm>
          <a:prstGeom prst="rect">
            <a:avLst/>
          </a:prstGeom>
          <a:noFill/>
          <a:ln/>
        </p:spPr>
        <p:txBody>
          <a:bodyPr wrap="square" lIns="0" tIns="0" rIns="0" bIns="0" rtlCol="0" anchor="t"/>
          <a:lstStyle/>
          <a:p>
            <a:pPr algn="ctr" indent="0" marL="0">
              <a:buNone/>
            </a:pPr>
            <a:r>
              <a:rPr lang="en-US" sz="1350" dirty="0">
                <a:solidFill>
                  <a:schemeClr val="tx1"/>
                </a:solidFill>
              </a:rPr>
              <a:t>Dadus falsu aat liu dadus mamuk.</a:t>
            </a:r>
            <a:endParaRPr lang="en-US" sz="1350" dirty="0"/>
          </a:p>
        </p:txBody>
      </p:sp>
      <p:sp>
        <p:nvSpPr>
          <p:cNvPr id="26" name="rg-3"/>
          <p:cNvSpPr/>
          <p:nvPr/>
        </p:nvSpPr>
        <p:spPr>
          <a:xfrm>
            <a:off x="7205289" y="1417320"/>
            <a:ext cx="2036003" cy="3657600"/>
          </a:xfrm>
          <a:prstGeom prst="roundRect">
            <a:avLst>
              <a:gd name="adj" fmla="val 5389"/>
            </a:avLst>
          </a:prstGeom>
          <a:solidFill>
            <a:schemeClr val="bg2"/>
          </a:solidFill>
          <a:ln w="12700">
            <a:solidFill>
              <a:schemeClr val="bg2"/>
            </a:solidFill>
            <a:prstDash val="solid"/>
          </a:ln>
        </p:spPr>
      </p:sp>
      <p:sp>
        <p:nvSpPr>
          <p:cNvPr id="27" name="rg-n-3"/>
          <p:cNvSpPr/>
          <p:nvPr/>
        </p:nvSpPr>
        <p:spPr>
          <a:xfrm>
            <a:off x="7342449" y="1554480"/>
            <a:ext cx="411480" cy="411480"/>
          </a:xfrm>
          <a:prstGeom prst="ellipse">
            <a:avLst/>
          </a:prstGeom>
          <a:solidFill>
            <a:schemeClr val="tx2"/>
          </a:solidFill>
          <a:ln w="12700">
            <a:solidFill>
              <a:schemeClr val="tx2"/>
            </a:solidFill>
            <a:prstDash val="solid"/>
          </a:ln>
        </p:spPr>
      </p:sp>
      <p:sp>
        <p:nvSpPr>
          <p:cNvPr id="28" name="rg-n-3-n"/>
          <p:cNvSpPr txBox="1"/>
          <p:nvPr/>
        </p:nvSpPr>
        <p:spPr>
          <a:xfrm>
            <a:off x="7342449" y="155448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9" name="rg-ik-3-sirkulu"/>
          <p:cNvSpPr/>
          <p:nvPr/>
        </p:nvSpPr>
        <p:spPr>
          <a:xfrm>
            <a:off x="7720371" y="1691640"/>
            <a:ext cx="1005840" cy="1005840"/>
          </a:xfrm>
          <a:prstGeom prst="ellipse">
            <a:avLst/>
          </a:prstGeom>
          <a:solidFill>
            <a:schemeClr val="accent3"/>
          </a:solidFill>
          <a:ln w="12700">
            <a:solidFill>
              <a:schemeClr val="accent3"/>
            </a:solidFill>
            <a:prstDash val="solid"/>
          </a:ln>
        </p:spPr>
      </p:sp>
      <p:pic>
        <p:nvPicPr>
          <p:cNvPr id="30" name="rg-ik-3-ikone" descr="preencoded.png">    </p:cNvPr>
          <p:cNvPicPr>
            <a:picLocks noChangeAspect="1"/>
          </p:cNvPicPr>
          <p:nvPr/>
        </p:nvPicPr>
        <p:blipFill>
          <a:blip r:embed="rId4"/>
          <a:stretch>
            <a:fillRect/>
          </a:stretch>
        </p:blipFill>
        <p:spPr>
          <a:xfrm>
            <a:off x="7961772" y="1933042"/>
            <a:ext cx="523037" cy="523037"/>
          </a:xfrm>
          <a:prstGeom prst="rect">
            <a:avLst/>
          </a:prstGeom>
        </p:spPr>
      </p:pic>
      <p:sp>
        <p:nvSpPr>
          <p:cNvPr id="31" name="Text 25"/>
          <p:cNvSpPr txBox="1"/>
          <p:nvPr/>
        </p:nvSpPr>
        <p:spPr>
          <a:xfrm>
            <a:off x="7296729" y="2834640"/>
            <a:ext cx="1853123" cy="777240"/>
          </a:xfrm>
          <a:prstGeom prst="rect">
            <a:avLst/>
          </a:prstGeom>
          <a:noFill/>
          <a:ln/>
        </p:spPr>
        <p:txBody>
          <a:bodyPr wrap="square" lIns="0" tIns="0" rIns="0" bIns="0" rtlCol="0" anchor="ctr"/>
          <a:lstStyle/>
          <a:p>
            <a:pPr algn="ctr" indent="0" marL="0">
              <a:buNone/>
            </a:pPr>
            <a:r>
              <a:rPr lang="en-US" sz="1600" b="1" dirty="0">
                <a:solidFill>
                  <a:schemeClr val="tx2"/>
                </a:solidFill>
              </a:rPr>
              <a:t>Foto klaru no relevante</a:t>
            </a:r>
            <a:endParaRPr lang="en-US" sz="1600" dirty="0"/>
          </a:p>
        </p:txBody>
      </p:sp>
      <p:sp>
        <p:nvSpPr>
          <p:cNvPr id="32" name="Text 26"/>
          <p:cNvSpPr txBox="1"/>
          <p:nvPr/>
        </p:nvSpPr>
        <p:spPr>
          <a:xfrm>
            <a:off x="7342449" y="3657600"/>
            <a:ext cx="1761683" cy="1280160"/>
          </a:xfrm>
          <a:prstGeom prst="rect">
            <a:avLst/>
          </a:prstGeom>
          <a:noFill/>
          <a:ln/>
        </p:spPr>
        <p:txBody>
          <a:bodyPr wrap="square" lIns="0" tIns="0" rIns="0" bIns="0" rtlCol="0" anchor="t"/>
          <a:lstStyle/>
          <a:p>
            <a:pPr algn="ctr" indent="0" marL="0">
              <a:buNone/>
            </a:pPr>
            <a:r>
              <a:rPr lang="en-US" sz="1350" dirty="0">
                <a:solidFill>
                  <a:schemeClr val="tx1"/>
                </a:solidFill>
              </a:rPr>
              <a:t>Rai, uma, marka; proteje oin labarik.</a:t>
            </a:r>
            <a:endParaRPr lang="en-US" sz="1350" dirty="0"/>
          </a:p>
        </p:txBody>
      </p:sp>
      <p:sp>
        <p:nvSpPr>
          <p:cNvPr id="33" name="rg-4"/>
          <p:cNvSpPr/>
          <p:nvPr/>
        </p:nvSpPr>
        <p:spPr>
          <a:xfrm>
            <a:off x="9424172" y="1417320"/>
            <a:ext cx="2036003" cy="3657600"/>
          </a:xfrm>
          <a:prstGeom prst="roundRect">
            <a:avLst>
              <a:gd name="adj" fmla="val 5389"/>
            </a:avLst>
          </a:prstGeom>
          <a:solidFill>
            <a:schemeClr val="bg2"/>
          </a:solidFill>
          <a:ln w="12700">
            <a:solidFill>
              <a:schemeClr val="bg2"/>
            </a:solidFill>
            <a:prstDash val="solid"/>
          </a:ln>
        </p:spPr>
      </p:sp>
      <p:sp>
        <p:nvSpPr>
          <p:cNvPr id="34" name="rg-n-4"/>
          <p:cNvSpPr/>
          <p:nvPr/>
        </p:nvSpPr>
        <p:spPr>
          <a:xfrm>
            <a:off x="9561332" y="1554480"/>
            <a:ext cx="411480" cy="411480"/>
          </a:xfrm>
          <a:prstGeom prst="ellipse">
            <a:avLst/>
          </a:prstGeom>
          <a:solidFill>
            <a:schemeClr val="tx2"/>
          </a:solidFill>
          <a:ln w="12700">
            <a:solidFill>
              <a:schemeClr val="tx2"/>
            </a:solidFill>
            <a:prstDash val="solid"/>
          </a:ln>
        </p:spPr>
      </p:sp>
      <p:sp>
        <p:nvSpPr>
          <p:cNvPr id="35" name="rg-n-4-n"/>
          <p:cNvSpPr txBox="1"/>
          <p:nvPr/>
        </p:nvSpPr>
        <p:spPr>
          <a:xfrm>
            <a:off x="9561332" y="155448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6" name="rg-ik-4-sirkulu"/>
          <p:cNvSpPr/>
          <p:nvPr/>
        </p:nvSpPr>
        <p:spPr>
          <a:xfrm>
            <a:off x="9939254" y="1691640"/>
            <a:ext cx="1005840" cy="1005840"/>
          </a:xfrm>
          <a:prstGeom prst="ellipse">
            <a:avLst/>
          </a:prstGeom>
          <a:solidFill>
            <a:schemeClr val="accent4"/>
          </a:solidFill>
          <a:ln w="12700">
            <a:solidFill>
              <a:schemeClr val="accent4"/>
            </a:solidFill>
            <a:prstDash val="solid"/>
          </a:ln>
        </p:spPr>
      </p:sp>
      <p:pic>
        <p:nvPicPr>
          <p:cNvPr id="37" name="rg-ik-4-ikone" descr="preencoded.png">    </p:cNvPr>
          <p:cNvPicPr>
            <a:picLocks noChangeAspect="1"/>
          </p:cNvPicPr>
          <p:nvPr/>
        </p:nvPicPr>
        <p:blipFill>
          <a:blip r:embed="rId5"/>
          <a:stretch>
            <a:fillRect/>
          </a:stretch>
        </p:blipFill>
        <p:spPr>
          <a:xfrm>
            <a:off x="10180655" y="1933042"/>
            <a:ext cx="523037" cy="523037"/>
          </a:xfrm>
          <a:prstGeom prst="rect">
            <a:avLst/>
          </a:prstGeom>
        </p:spPr>
      </p:pic>
      <p:sp>
        <p:nvSpPr>
          <p:cNvPr id="38" name="Text 31"/>
          <p:cNvSpPr txBox="1"/>
          <p:nvPr/>
        </p:nvSpPr>
        <p:spPr>
          <a:xfrm>
            <a:off x="9515612" y="2834640"/>
            <a:ext cx="1853123" cy="777240"/>
          </a:xfrm>
          <a:prstGeom prst="rect">
            <a:avLst/>
          </a:prstGeom>
          <a:noFill/>
          <a:ln/>
        </p:spPr>
        <p:txBody>
          <a:bodyPr wrap="square" lIns="0" tIns="0" rIns="0" bIns="0" rtlCol="0" anchor="ctr"/>
          <a:lstStyle/>
          <a:p>
            <a:pPr algn="ctr" indent="0" marL="0">
              <a:buNone/>
            </a:pPr>
            <a:r>
              <a:rPr lang="en-US" sz="1600" b="1" dirty="0">
                <a:solidFill>
                  <a:schemeClr val="tx2"/>
                </a:solidFill>
              </a:rPr>
              <a:t>Deskrisaun klaru</a:t>
            </a:r>
            <a:endParaRPr lang="en-US" sz="1600" dirty="0"/>
          </a:p>
        </p:txBody>
      </p:sp>
      <p:sp>
        <p:nvSpPr>
          <p:cNvPr id="39" name="Text 32"/>
          <p:cNvSpPr txBox="1"/>
          <p:nvPr/>
        </p:nvSpPr>
        <p:spPr>
          <a:xfrm>
            <a:off x="9561332" y="3657600"/>
            <a:ext cx="1761683" cy="1280160"/>
          </a:xfrm>
          <a:prstGeom prst="rect">
            <a:avLst/>
          </a:prstGeom>
          <a:noFill/>
          <a:ln/>
        </p:spPr>
        <p:txBody>
          <a:bodyPr wrap="square" lIns="0" tIns="0" rIns="0" bIns="0" rtlCol="0" anchor="t"/>
          <a:lstStyle/>
          <a:p>
            <a:pPr algn="ctr" indent="0" marL="0">
              <a:buNone/>
            </a:pPr>
            <a:r>
              <a:rPr lang="en-US" sz="1350" dirty="0">
                <a:solidFill>
                  <a:schemeClr val="tx1"/>
                </a:solidFill>
              </a:rPr>
              <a:t>Sé, saida, bainhira, iha ne'ebé, oinsá.</a:t>
            </a:r>
            <a:endParaRPr lang="en-US" sz="1350" dirty="0"/>
          </a:p>
        </p:txBody>
      </p:sp>
      <p:sp>
        <p:nvSpPr>
          <p:cNvPr id="40" name="rg-msg"/>
          <p:cNvSpPr/>
          <p:nvPr/>
        </p:nvSpPr>
        <p:spPr>
          <a:xfrm>
            <a:off x="548640" y="5303520"/>
            <a:ext cx="11094415" cy="822960"/>
          </a:xfrm>
          <a:prstGeom prst="roundRect">
            <a:avLst>
              <a:gd name="adj" fmla="val 13333"/>
            </a:avLst>
          </a:prstGeom>
          <a:solidFill>
            <a:schemeClr val="tx2"/>
          </a:solidFill>
          <a:ln w="12700">
            <a:solidFill>
              <a:schemeClr val="tx2"/>
            </a:solidFill>
            <a:prstDash val="solid"/>
          </a:ln>
        </p:spPr>
      </p:sp>
      <p:sp>
        <p:nvSpPr>
          <p:cNvPr id="41" name="Text 34"/>
          <p:cNvSpPr txBox="1"/>
          <p:nvPr/>
        </p:nvSpPr>
        <p:spPr>
          <a:xfrm>
            <a:off x="914400" y="5303520"/>
            <a:ext cx="10362895" cy="822960"/>
          </a:xfrm>
          <a:prstGeom prst="rect">
            <a:avLst/>
          </a:prstGeom>
          <a:noFill/>
          <a:ln/>
        </p:spPr>
        <p:txBody>
          <a:bodyPr wrap="square" lIns="0" tIns="0" rIns="0" bIns="0" rtlCol="0" anchor="ctr"/>
          <a:lstStyle/>
          <a:p>
            <a:pPr indent="0" marL="0">
              <a:buNone/>
            </a:pPr>
            <a:r>
              <a:rPr lang="en-US" sz="1800" b="1" dirty="0">
                <a:solidFill>
                  <a:schemeClr val="bg1"/>
                </a:solidFill>
              </a:rPr>
              <a:t>Governu no doadór fiar númeru RbR bainhira dadus kada kazu loos.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Evita kazu rejista dala rua</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15:30</a:t>
            </a:r>
            <a:endParaRPr lang="en-US" sz="1200" dirty="0"/>
          </a:p>
        </p:txBody>
      </p:sp>
      <p:sp>
        <p:nvSpPr>
          <p:cNvPr id="5" name="gk-0"/>
          <p:cNvSpPr/>
          <p:nvPr/>
        </p:nvSpPr>
        <p:spPr>
          <a:xfrm>
            <a:off x="548640" y="1417320"/>
            <a:ext cx="3545738" cy="2194560"/>
          </a:xfrm>
          <a:prstGeom prst="roundRect">
            <a:avLst>
              <a:gd name="adj" fmla="val 5000"/>
            </a:avLst>
          </a:prstGeom>
          <a:solidFill>
            <a:schemeClr val="bg2"/>
          </a:solidFill>
          <a:ln w="12700">
            <a:solidFill>
              <a:schemeClr val="bg2"/>
            </a:solidFill>
            <a:prstDash val="solid"/>
          </a:ln>
        </p:spPr>
      </p:sp>
      <p:sp>
        <p:nvSpPr>
          <p:cNvPr id="6" name="gk-ik-0-sirkulu"/>
          <p:cNvSpPr/>
          <p:nvPr/>
        </p:nvSpPr>
        <p:spPr>
          <a:xfrm>
            <a:off x="777240" y="1673352"/>
            <a:ext cx="777240" cy="777240"/>
          </a:xfrm>
          <a:prstGeom prst="ellipse">
            <a:avLst/>
          </a:prstGeom>
          <a:solidFill>
            <a:schemeClr val="accent1"/>
          </a:solidFill>
          <a:ln w="12700">
            <a:solidFill>
              <a:schemeClr val="accent1"/>
            </a:solidFill>
            <a:prstDash val="solid"/>
          </a:ln>
        </p:spPr>
      </p:sp>
      <p:pic>
        <p:nvPicPr>
          <p:cNvPr id="7" name="gk-ik-0-ikone" descr="preencoded.png">    </p:cNvPr>
          <p:cNvPicPr>
            <a:picLocks noChangeAspect="1"/>
          </p:cNvPicPr>
          <p:nvPr/>
        </p:nvPicPr>
        <p:blipFill>
          <a:blip r:embed="rId1"/>
          <a:stretch>
            <a:fillRect/>
          </a:stretch>
        </p:blipFill>
        <p:spPr>
          <a:xfrm>
            <a:off x="963778" y="1859890"/>
            <a:ext cx="404165" cy="404165"/>
          </a:xfrm>
          <a:prstGeom prst="rect">
            <a:avLst/>
          </a:prstGeom>
        </p:spPr>
      </p:pic>
      <p:sp>
        <p:nvSpPr>
          <p:cNvPr id="8" name="Text 5"/>
          <p:cNvSpPr txBox="1"/>
          <p:nvPr/>
        </p:nvSpPr>
        <p:spPr>
          <a:xfrm>
            <a:off x="1737360"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Buka uluk</a:t>
            </a:r>
            <a:endParaRPr lang="en-US" sz="1700" dirty="0"/>
          </a:p>
        </p:txBody>
      </p:sp>
      <p:sp>
        <p:nvSpPr>
          <p:cNvPr id="9" name="Text 6"/>
          <p:cNvSpPr txBox="1"/>
          <p:nvPr/>
        </p:nvSpPr>
        <p:spPr>
          <a:xfrm>
            <a:off x="777240"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Antes rejista: haree lista server ka husu Admin/kolega se kazu iha ona.</a:t>
            </a:r>
            <a:endParaRPr lang="en-US" sz="1400" dirty="0"/>
          </a:p>
        </p:txBody>
      </p:sp>
      <p:sp>
        <p:nvSpPr>
          <p:cNvPr id="10" name="gk-1"/>
          <p:cNvSpPr/>
          <p:nvPr/>
        </p:nvSpPr>
        <p:spPr>
          <a:xfrm>
            <a:off x="4322978" y="1417320"/>
            <a:ext cx="3545738" cy="2194560"/>
          </a:xfrm>
          <a:prstGeom prst="roundRect">
            <a:avLst>
              <a:gd name="adj" fmla="val 5000"/>
            </a:avLst>
          </a:prstGeom>
          <a:solidFill>
            <a:schemeClr val="bg2"/>
          </a:solidFill>
          <a:ln w="12700">
            <a:solidFill>
              <a:schemeClr val="bg2"/>
            </a:solidFill>
            <a:prstDash val="solid"/>
          </a:ln>
        </p:spPr>
      </p:sp>
      <p:sp>
        <p:nvSpPr>
          <p:cNvPr id="11" name="gk-ik-1-sirkulu"/>
          <p:cNvSpPr/>
          <p:nvPr/>
        </p:nvSpPr>
        <p:spPr>
          <a:xfrm>
            <a:off x="4551578" y="1673352"/>
            <a:ext cx="777240" cy="777240"/>
          </a:xfrm>
          <a:prstGeom prst="ellipse">
            <a:avLst/>
          </a:prstGeom>
          <a:solidFill>
            <a:schemeClr val="accent5"/>
          </a:solidFill>
          <a:ln w="12700">
            <a:solidFill>
              <a:schemeClr val="accent5"/>
            </a:solidFill>
            <a:prstDash val="solid"/>
          </a:ln>
        </p:spPr>
      </p:sp>
      <p:pic>
        <p:nvPicPr>
          <p:cNvPr id="12" name="gk-ik-1-ikone" descr="preencoded.png">    </p:cNvPr>
          <p:cNvPicPr>
            <a:picLocks noChangeAspect="1"/>
          </p:cNvPicPr>
          <p:nvPr/>
        </p:nvPicPr>
        <p:blipFill>
          <a:blip r:embed="rId2"/>
          <a:stretch>
            <a:fillRect/>
          </a:stretch>
        </p:blipFill>
        <p:spPr>
          <a:xfrm>
            <a:off x="4738116" y="1859890"/>
            <a:ext cx="404165" cy="404165"/>
          </a:xfrm>
          <a:prstGeom prst="rect">
            <a:avLst/>
          </a:prstGeom>
        </p:spPr>
      </p:pic>
      <p:sp>
        <p:nvSpPr>
          <p:cNvPr id="13" name="Text 9"/>
          <p:cNvSpPr txBox="1"/>
          <p:nvPr/>
        </p:nvSpPr>
        <p:spPr>
          <a:xfrm>
            <a:off x="5511698"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Hakerek ID HP</a:t>
            </a:r>
            <a:endParaRPr lang="en-US" sz="1700" dirty="0"/>
          </a:p>
        </p:txBody>
      </p:sp>
      <p:sp>
        <p:nvSpPr>
          <p:cNvPr id="14" name="Text 10"/>
          <p:cNvSpPr txBox="1"/>
          <p:nvPr/>
        </p:nvSpPr>
        <p:spPr>
          <a:xfrm>
            <a:off x="4551578"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Rai ID HP iha livru notas; uza ID ne'e bainhira ko'alia ho Admin.</a:t>
            </a:r>
            <a:endParaRPr lang="en-US" sz="1400" dirty="0"/>
          </a:p>
        </p:txBody>
      </p:sp>
      <p:sp>
        <p:nvSpPr>
          <p:cNvPr id="15" name="gk-2"/>
          <p:cNvSpPr/>
          <p:nvPr/>
        </p:nvSpPr>
        <p:spPr>
          <a:xfrm>
            <a:off x="8097317" y="1417320"/>
            <a:ext cx="3545738" cy="2194560"/>
          </a:xfrm>
          <a:prstGeom prst="roundRect">
            <a:avLst>
              <a:gd name="adj" fmla="val 5000"/>
            </a:avLst>
          </a:prstGeom>
          <a:solidFill>
            <a:schemeClr val="bg2"/>
          </a:solidFill>
          <a:ln w="12700">
            <a:solidFill>
              <a:schemeClr val="bg2"/>
            </a:solidFill>
            <a:prstDash val="solid"/>
          </a:ln>
        </p:spPr>
      </p:sp>
      <p:sp>
        <p:nvSpPr>
          <p:cNvPr id="16" name="gk-ik-2-sirkulu"/>
          <p:cNvSpPr/>
          <p:nvPr/>
        </p:nvSpPr>
        <p:spPr>
          <a:xfrm>
            <a:off x="8325917" y="1673352"/>
            <a:ext cx="777240" cy="777240"/>
          </a:xfrm>
          <a:prstGeom prst="ellipse">
            <a:avLst/>
          </a:prstGeom>
          <a:solidFill>
            <a:schemeClr val="accent6"/>
          </a:solidFill>
          <a:ln w="12700">
            <a:solidFill>
              <a:schemeClr val="accent6"/>
            </a:solidFill>
            <a:prstDash val="solid"/>
          </a:ln>
        </p:spPr>
      </p:sp>
      <p:pic>
        <p:nvPicPr>
          <p:cNvPr id="17" name="gk-ik-2-ikone" descr="preencoded.png">    </p:cNvPr>
          <p:cNvPicPr>
            <a:picLocks noChangeAspect="1"/>
          </p:cNvPicPr>
          <p:nvPr/>
        </p:nvPicPr>
        <p:blipFill>
          <a:blip r:embed="rId3"/>
          <a:stretch>
            <a:fillRect/>
          </a:stretch>
        </p:blipFill>
        <p:spPr>
          <a:xfrm>
            <a:off x="8512454" y="1859890"/>
            <a:ext cx="404165" cy="404165"/>
          </a:xfrm>
          <a:prstGeom prst="rect">
            <a:avLst/>
          </a:prstGeom>
        </p:spPr>
      </p:pic>
      <p:sp>
        <p:nvSpPr>
          <p:cNvPr id="18" name="Text 13"/>
          <p:cNvSpPr txBox="1"/>
          <p:nvPr/>
        </p:nvSpPr>
        <p:spPr>
          <a:xfrm>
            <a:off x="9286037" y="160020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Ko'alia ho kolega</a:t>
            </a:r>
            <a:endParaRPr lang="en-US" sz="1700" dirty="0"/>
          </a:p>
        </p:txBody>
      </p:sp>
      <p:sp>
        <p:nvSpPr>
          <p:cNvPr id="19" name="Text 14"/>
          <p:cNvSpPr txBox="1"/>
          <p:nvPr/>
        </p:nvSpPr>
        <p:spPr>
          <a:xfrm>
            <a:off x="8325917" y="2514600"/>
            <a:ext cx="3134258" cy="1005840"/>
          </a:xfrm>
          <a:prstGeom prst="rect">
            <a:avLst/>
          </a:prstGeom>
          <a:noFill/>
          <a:ln/>
        </p:spPr>
        <p:txBody>
          <a:bodyPr wrap="square" lIns="0" tIns="0" rIns="0" bIns="0" rtlCol="0" anchor="t"/>
          <a:lstStyle/>
          <a:p>
            <a:pPr indent="0" marL="0">
              <a:buNone/>
            </a:pPr>
            <a:r>
              <a:rPr lang="en-US" sz="1400" dirty="0">
                <a:solidFill>
                  <a:schemeClr val="tx1"/>
                </a:solidFill>
              </a:rPr>
              <a:t>Investigadór rua ba fatin hanesan? Deside sé mak rejista.</a:t>
            </a:r>
            <a:endParaRPr lang="en-US" sz="1400" dirty="0"/>
          </a:p>
        </p:txBody>
      </p:sp>
      <p:sp>
        <p:nvSpPr>
          <p:cNvPr id="20" name="gk-3"/>
          <p:cNvSpPr/>
          <p:nvPr/>
        </p:nvSpPr>
        <p:spPr>
          <a:xfrm>
            <a:off x="548640" y="3794760"/>
            <a:ext cx="3545738" cy="2194560"/>
          </a:xfrm>
          <a:prstGeom prst="roundRect">
            <a:avLst>
              <a:gd name="adj" fmla="val 5000"/>
            </a:avLst>
          </a:prstGeom>
          <a:solidFill>
            <a:schemeClr val="bg2"/>
          </a:solidFill>
          <a:ln w="12700">
            <a:solidFill>
              <a:schemeClr val="bg2"/>
            </a:solidFill>
            <a:prstDash val="solid"/>
          </a:ln>
        </p:spPr>
      </p:sp>
      <p:sp>
        <p:nvSpPr>
          <p:cNvPr id="21" name="gk-ik-3-sirkulu"/>
          <p:cNvSpPr/>
          <p:nvPr/>
        </p:nvSpPr>
        <p:spPr>
          <a:xfrm>
            <a:off x="777240" y="4050792"/>
            <a:ext cx="777240" cy="777240"/>
          </a:xfrm>
          <a:prstGeom prst="ellipse">
            <a:avLst/>
          </a:prstGeom>
          <a:solidFill>
            <a:schemeClr val="accent3"/>
          </a:solidFill>
          <a:ln w="12700">
            <a:solidFill>
              <a:schemeClr val="accent3"/>
            </a:solidFill>
            <a:prstDash val="solid"/>
          </a:ln>
        </p:spPr>
      </p:sp>
      <p:pic>
        <p:nvPicPr>
          <p:cNvPr id="22" name="gk-ik-3-ikone" descr="preencoded.png">    </p:cNvPr>
          <p:cNvPicPr>
            <a:picLocks noChangeAspect="1"/>
          </p:cNvPicPr>
          <p:nvPr/>
        </p:nvPicPr>
        <p:blipFill>
          <a:blip r:embed="rId4"/>
          <a:stretch>
            <a:fillRect/>
          </a:stretch>
        </p:blipFill>
        <p:spPr>
          <a:xfrm>
            <a:off x="963778" y="4237330"/>
            <a:ext cx="404165" cy="404165"/>
          </a:xfrm>
          <a:prstGeom prst="rect">
            <a:avLst/>
          </a:prstGeom>
        </p:spPr>
      </p:pic>
      <p:sp>
        <p:nvSpPr>
          <p:cNvPr id="23" name="Text 17"/>
          <p:cNvSpPr txBox="1"/>
          <p:nvPr/>
        </p:nvSpPr>
        <p:spPr>
          <a:xfrm>
            <a:off x="1737360"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Avizu duplikadu</a:t>
            </a:r>
            <a:endParaRPr lang="en-US" sz="1700" dirty="0"/>
          </a:p>
        </p:txBody>
      </p:sp>
      <p:sp>
        <p:nvSpPr>
          <p:cNvPr id="24" name="Text 18"/>
          <p:cNvSpPr txBox="1"/>
          <p:nvPr/>
        </p:nvSpPr>
        <p:spPr>
          <a:xfrm>
            <a:off x="777240"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App hatudu "bele duplikadu" → informa Admin. La'ós sala, maibé tenke verifika.</a:t>
            </a:r>
            <a:endParaRPr lang="en-US" sz="1400" dirty="0"/>
          </a:p>
        </p:txBody>
      </p:sp>
      <p:sp>
        <p:nvSpPr>
          <p:cNvPr id="25" name="gk-4"/>
          <p:cNvSpPr/>
          <p:nvPr/>
        </p:nvSpPr>
        <p:spPr>
          <a:xfrm>
            <a:off x="4322978" y="3794760"/>
            <a:ext cx="3545738" cy="2194560"/>
          </a:xfrm>
          <a:prstGeom prst="roundRect">
            <a:avLst>
              <a:gd name="adj" fmla="val 5000"/>
            </a:avLst>
          </a:prstGeom>
          <a:solidFill>
            <a:schemeClr val="bg2"/>
          </a:solidFill>
          <a:ln w="12700">
            <a:solidFill>
              <a:schemeClr val="bg2"/>
            </a:solidFill>
            <a:prstDash val="solid"/>
          </a:ln>
        </p:spPr>
      </p:sp>
      <p:sp>
        <p:nvSpPr>
          <p:cNvPr id="26" name="gk-ik-4-sirkulu"/>
          <p:cNvSpPr/>
          <p:nvPr/>
        </p:nvSpPr>
        <p:spPr>
          <a:xfrm>
            <a:off x="4551578" y="4050792"/>
            <a:ext cx="777240" cy="777240"/>
          </a:xfrm>
          <a:prstGeom prst="ellipse">
            <a:avLst/>
          </a:prstGeom>
          <a:solidFill>
            <a:schemeClr val="accent4"/>
          </a:solidFill>
          <a:ln w="12700">
            <a:solidFill>
              <a:schemeClr val="accent4"/>
            </a:solidFill>
            <a:prstDash val="solid"/>
          </a:ln>
        </p:spPr>
      </p:sp>
      <p:pic>
        <p:nvPicPr>
          <p:cNvPr id="27" name="gk-ik-4-ikone" descr="preencoded.png">    </p:cNvPr>
          <p:cNvPicPr>
            <a:picLocks noChangeAspect="1"/>
          </p:cNvPicPr>
          <p:nvPr/>
        </p:nvPicPr>
        <p:blipFill>
          <a:blip r:embed="rId5"/>
          <a:stretch>
            <a:fillRect/>
          </a:stretch>
        </p:blipFill>
        <p:spPr>
          <a:xfrm>
            <a:off x="4738116" y="4237330"/>
            <a:ext cx="404165" cy="404165"/>
          </a:xfrm>
          <a:prstGeom prst="rect">
            <a:avLst/>
          </a:prstGeom>
        </p:spPr>
      </p:pic>
      <p:sp>
        <p:nvSpPr>
          <p:cNvPr id="28" name="Text 21"/>
          <p:cNvSpPr txBox="1"/>
          <p:nvPr/>
        </p:nvSpPr>
        <p:spPr>
          <a:xfrm>
            <a:off x="5511698"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Follow-up ≠ kazu foun</a:t>
            </a:r>
            <a:endParaRPr lang="en-US" sz="1700" dirty="0"/>
          </a:p>
        </p:txBody>
      </p:sp>
      <p:sp>
        <p:nvSpPr>
          <p:cNvPr id="29" name="Text 22"/>
          <p:cNvSpPr txBox="1"/>
          <p:nvPr/>
        </p:nvSpPr>
        <p:spPr>
          <a:xfrm>
            <a:off x="4551578"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Kazu tuan iha dezenvolvimentu foun? Uza Follow-up, la'ós Kazu Foun.</a:t>
            </a:r>
            <a:endParaRPr lang="en-US" sz="1400" dirty="0"/>
          </a:p>
        </p:txBody>
      </p:sp>
      <p:sp>
        <p:nvSpPr>
          <p:cNvPr id="30" name="gk-5"/>
          <p:cNvSpPr/>
          <p:nvPr/>
        </p:nvSpPr>
        <p:spPr>
          <a:xfrm>
            <a:off x="8097317" y="3794760"/>
            <a:ext cx="3545738" cy="2194560"/>
          </a:xfrm>
          <a:prstGeom prst="roundRect">
            <a:avLst>
              <a:gd name="adj" fmla="val 5000"/>
            </a:avLst>
          </a:prstGeom>
          <a:solidFill>
            <a:schemeClr val="bg2"/>
          </a:solidFill>
          <a:ln w="12700">
            <a:solidFill>
              <a:schemeClr val="bg2"/>
            </a:solidFill>
            <a:prstDash val="solid"/>
          </a:ln>
        </p:spPr>
      </p:sp>
      <p:sp>
        <p:nvSpPr>
          <p:cNvPr id="31" name="gk-ik-5-sirkulu"/>
          <p:cNvSpPr/>
          <p:nvPr/>
        </p:nvSpPr>
        <p:spPr>
          <a:xfrm>
            <a:off x="8325917" y="4050792"/>
            <a:ext cx="777240" cy="777240"/>
          </a:xfrm>
          <a:prstGeom prst="ellipse">
            <a:avLst/>
          </a:prstGeom>
          <a:solidFill>
            <a:schemeClr val="tx2"/>
          </a:solidFill>
          <a:ln w="12700">
            <a:solidFill>
              <a:schemeClr val="tx2"/>
            </a:solidFill>
            <a:prstDash val="solid"/>
          </a:ln>
        </p:spPr>
      </p:sp>
      <p:pic>
        <p:nvPicPr>
          <p:cNvPr id="32" name="gk-ik-5-ikone" descr="preencoded.png">    </p:cNvPr>
          <p:cNvPicPr>
            <a:picLocks noChangeAspect="1"/>
          </p:cNvPicPr>
          <p:nvPr/>
        </p:nvPicPr>
        <p:blipFill>
          <a:blip r:embed="rId6"/>
          <a:stretch>
            <a:fillRect/>
          </a:stretch>
        </p:blipFill>
        <p:spPr>
          <a:xfrm>
            <a:off x="8512454" y="4237330"/>
            <a:ext cx="404165" cy="404165"/>
          </a:xfrm>
          <a:prstGeom prst="rect">
            <a:avLst/>
          </a:prstGeom>
        </p:spPr>
      </p:pic>
      <p:sp>
        <p:nvSpPr>
          <p:cNvPr id="33" name="Text 25"/>
          <p:cNvSpPr txBox="1"/>
          <p:nvPr/>
        </p:nvSpPr>
        <p:spPr>
          <a:xfrm>
            <a:off x="9286037" y="3977640"/>
            <a:ext cx="2219858" cy="868680"/>
          </a:xfrm>
          <a:prstGeom prst="rect">
            <a:avLst/>
          </a:prstGeom>
          <a:noFill/>
          <a:ln/>
        </p:spPr>
        <p:txBody>
          <a:bodyPr wrap="square" lIns="0" tIns="0" rIns="0" bIns="0" rtlCol="0" anchor="ctr"/>
          <a:lstStyle/>
          <a:p>
            <a:pPr indent="0" marL="0">
              <a:buNone/>
            </a:pPr>
            <a:r>
              <a:rPr lang="en-US" sz="1700" b="1" dirty="0">
                <a:solidFill>
                  <a:schemeClr val="tx2"/>
                </a:solidFill>
              </a:rPr>
              <a:t>Tanba sá importante</a:t>
            </a:r>
            <a:endParaRPr lang="en-US" sz="1700" dirty="0"/>
          </a:p>
        </p:txBody>
      </p:sp>
      <p:sp>
        <p:nvSpPr>
          <p:cNvPr id="34" name="Text 26"/>
          <p:cNvSpPr txBox="1"/>
          <p:nvPr/>
        </p:nvSpPr>
        <p:spPr>
          <a:xfrm>
            <a:off x="8325917" y="4892040"/>
            <a:ext cx="3134258" cy="1005840"/>
          </a:xfrm>
          <a:prstGeom prst="rect">
            <a:avLst/>
          </a:prstGeom>
          <a:noFill/>
          <a:ln/>
        </p:spPr>
        <p:txBody>
          <a:bodyPr wrap="square" lIns="0" tIns="0" rIns="0" bIns="0" rtlCol="0" anchor="t"/>
          <a:lstStyle/>
          <a:p>
            <a:pPr indent="0" marL="0">
              <a:buNone/>
            </a:pPr>
            <a:r>
              <a:rPr lang="en-US" sz="1400" dirty="0">
                <a:solidFill>
                  <a:schemeClr val="tx1"/>
                </a:solidFill>
              </a:rPr>
              <a:t>Kazu dala rua = númeru sala = advokasia fraku.</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Étika no seguransa</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Ema afetadu mak primeiru</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05</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15:35 – 15:43</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Étika iha terrenu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15:35</a:t>
            </a:r>
            <a:endParaRPr lang="en-US" sz="1200" dirty="0"/>
          </a:p>
        </p:txBody>
      </p:sp>
      <p:sp>
        <p:nvSpPr>
          <p:cNvPr id="5" name="gk-0"/>
          <p:cNvSpPr/>
          <p:nvPr/>
        </p:nvSpPr>
        <p:spPr>
          <a:xfrm>
            <a:off x="548640" y="1417320"/>
            <a:ext cx="5432908" cy="2194560"/>
          </a:xfrm>
          <a:prstGeom prst="roundRect">
            <a:avLst>
              <a:gd name="adj" fmla="val 5000"/>
            </a:avLst>
          </a:prstGeom>
          <a:solidFill>
            <a:schemeClr val="bg2"/>
          </a:solidFill>
          <a:ln w="12700">
            <a:solidFill>
              <a:schemeClr val="bg2"/>
            </a:solidFill>
            <a:prstDash val="solid"/>
          </a:ln>
        </p:spPr>
      </p:sp>
      <p:sp>
        <p:nvSpPr>
          <p:cNvPr id="6" name="gk-ik-0-sirkulu"/>
          <p:cNvSpPr/>
          <p:nvPr/>
        </p:nvSpPr>
        <p:spPr>
          <a:xfrm>
            <a:off x="777240" y="1673352"/>
            <a:ext cx="777240" cy="777240"/>
          </a:xfrm>
          <a:prstGeom prst="ellipse">
            <a:avLst/>
          </a:prstGeom>
          <a:solidFill>
            <a:schemeClr val="accent1"/>
          </a:solidFill>
          <a:ln w="12700">
            <a:solidFill>
              <a:schemeClr val="accent1"/>
            </a:solidFill>
            <a:prstDash val="solid"/>
          </a:ln>
        </p:spPr>
      </p:sp>
      <p:pic>
        <p:nvPicPr>
          <p:cNvPr id="7" name="gk-ik-0-ikone" descr="preencoded.png">    </p:cNvPr>
          <p:cNvPicPr>
            <a:picLocks noChangeAspect="1"/>
          </p:cNvPicPr>
          <p:nvPr/>
        </p:nvPicPr>
        <p:blipFill>
          <a:blip r:embed="rId1"/>
          <a:stretch>
            <a:fillRect/>
          </a:stretch>
        </p:blipFill>
        <p:spPr>
          <a:xfrm>
            <a:off x="963778" y="1859890"/>
            <a:ext cx="404165" cy="404165"/>
          </a:xfrm>
          <a:prstGeom prst="rect">
            <a:avLst/>
          </a:prstGeom>
        </p:spPr>
      </p:pic>
      <p:sp>
        <p:nvSpPr>
          <p:cNvPr id="8" name="Text 5"/>
          <p:cNvSpPr txBox="1"/>
          <p:nvPr/>
        </p:nvSpPr>
        <p:spPr>
          <a:xfrm>
            <a:off x="1737360" y="1600200"/>
            <a:ext cx="4107028" cy="868680"/>
          </a:xfrm>
          <a:prstGeom prst="rect">
            <a:avLst/>
          </a:prstGeom>
          <a:noFill/>
          <a:ln/>
        </p:spPr>
        <p:txBody>
          <a:bodyPr wrap="square" lIns="0" tIns="0" rIns="0" bIns="0" rtlCol="0" anchor="ctr"/>
          <a:lstStyle/>
          <a:p>
            <a:pPr indent="0" marL="0">
              <a:buNone/>
            </a:pPr>
            <a:r>
              <a:rPr lang="en-US" sz="1700" b="1" dirty="0">
                <a:solidFill>
                  <a:schemeClr val="tx2"/>
                </a:solidFill>
              </a:rPr>
              <a:t>Konsentimentu loos</a:t>
            </a:r>
            <a:endParaRPr lang="en-US" sz="1700" dirty="0"/>
          </a:p>
        </p:txBody>
      </p:sp>
      <p:sp>
        <p:nvSpPr>
          <p:cNvPr id="9" name="Text 6"/>
          <p:cNvSpPr txBox="1"/>
          <p:nvPr/>
        </p:nvSpPr>
        <p:spPr>
          <a:xfrm>
            <a:off x="777240" y="2514600"/>
            <a:ext cx="5021428" cy="1005840"/>
          </a:xfrm>
          <a:prstGeom prst="rect">
            <a:avLst/>
          </a:prstGeom>
          <a:noFill/>
          <a:ln/>
        </p:spPr>
        <p:txBody>
          <a:bodyPr wrap="square" lIns="0" tIns="0" rIns="0" bIns="0" rtlCol="0" anchor="t"/>
          <a:lstStyle/>
          <a:p>
            <a:pPr indent="0" marL="0">
              <a:buNone/>
            </a:pPr>
            <a:r>
              <a:rPr lang="en-US" sz="1500" dirty="0">
                <a:solidFill>
                  <a:schemeClr val="tx1"/>
                </a:solidFill>
              </a:rPr>
              <a:t>Esplika objetivu ho lian simples. Ema bele dehan "lae".</a:t>
            </a:r>
            <a:endParaRPr lang="en-US" sz="1500" dirty="0"/>
          </a:p>
        </p:txBody>
      </p:sp>
      <p:sp>
        <p:nvSpPr>
          <p:cNvPr id="10" name="gk-1"/>
          <p:cNvSpPr/>
          <p:nvPr/>
        </p:nvSpPr>
        <p:spPr>
          <a:xfrm>
            <a:off x="6210148" y="1417320"/>
            <a:ext cx="5432908" cy="2194560"/>
          </a:xfrm>
          <a:prstGeom prst="roundRect">
            <a:avLst>
              <a:gd name="adj" fmla="val 5000"/>
            </a:avLst>
          </a:prstGeom>
          <a:solidFill>
            <a:schemeClr val="bg2"/>
          </a:solidFill>
          <a:ln w="12700">
            <a:solidFill>
              <a:schemeClr val="bg2"/>
            </a:solidFill>
            <a:prstDash val="solid"/>
          </a:ln>
        </p:spPr>
      </p:sp>
      <p:sp>
        <p:nvSpPr>
          <p:cNvPr id="11" name="gk-ik-1-sirkulu"/>
          <p:cNvSpPr/>
          <p:nvPr/>
        </p:nvSpPr>
        <p:spPr>
          <a:xfrm>
            <a:off x="6438748" y="1673352"/>
            <a:ext cx="777240" cy="777240"/>
          </a:xfrm>
          <a:prstGeom prst="ellipse">
            <a:avLst/>
          </a:prstGeom>
          <a:solidFill>
            <a:schemeClr val="accent4"/>
          </a:solidFill>
          <a:ln w="12700">
            <a:solidFill>
              <a:schemeClr val="accent4"/>
            </a:solidFill>
            <a:prstDash val="solid"/>
          </a:ln>
        </p:spPr>
      </p:sp>
      <p:pic>
        <p:nvPicPr>
          <p:cNvPr id="12" name="gk-ik-1-ikone" descr="preencoded.png">    </p:cNvPr>
          <p:cNvPicPr>
            <a:picLocks noChangeAspect="1"/>
          </p:cNvPicPr>
          <p:nvPr/>
        </p:nvPicPr>
        <p:blipFill>
          <a:blip r:embed="rId2"/>
          <a:stretch>
            <a:fillRect/>
          </a:stretch>
        </p:blipFill>
        <p:spPr>
          <a:xfrm>
            <a:off x="6625285" y="1859890"/>
            <a:ext cx="404165" cy="404165"/>
          </a:xfrm>
          <a:prstGeom prst="rect">
            <a:avLst/>
          </a:prstGeom>
        </p:spPr>
      </p:pic>
      <p:sp>
        <p:nvSpPr>
          <p:cNvPr id="13" name="Text 9"/>
          <p:cNvSpPr txBox="1"/>
          <p:nvPr/>
        </p:nvSpPr>
        <p:spPr>
          <a:xfrm>
            <a:off x="7398868" y="1600200"/>
            <a:ext cx="4107028" cy="868680"/>
          </a:xfrm>
          <a:prstGeom prst="rect">
            <a:avLst/>
          </a:prstGeom>
          <a:noFill/>
          <a:ln/>
        </p:spPr>
        <p:txBody>
          <a:bodyPr wrap="square" lIns="0" tIns="0" rIns="0" bIns="0" rtlCol="0" anchor="ctr"/>
          <a:lstStyle/>
          <a:p>
            <a:pPr indent="0" marL="0">
              <a:buNone/>
            </a:pPr>
            <a:r>
              <a:rPr lang="en-US" sz="1700" b="1" dirty="0">
                <a:solidFill>
                  <a:schemeClr val="tx2"/>
                </a:solidFill>
              </a:rPr>
              <a:t>La promete</a:t>
            </a:r>
            <a:endParaRPr lang="en-US" sz="1700" dirty="0"/>
          </a:p>
        </p:txBody>
      </p:sp>
      <p:sp>
        <p:nvSpPr>
          <p:cNvPr id="14" name="Text 10"/>
          <p:cNvSpPr txBox="1"/>
          <p:nvPr/>
        </p:nvSpPr>
        <p:spPr>
          <a:xfrm>
            <a:off x="6438748" y="2514600"/>
            <a:ext cx="5021428" cy="1005840"/>
          </a:xfrm>
          <a:prstGeom prst="rect">
            <a:avLst/>
          </a:prstGeom>
          <a:noFill/>
          <a:ln/>
        </p:spPr>
        <p:txBody>
          <a:bodyPr wrap="square" lIns="0" tIns="0" rIns="0" bIns="0" rtlCol="0" anchor="t"/>
          <a:lstStyle/>
          <a:p>
            <a:pPr indent="0" marL="0">
              <a:buNone/>
            </a:pPr>
            <a:r>
              <a:rPr lang="en-US" sz="1500" dirty="0">
                <a:solidFill>
                  <a:schemeClr val="tx1"/>
                </a:solidFill>
              </a:rPr>
              <a:t>Keta promete rai ka osan. Dehan buat ne'ebé RbR bele halo.</a:t>
            </a:r>
            <a:endParaRPr lang="en-US" sz="1500" dirty="0"/>
          </a:p>
        </p:txBody>
      </p:sp>
      <p:sp>
        <p:nvSpPr>
          <p:cNvPr id="15" name="gk-2"/>
          <p:cNvSpPr/>
          <p:nvPr/>
        </p:nvSpPr>
        <p:spPr>
          <a:xfrm>
            <a:off x="548640" y="3794760"/>
            <a:ext cx="5432908" cy="2194560"/>
          </a:xfrm>
          <a:prstGeom prst="roundRect">
            <a:avLst>
              <a:gd name="adj" fmla="val 5000"/>
            </a:avLst>
          </a:prstGeom>
          <a:solidFill>
            <a:schemeClr val="bg2"/>
          </a:solidFill>
          <a:ln w="12700">
            <a:solidFill>
              <a:schemeClr val="bg2"/>
            </a:solidFill>
            <a:prstDash val="solid"/>
          </a:ln>
        </p:spPr>
      </p:sp>
      <p:sp>
        <p:nvSpPr>
          <p:cNvPr id="16" name="gk-ik-2-sirkulu"/>
          <p:cNvSpPr/>
          <p:nvPr/>
        </p:nvSpPr>
        <p:spPr>
          <a:xfrm>
            <a:off x="777240" y="4050792"/>
            <a:ext cx="777240" cy="777240"/>
          </a:xfrm>
          <a:prstGeom prst="ellipse">
            <a:avLst/>
          </a:prstGeom>
          <a:solidFill>
            <a:schemeClr val="accent3"/>
          </a:solidFill>
          <a:ln w="12700">
            <a:solidFill>
              <a:schemeClr val="accent3"/>
            </a:solidFill>
            <a:prstDash val="solid"/>
          </a:ln>
        </p:spPr>
      </p:sp>
      <p:pic>
        <p:nvPicPr>
          <p:cNvPr id="17" name="gk-ik-2-ikone" descr="preencoded.png">    </p:cNvPr>
          <p:cNvPicPr>
            <a:picLocks noChangeAspect="1"/>
          </p:cNvPicPr>
          <p:nvPr/>
        </p:nvPicPr>
        <p:blipFill>
          <a:blip r:embed="rId3"/>
          <a:stretch>
            <a:fillRect/>
          </a:stretch>
        </p:blipFill>
        <p:spPr>
          <a:xfrm>
            <a:off x="963778" y="4237330"/>
            <a:ext cx="404165" cy="404165"/>
          </a:xfrm>
          <a:prstGeom prst="rect">
            <a:avLst/>
          </a:prstGeom>
        </p:spPr>
      </p:pic>
      <p:sp>
        <p:nvSpPr>
          <p:cNvPr id="18" name="Text 13"/>
          <p:cNvSpPr txBox="1"/>
          <p:nvPr/>
        </p:nvSpPr>
        <p:spPr>
          <a:xfrm>
            <a:off x="1737360" y="3977640"/>
            <a:ext cx="4107028" cy="868680"/>
          </a:xfrm>
          <a:prstGeom prst="rect">
            <a:avLst/>
          </a:prstGeom>
          <a:noFill/>
          <a:ln/>
        </p:spPr>
        <p:txBody>
          <a:bodyPr wrap="square" lIns="0" tIns="0" rIns="0" bIns="0" rtlCol="0" anchor="ctr"/>
          <a:lstStyle/>
          <a:p>
            <a:pPr indent="0" marL="0">
              <a:buNone/>
            </a:pPr>
            <a:r>
              <a:rPr lang="en-US" sz="1700" b="1" dirty="0">
                <a:solidFill>
                  <a:schemeClr val="tx2"/>
                </a:solidFill>
              </a:rPr>
              <a:t>Proteje vulnerável</a:t>
            </a:r>
            <a:endParaRPr lang="en-US" sz="1700" dirty="0"/>
          </a:p>
        </p:txBody>
      </p:sp>
      <p:sp>
        <p:nvSpPr>
          <p:cNvPr id="19" name="Text 14"/>
          <p:cNvSpPr txBox="1"/>
          <p:nvPr/>
        </p:nvSpPr>
        <p:spPr>
          <a:xfrm>
            <a:off x="777240" y="4892040"/>
            <a:ext cx="5021428" cy="1005840"/>
          </a:xfrm>
          <a:prstGeom prst="rect">
            <a:avLst/>
          </a:prstGeom>
          <a:noFill/>
          <a:ln/>
        </p:spPr>
        <p:txBody>
          <a:bodyPr wrap="square" lIns="0" tIns="0" rIns="0" bIns="0" rtlCol="0" anchor="t"/>
          <a:lstStyle/>
          <a:p>
            <a:pPr indent="0" marL="0">
              <a:buNone/>
            </a:pPr>
            <a:r>
              <a:rPr lang="en-US" sz="1500" dirty="0">
                <a:solidFill>
                  <a:schemeClr val="tx1"/>
                </a:solidFill>
              </a:rPr>
              <a:t>Labarik, feto, ferik-katuas: foto ho kuidadu.</a:t>
            </a:r>
            <a:endParaRPr lang="en-US" sz="1500" dirty="0"/>
          </a:p>
        </p:txBody>
      </p:sp>
      <p:sp>
        <p:nvSpPr>
          <p:cNvPr id="20" name="gk-3"/>
          <p:cNvSpPr/>
          <p:nvPr/>
        </p:nvSpPr>
        <p:spPr>
          <a:xfrm>
            <a:off x="6210148" y="3794760"/>
            <a:ext cx="5432908" cy="2194560"/>
          </a:xfrm>
          <a:prstGeom prst="roundRect">
            <a:avLst>
              <a:gd name="adj" fmla="val 5000"/>
            </a:avLst>
          </a:prstGeom>
          <a:solidFill>
            <a:schemeClr val="bg2"/>
          </a:solidFill>
          <a:ln w="12700">
            <a:solidFill>
              <a:schemeClr val="bg2"/>
            </a:solidFill>
            <a:prstDash val="solid"/>
          </a:ln>
        </p:spPr>
      </p:sp>
      <p:sp>
        <p:nvSpPr>
          <p:cNvPr id="21" name="gk-ik-3-sirkulu"/>
          <p:cNvSpPr/>
          <p:nvPr/>
        </p:nvSpPr>
        <p:spPr>
          <a:xfrm>
            <a:off x="6438748" y="4050792"/>
            <a:ext cx="777240" cy="777240"/>
          </a:xfrm>
          <a:prstGeom prst="ellipse">
            <a:avLst/>
          </a:prstGeom>
          <a:solidFill>
            <a:schemeClr val="accent5"/>
          </a:solidFill>
          <a:ln w="12700">
            <a:solidFill>
              <a:schemeClr val="accent5"/>
            </a:solidFill>
            <a:prstDash val="solid"/>
          </a:ln>
        </p:spPr>
      </p:sp>
      <p:pic>
        <p:nvPicPr>
          <p:cNvPr id="22" name="gk-ik-3-ikone" descr="preencoded.png">    </p:cNvPr>
          <p:cNvPicPr>
            <a:picLocks noChangeAspect="1"/>
          </p:cNvPicPr>
          <p:nvPr/>
        </p:nvPicPr>
        <p:blipFill>
          <a:blip r:embed="rId4"/>
          <a:stretch>
            <a:fillRect/>
          </a:stretch>
        </p:blipFill>
        <p:spPr>
          <a:xfrm>
            <a:off x="6625285" y="4237330"/>
            <a:ext cx="404165" cy="404165"/>
          </a:xfrm>
          <a:prstGeom prst="rect">
            <a:avLst/>
          </a:prstGeom>
        </p:spPr>
      </p:pic>
      <p:sp>
        <p:nvSpPr>
          <p:cNvPr id="23" name="Text 17"/>
          <p:cNvSpPr txBox="1"/>
          <p:nvPr/>
        </p:nvSpPr>
        <p:spPr>
          <a:xfrm>
            <a:off x="7398868" y="3977640"/>
            <a:ext cx="4107028" cy="868680"/>
          </a:xfrm>
          <a:prstGeom prst="rect">
            <a:avLst/>
          </a:prstGeom>
          <a:noFill/>
          <a:ln/>
        </p:spPr>
        <p:txBody>
          <a:bodyPr wrap="square" lIns="0" tIns="0" rIns="0" bIns="0" rtlCol="0" anchor="ctr"/>
          <a:lstStyle/>
          <a:p>
            <a:pPr indent="0" marL="0">
              <a:buNone/>
            </a:pPr>
            <a:r>
              <a:rPr lang="en-US" sz="1700" b="1" dirty="0">
                <a:solidFill>
                  <a:schemeClr val="tx2"/>
                </a:solidFill>
              </a:rPr>
              <a:t>Neutrál no respeitu</a:t>
            </a:r>
            <a:endParaRPr lang="en-US" sz="1700" dirty="0"/>
          </a:p>
        </p:txBody>
      </p:sp>
      <p:sp>
        <p:nvSpPr>
          <p:cNvPr id="24" name="Text 18"/>
          <p:cNvSpPr txBox="1"/>
          <p:nvPr/>
        </p:nvSpPr>
        <p:spPr>
          <a:xfrm>
            <a:off x="6438748" y="4892040"/>
            <a:ext cx="5021428" cy="1005840"/>
          </a:xfrm>
          <a:prstGeom prst="rect">
            <a:avLst/>
          </a:prstGeom>
          <a:noFill/>
          <a:ln/>
        </p:spPr>
        <p:txBody>
          <a:bodyPr wrap="square" lIns="0" tIns="0" rIns="0" bIns="0" rtlCol="0" anchor="t"/>
          <a:lstStyle/>
          <a:p>
            <a:pPr indent="0" marL="0">
              <a:buNone/>
            </a:pPr>
            <a:r>
              <a:rPr lang="en-US" sz="1500" dirty="0">
                <a:solidFill>
                  <a:schemeClr val="tx1"/>
                </a:solidFill>
              </a:rPr>
              <a:t>Rona parte hotu; respeita kultura no lideransa lokál.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Seguransa dadus: halo no labele</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15:39</a:t>
            </a:r>
            <a:endParaRPr lang="en-US" sz="1200" dirty="0"/>
          </a:p>
        </p:txBody>
      </p:sp>
      <p:sp>
        <p:nvSpPr>
          <p:cNvPr id="5" name="halo"/>
          <p:cNvSpPr/>
          <p:nvPr/>
        </p:nvSpPr>
        <p:spPr>
          <a:xfrm>
            <a:off x="548640" y="1417320"/>
            <a:ext cx="5410048" cy="4709160"/>
          </a:xfrm>
          <a:prstGeom prst="roundRect">
            <a:avLst>
              <a:gd name="adj" fmla="val 2330"/>
            </a:avLst>
          </a:prstGeom>
          <a:solidFill>
            <a:srgbClr val="E3F6EC"/>
          </a:solidFill>
          <a:ln w="12700">
            <a:solidFill>
              <a:srgbClr val="E3F6EC"/>
            </a:solidFill>
            <a:prstDash val="solid"/>
          </a:ln>
        </p:spPr>
      </p:sp>
      <p:sp>
        <p:nvSpPr>
          <p:cNvPr id="6" name="Text 4"/>
          <p:cNvSpPr txBox="1"/>
          <p:nvPr/>
        </p:nvSpPr>
        <p:spPr>
          <a:xfrm>
            <a:off x="822960" y="1554480"/>
            <a:ext cx="3657600" cy="457200"/>
          </a:xfrm>
          <a:prstGeom prst="rect">
            <a:avLst/>
          </a:prstGeom>
          <a:noFill/>
          <a:ln/>
        </p:spPr>
        <p:txBody>
          <a:bodyPr wrap="square" lIns="0" tIns="0" rIns="0" bIns="0" rtlCol="0" anchor="t"/>
          <a:lstStyle/>
          <a:p>
            <a:pPr indent="0" marL="0">
              <a:buNone/>
            </a:pPr>
            <a:r>
              <a:rPr lang="en-US" sz="2200" b="1" dirty="0">
                <a:solidFill>
                  <a:schemeClr val="accent1"/>
                </a:solidFill>
              </a:rPr>
              <a:t>✓ HALO</a:t>
            </a:r>
            <a:endParaRPr lang="en-US" sz="2200" dirty="0"/>
          </a:p>
        </p:txBody>
      </p:sp>
      <p:sp>
        <p:nvSpPr>
          <p:cNvPr id="7" name="Text 5"/>
          <p:cNvSpPr txBox="1"/>
          <p:nvPr/>
        </p:nvSpPr>
        <p:spPr>
          <a:xfrm>
            <a:off x="822960" y="2148840"/>
            <a:ext cx="4861408" cy="38404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Sinkron lalais; keta rai kazu iha HP loron barak</a:t>
            </a:r>
            <a:endParaRPr lang="en-US" sz="1600" dirty="0"/>
          </a:p>
          <a:p>
            <a:pPr marL="342900" indent="-342900">
              <a:spcAft>
                <a:spcPts val="1200"/>
              </a:spcAft>
              <a:buSzPct val="100000"/>
              <a:buChar char="•"/>
            </a:pPr>
            <a:r>
              <a:rPr lang="en-US" sz="1600" dirty="0">
                <a:solidFill>
                  <a:schemeClr val="tx1"/>
                </a:solidFill>
              </a:rPr>
              <a:t>Xave HP ho PIN/password</a:t>
            </a:r>
            <a:endParaRPr lang="en-US" sz="1600" dirty="0"/>
          </a:p>
          <a:p>
            <a:pPr marL="342900" indent="-342900">
              <a:spcAft>
                <a:spcPts val="1200"/>
              </a:spcAft>
              <a:buSzPct val="100000"/>
              <a:buChar char="•"/>
            </a:pPr>
            <a:r>
              <a:rPr lang="en-US" sz="1600" dirty="0">
                <a:solidFill>
                  <a:schemeClr val="tx1"/>
                </a:solidFill>
              </a:rPr>
              <a:t>HP lakon → telefone Admin kedas</a:t>
            </a:r>
            <a:endParaRPr lang="en-US" sz="1600" dirty="0"/>
          </a:p>
          <a:p>
            <a:pPr marL="342900" indent="-342900">
              <a:spcAft>
                <a:spcPts val="1200"/>
              </a:spcAft>
              <a:buSzPct val="100000"/>
              <a:buChar char="•"/>
            </a:pPr>
            <a:r>
              <a:rPr lang="en-US" sz="1600" dirty="0">
                <a:solidFill>
                  <a:schemeClr val="tx1"/>
                </a:solidFill>
              </a:rPr>
              <a:t>Foto evidénsia iha app de'it</a:t>
            </a:r>
            <a:endParaRPr lang="en-US" sz="1600" dirty="0"/>
          </a:p>
        </p:txBody>
      </p:sp>
      <p:sp>
        <p:nvSpPr>
          <p:cNvPr id="8" name="labele"/>
          <p:cNvSpPr/>
          <p:nvPr/>
        </p:nvSpPr>
        <p:spPr>
          <a:xfrm>
            <a:off x="6233008" y="1417320"/>
            <a:ext cx="5410048" cy="4709160"/>
          </a:xfrm>
          <a:prstGeom prst="roundRect">
            <a:avLst>
              <a:gd name="adj" fmla="val 2330"/>
            </a:avLst>
          </a:prstGeom>
          <a:solidFill>
            <a:srgbClr val="FBEFEA"/>
          </a:solidFill>
          <a:ln w="12700">
            <a:solidFill>
              <a:srgbClr val="FBEFEA"/>
            </a:solidFill>
            <a:prstDash val="solid"/>
          </a:ln>
        </p:spPr>
      </p:sp>
      <p:sp>
        <p:nvSpPr>
          <p:cNvPr id="9" name="Text 7"/>
          <p:cNvSpPr txBox="1"/>
          <p:nvPr/>
        </p:nvSpPr>
        <p:spPr>
          <a:xfrm>
            <a:off x="6507328" y="1554480"/>
            <a:ext cx="3657600" cy="457200"/>
          </a:xfrm>
          <a:prstGeom prst="rect">
            <a:avLst/>
          </a:prstGeom>
          <a:noFill/>
          <a:ln/>
        </p:spPr>
        <p:txBody>
          <a:bodyPr wrap="square" lIns="0" tIns="0" rIns="0" bIns="0" rtlCol="0" anchor="t"/>
          <a:lstStyle/>
          <a:p>
            <a:pPr indent="0" marL="0">
              <a:buNone/>
            </a:pPr>
            <a:r>
              <a:rPr lang="en-US" sz="2200" b="1" dirty="0">
                <a:solidFill>
                  <a:schemeClr val="accent4"/>
                </a:solidFill>
              </a:rPr>
              <a:t>✗ LABELE</a:t>
            </a:r>
            <a:endParaRPr lang="en-US" sz="2200" dirty="0"/>
          </a:p>
        </p:txBody>
      </p:sp>
      <p:sp>
        <p:nvSpPr>
          <p:cNvPr id="10" name="Text 8"/>
          <p:cNvSpPr txBox="1"/>
          <p:nvPr/>
        </p:nvSpPr>
        <p:spPr>
          <a:xfrm>
            <a:off x="6507328" y="2148840"/>
            <a:ext cx="4861408" cy="38404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Fahe PIN ka password ba ema seluk</a:t>
            </a:r>
            <a:endParaRPr lang="en-US" sz="1600" dirty="0"/>
          </a:p>
          <a:p>
            <a:pPr marL="342900" indent="-342900">
              <a:spcAft>
                <a:spcPts val="1200"/>
              </a:spcAft>
              <a:buSzPct val="100000"/>
              <a:buChar char="•"/>
            </a:pPr>
            <a:r>
              <a:rPr lang="en-US" sz="1600" dirty="0">
                <a:solidFill>
                  <a:schemeClr val="tx1"/>
                </a:solidFill>
              </a:rPr>
              <a:t>Empresta HP ho app nakloke</a:t>
            </a:r>
            <a:endParaRPr lang="en-US" sz="1600" dirty="0"/>
          </a:p>
          <a:p>
            <a:pPr marL="342900" indent="-342900">
              <a:spcAft>
                <a:spcPts val="1200"/>
              </a:spcAft>
              <a:buSzPct val="100000"/>
              <a:buChar char="•"/>
            </a:pPr>
            <a:r>
              <a:rPr lang="en-US" sz="1600" dirty="0">
                <a:solidFill>
                  <a:schemeClr val="tx1"/>
                </a:solidFill>
              </a:rPr>
              <a:t>Haruka foto kazu iha WhatsApp/Facebook</a:t>
            </a:r>
            <a:endParaRPr lang="en-US" sz="1600" dirty="0"/>
          </a:p>
          <a:p>
            <a:pPr marL="342900" indent="-342900">
              <a:spcAft>
                <a:spcPts val="1200"/>
              </a:spcAft>
              <a:buSzPct val="100000"/>
              <a:buChar char="•"/>
            </a:pPr>
            <a:r>
              <a:rPr lang="en-US" sz="1600" dirty="0">
                <a:solidFill>
                  <a:schemeClr val="tx1"/>
                </a:solidFill>
              </a:rPr>
              <a:t>Hatudu lista ema afetadu ba ema la iha knaar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Diskusaun grupu</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Situasaun loos iha terrenu · imi halo saida?</a:t>
            </a:r>
            <a:endParaRPr lang="en-US" sz="2000" dirty="0"/>
          </a:p>
        </p:txBody>
      </p:sp>
      <p:sp>
        <p:nvSpPr>
          <p:cNvPr id="4" name="Text 2"/>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06</a:t>
            </a:r>
            <a:endParaRPr lang="en-US" sz="15000" dirty="0"/>
          </a:p>
        </p:txBody>
      </p:sp>
      <p:sp>
        <p:nvSpPr>
          <p:cNvPr id="5" name="Text 3"/>
          <p:cNvSpPr txBox="1"/>
          <p:nvPr/>
        </p:nvSpPr>
        <p:spPr>
          <a:xfrm>
            <a:off x="548640" y="4937760"/>
            <a:ext cx="5486400" cy="457200"/>
          </a:xfrm>
          <a:prstGeom prst="rect">
            <a:avLst/>
          </a:prstGeom>
          <a:noFill/>
          <a:ln/>
        </p:spPr>
        <p:txBody>
          <a:bodyPr wrap="square" lIns="0" tIns="0" rIns="0" bIns="0" rtlCol="0" anchor="t"/>
          <a:lstStyle/>
          <a:p>
            <a:pPr indent="0" marL="0">
              <a:buNone/>
            </a:pPr>
            <a:r>
              <a:rPr lang="en-US" sz="1800" b="1" dirty="0">
                <a:solidFill>
                  <a:schemeClr val="bg2"/>
                </a:solidFill>
              </a:rPr>
              <a:t>15:43 – 16:00</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Grupu 5, situasaun 5</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15:43</a:t>
            </a:r>
            <a:endParaRPr lang="en-US" sz="1200" dirty="0"/>
          </a:p>
        </p:txBody>
      </p:sp>
      <p:sp>
        <p:nvSpPr>
          <p:cNvPr id="5" name="g5-cab-0"/>
          <p:cNvSpPr/>
          <p:nvPr/>
        </p:nvSpPr>
        <p:spPr>
          <a:xfrm>
            <a:off x="548640" y="1417320"/>
            <a:ext cx="2036003" cy="685800"/>
          </a:xfrm>
          <a:prstGeom prst="roundRect">
            <a:avLst>
              <a:gd name="adj" fmla="val 13333"/>
            </a:avLst>
          </a:prstGeom>
          <a:solidFill>
            <a:schemeClr val="accent1"/>
          </a:solidFill>
          <a:ln w="12700">
            <a:solidFill>
              <a:schemeClr val="accent1"/>
            </a:solidFill>
            <a:prstDash val="solid"/>
          </a:ln>
        </p:spPr>
      </p:sp>
      <p:sp>
        <p:nvSpPr>
          <p:cNvPr id="6" name="Text 4"/>
          <p:cNvSpPr txBox="1"/>
          <p:nvPr/>
        </p:nvSpPr>
        <p:spPr>
          <a:xfrm>
            <a:off x="548640" y="1417320"/>
            <a:ext cx="2036003"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Grupu 1</a:t>
            </a:r>
            <a:endParaRPr lang="en-US" sz="2000" dirty="0"/>
          </a:p>
        </p:txBody>
      </p:sp>
      <p:sp>
        <p:nvSpPr>
          <p:cNvPr id="7" name="g5-0"/>
          <p:cNvSpPr/>
          <p:nvPr/>
        </p:nvSpPr>
        <p:spPr>
          <a:xfrm>
            <a:off x="548640" y="2240280"/>
            <a:ext cx="2036003" cy="3291840"/>
          </a:xfrm>
          <a:prstGeom prst="roundRect">
            <a:avLst>
              <a:gd name="adj" fmla="val 5389"/>
            </a:avLst>
          </a:prstGeom>
          <a:solidFill>
            <a:schemeClr val="bg2"/>
          </a:solidFill>
          <a:ln w="12700">
            <a:solidFill>
              <a:schemeClr val="bg2"/>
            </a:solidFill>
            <a:prstDash val="solid"/>
          </a:ln>
        </p:spPr>
      </p:sp>
      <p:sp>
        <p:nvSpPr>
          <p:cNvPr id="8" name="g5-ik-0-sirkulu"/>
          <p:cNvSpPr/>
          <p:nvPr/>
        </p:nvSpPr>
        <p:spPr>
          <a:xfrm>
            <a:off x="1109442" y="2468880"/>
            <a:ext cx="914400" cy="914400"/>
          </a:xfrm>
          <a:prstGeom prst="ellipse">
            <a:avLst/>
          </a:prstGeom>
          <a:solidFill>
            <a:schemeClr val="accent1"/>
          </a:solidFill>
          <a:ln w="12700">
            <a:solidFill>
              <a:schemeClr val="accent1"/>
            </a:solidFill>
            <a:prstDash val="solid"/>
          </a:ln>
        </p:spPr>
      </p:sp>
      <p:pic>
        <p:nvPicPr>
          <p:cNvPr id="9" name="g5-ik-0-ikone" descr="preencoded.png">    </p:cNvPr>
          <p:cNvPicPr>
            <a:picLocks noChangeAspect="1"/>
          </p:cNvPicPr>
          <p:nvPr/>
        </p:nvPicPr>
        <p:blipFill>
          <a:blip r:embed="rId1"/>
          <a:stretch>
            <a:fillRect/>
          </a:stretch>
        </p:blipFill>
        <p:spPr>
          <a:xfrm>
            <a:off x="1328898" y="2688336"/>
            <a:ext cx="475488" cy="475488"/>
          </a:xfrm>
          <a:prstGeom prst="rect">
            <a:avLst/>
          </a:prstGeom>
        </p:spPr>
      </p:pic>
      <p:sp>
        <p:nvSpPr>
          <p:cNvPr id="10" name="Text 7"/>
          <p:cNvSpPr txBox="1"/>
          <p:nvPr/>
        </p:nvSpPr>
        <p:spPr>
          <a:xfrm>
            <a:off x="640080" y="3520440"/>
            <a:ext cx="1853123" cy="457200"/>
          </a:xfrm>
          <a:prstGeom prst="rect">
            <a:avLst/>
          </a:prstGeom>
          <a:noFill/>
          <a:ln/>
        </p:spPr>
        <p:txBody>
          <a:bodyPr wrap="square" lIns="0" tIns="0" rIns="0" bIns="0" rtlCol="0" anchor="t"/>
          <a:lstStyle/>
          <a:p>
            <a:pPr algn="ctr" indent="0" marL="0">
              <a:buNone/>
            </a:pPr>
            <a:r>
              <a:rPr lang="en-US" sz="1600" b="1" dirty="0">
                <a:solidFill>
                  <a:schemeClr val="tx2"/>
                </a:solidFill>
              </a:rPr>
              <a:t>Konsentimentu</a:t>
            </a:r>
            <a:endParaRPr lang="en-US" sz="1600" dirty="0"/>
          </a:p>
        </p:txBody>
      </p:sp>
      <p:sp>
        <p:nvSpPr>
          <p:cNvPr id="11" name="Text 8"/>
          <p:cNvSpPr txBox="1"/>
          <p:nvPr/>
        </p:nvSpPr>
        <p:spPr>
          <a:xfrm>
            <a:off x="731520" y="4023360"/>
            <a:ext cx="1670243" cy="1417320"/>
          </a:xfrm>
          <a:prstGeom prst="rect">
            <a:avLst/>
          </a:prstGeom>
          <a:noFill/>
          <a:ln/>
        </p:spPr>
        <p:txBody>
          <a:bodyPr wrap="square" lIns="0" tIns="0" rIns="0" bIns="0" rtlCol="0" anchor="t"/>
          <a:lstStyle/>
          <a:p>
            <a:pPr algn="ctr" indent="0" marL="0">
              <a:buNone/>
            </a:pPr>
            <a:r>
              <a:rPr lang="en-US" sz="1250" i="1" dirty="0">
                <a:solidFill>
                  <a:schemeClr val="tx1"/>
                </a:solidFill>
              </a:rPr>
              <a:t>Ema afetadu hakarak RbR ajuda, maibé la hakarak foto. Imi halo saida?</a:t>
            </a:r>
            <a:endParaRPr lang="en-US" sz="1250" dirty="0"/>
          </a:p>
        </p:txBody>
      </p:sp>
      <p:sp>
        <p:nvSpPr>
          <p:cNvPr id="12" name="g5-cab-1"/>
          <p:cNvSpPr/>
          <p:nvPr/>
        </p:nvSpPr>
        <p:spPr>
          <a:xfrm>
            <a:off x="2767523" y="1417320"/>
            <a:ext cx="2036003" cy="685800"/>
          </a:xfrm>
          <a:prstGeom prst="roundRect">
            <a:avLst>
              <a:gd name="adj" fmla="val 13333"/>
            </a:avLst>
          </a:prstGeom>
          <a:solidFill>
            <a:schemeClr val="accent5"/>
          </a:solidFill>
          <a:ln w="12700">
            <a:solidFill>
              <a:schemeClr val="accent5"/>
            </a:solidFill>
            <a:prstDash val="solid"/>
          </a:ln>
        </p:spPr>
      </p:sp>
      <p:sp>
        <p:nvSpPr>
          <p:cNvPr id="13" name="Text 10"/>
          <p:cNvSpPr txBox="1"/>
          <p:nvPr/>
        </p:nvSpPr>
        <p:spPr>
          <a:xfrm>
            <a:off x="2767523" y="1417320"/>
            <a:ext cx="2036003"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Grupu 2</a:t>
            </a:r>
            <a:endParaRPr lang="en-US" sz="2000" dirty="0"/>
          </a:p>
        </p:txBody>
      </p:sp>
      <p:sp>
        <p:nvSpPr>
          <p:cNvPr id="14" name="g5-1"/>
          <p:cNvSpPr/>
          <p:nvPr/>
        </p:nvSpPr>
        <p:spPr>
          <a:xfrm>
            <a:off x="2767523" y="2240280"/>
            <a:ext cx="2036003" cy="3291840"/>
          </a:xfrm>
          <a:prstGeom prst="roundRect">
            <a:avLst>
              <a:gd name="adj" fmla="val 5389"/>
            </a:avLst>
          </a:prstGeom>
          <a:solidFill>
            <a:schemeClr val="bg2"/>
          </a:solidFill>
          <a:ln w="12700">
            <a:solidFill>
              <a:schemeClr val="bg2"/>
            </a:solidFill>
            <a:prstDash val="solid"/>
          </a:ln>
        </p:spPr>
      </p:sp>
      <p:sp>
        <p:nvSpPr>
          <p:cNvPr id="15" name="g5-ik-1-sirkulu"/>
          <p:cNvSpPr/>
          <p:nvPr/>
        </p:nvSpPr>
        <p:spPr>
          <a:xfrm>
            <a:off x="3328325" y="2468880"/>
            <a:ext cx="914400" cy="914400"/>
          </a:xfrm>
          <a:prstGeom prst="ellipse">
            <a:avLst/>
          </a:prstGeom>
          <a:solidFill>
            <a:schemeClr val="accent5"/>
          </a:solidFill>
          <a:ln w="12700">
            <a:solidFill>
              <a:schemeClr val="accent5"/>
            </a:solidFill>
            <a:prstDash val="solid"/>
          </a:ln>
        </p:spPr>
      </p:sp>
      <p:pic>
        <p:nvPicPr>
          <p:cNvPr id="16" name="g5-ik-1-ikone" descr="preencoded.png">    </p:cNvPr>
          <p:cNvPicPr>
            <a:picLocks noChangeAspect="1"/>
          </p:cNvPicPr>
          <p:nvPr/>
        </p:nvPicPr>
        <p:blipFill>
          <a:blip r:embed="rId2"/>
          <a:stretch>
            <a:fillRect/>
          </a:stretch>
        </p:blipFill>
        <p:spPr>
          <a:xfrm>
            <a:off x="3547781" y="2688336"/>
            <a:ext cx="475488" cy="475488"/>
          </a:xfrm>
          <a:prstGeom prst="rect">
            <a:avLst/>
          </a:prstGeom>
        </p:spPr>
      </p:pic>
      <p:sp>
        <p:nvSpPr>
          <p:cNvPr id="17" name="Text 13"/>
          <p:cNvSpPr txBox="1"/>
          <p:nvPr/>
        </p:nvSpPr>
        <p:spPr>
          <a:xfrm>
            <a:off x="2858963" y="3520440"/>
            <a:ext cx="1853123" cy="457200"/>
          </a:xfrm>
          <a:prstGeom prst="rect">
            <a:avLst/>
          </a:prstGeom>
          <a:noFill/>
          <a:ln/>
        </p:spPr>
        <p:txBody>
          <a:bodyPr wrap="square" lIns="0" tIns="0" rIns="0" bIns="0" rtlCol="0" anchor="t"/>
          <a:lstStyle/>
          <a:p>
            <a:pPr algn="ctr" indent="0" marL="0">
              <a:buNone/>
            </a:pPr>
            <a:r>
              <a:rPr lang="en-US" sz="1600" b="1" dirty="0">
                <a:solidFill>
                  <a:schemeClr val="tx2"/>
                </a:solidFill>
              </a:rPr>
              <a:t>GPS no fatin</a:t>
            </a:r>
            <a:endParaRPr lang="en-US" sz="1600" dirty="0"/>
          </a:p>
        </p:txBody>
      </p:sp>
      <p:sp>
        <p:nvSpPr>
          <p:cNvPr id="18" name="Text 14"/>
          <p:cNvSpPr txBox="1"/>
          <p:nvPr/>
        </p:nvSpPr>
        <p:spPr>
          <a:xfrm>
            <a:off x="2950403" y="4023360"/>
            <a:ext cx="1670243" cy="1417320"/>
          </a:xfrm>
          <a:prstGeom prst="rect">
            <a:avLst/>
          </a:prstGeom>
          <a:noFill/>
          <a:ln/>
        </p:spPr>
        <p:txBody>
          <a:bodyPr wrap="square" lIns="0" tIns="0" rIns="0" bIns="0" rtlCol="0" anchor="t"/>
          <a:lstStyle/>
          <a:p>
            <a:pPr algn="ctr" indent="0" marL="0">
              <a:buNone/>
            </a:pPr>
            <a:r>
              <a:rPr lang="en-US" sz="1250" i="1" dirty="0">
                <a:solidFill>
                  <a:schemeClr val="tx1"/>
                </a:solidFill>
              </a:rPr>
              <a:t>Iha terrenu GPS hatudu ±80 m. Imi halo saida?</a:t>
            </a:r>
            <a:endParaRPr lang="en-US" sz="1250" dirty="0"/>
          </a:p>
        </p:txBody>
      </p:sp>
      <p:sp>
        <p:nvSpPr>
          <p:cNvPr id="19" name="g5-cab-2"/>
          <p:cNvSpPr/>
          <p:nvPr/>
        </p:nvSpPr>
        <p:spPr>
          <a:xfrm>
            <a:off x="4986406" y="1417320"/>
            <a:ext cx="2036003" cy="685800"/>
          </a:xfrm>
          <a:prstGeom prst="roundRect">
            <a:avLst>
              <a:gd name="adj" fmla="val 13333"/>
            </a:avLst>
          </a:prstGeom>
          <a:solidFill>
            <a:schemeClr val="accent3"/>
          </a:solidFill>
          <a:ln w="12700">
            <a:solidFill>
              <a:schemeClr val="accent3"/>
            </a:solidFill>
            <a:prstDash val="solid"/>
          </a:ln>
        </p:spPr>
      </p:sp>
      <p:sp>
        <p:nvSpPr>
          <p:cNvPr id="20" name="Text 16"/>
          <p:cNvSpPr txBox="1"/>
          <p:nvPr/>
        </p:nvSpPr>
        <p:spPr>
          <a:xfrm>
            <a:off x="4986406" y="1417320"/>
            <a:ext cx="2036003"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Grupu 3</a:t>
            </a:r>
            <a:endParaRPr lang="en-US" sz="2000" dirty="0"/>
          </a:p>
        </p:txBody>
      </p:sp>
      <p:sp>
        <p:nvSpPr>
          <p:cNvPr id="21" name="g5-2"/>
          <p:cNvSpPr/>
          <p:nvPr/>
        </p:nvSpPr>
        <p:spPr>
          <a:xfrm>
            <a:off x="4986406" y="2240280"/>
            <a:ext cx="2036003" cy="3291840"/>
          </a:xfrm>
          <a:prstGeom prst="roundRect">
            <a:avLst>
              <a:gd name="adj" fmla="val 5389"/>
            </a:avLst>
          </a:prstGeom>
          <a:solidFill>
            <a:schemeClr val="bg2"/>
          </a:solidFill>
          <a:ln w="12700">
            <a:solidFill>
              <a:schemeClr val="bg2"/>
            </a:solidFill>
            <a:prstDash val="solid"/>
          </a:ln>
        </p:spPr>
      </p:sp>
      <p:sp>
        <p:nvSpPr>
          <p:cNvPr id="22" name="g5-ik-2-sirkulu"/>
          <p:cNvSpPr/>
          <p:nvPr/>
        </p:nvSpPr>
        <p:spPr>
          <a:xfrm>
            <a:off x="5547208" y="2468880"/>
            <a:ext cx="914400" cy="914400"/>
          </a:xfrm>
          <a:prstGeom prst="ellipse">
            <a:avLst/>
          </a:prstGeom>
          <a:solidFill>
            <a:schemeClr val="accent3"/>
          </a:solidFill>
          <a:ln w="12700">
            <a:solidFill>
              <a:schemeClr val="accent3"/>
            </a:solidFill>
            <a:prstDash val="solid"/>
          </a:ln>
        </p:spPr>
      </p:sp>
      <p:pic>
        <p:nvPicPr>
          <p:cNvPr id="23" name="g5-ik-2-ikone" descr="preencoded.png">    </p:cNvPr>
          <p:cNvPicPr>
            <a:picLocks noChangeAspect="1"/>
          </p:cNvPicPr>
          <p:nvPr/>
        </p:nvPicPr>
        <p:blipFill>
          <a:blip r:embed="rId3"/>
          <a:stretch>
            <a:fillRect/>
          </a:stretch>
        </p:blipFill>
        <p:spPr>
          <a:xfrm>
            <a:off x="5766664" y="2688336"/>
            <a:ext cx="475488" cy="475488"/>
          </a:xfrm>
          <a:prstGeom prst="rect">
            <a:avLst/>
          </a:prstGeom>
        </p:spPr>
      </p:pic>
      <p:sp>
        <p:nvSpPr>
          <p:cNvPr id="24" name="Text 19"/>
          <p:cNvSpPr txBox="1"/>
          <p:nvPr/>
        </p:nvSpPr>
        <p:spPr>
          <a:xfrm>
            <a:off x="5077846" y="3520440"/>
            <a:ext cx="1853123" cy="457200"/>
          </a:xfrm>
          <a:prstGeom prst="rect">
            <a:avLst/>
          </a:prstGeom>
          <a:noFill/>
          <a:ln/>
        </p:spPr>
        <p:txBody>
          <a:bodyPr wrap="square" lIns="0" tIns="0" rIns="0" bIns="0" rtlCol="0" anchor="t"/>
          <a:lstStyle/>
          <a:p>
            <a:pPr algn="ctr" indent="0" marL="0">
              <a:buNone/>
            </a:pPr>
            <a:r>
              <a:rPr lang="en-US" sz="1600" b="1" dirty="0">
                <a:solidFill>
                  <a:schemeClr val="tx2"/>
                </a:solidFill>
              </a:rPr>
              <a:t>Duplikadu</a:t>
            </a:r>
            <a:endParaRPr lang="en-US" sz="1600" dirty="0"/>
          </a:p>
        </p:txBody>
      </p:sp>
      <p:sp>
        <p:nvSpPr>
          <p:cNvPr id="25" name="Text 20"/>
          <p:cNvSpPr txBox="1"/>
          <p:nvPr/>
        </p:nvSpPr>
        <p:spPr>
          <a:xfrm>
            <a:off x="5169286" y="4023360"/>
            <a:ext cx="1670243" cy="1417320"/>
          </a:xfrm>
          <a:prstGeom prst="rect">
            <a:avLst/>
          </a:prstGeom>
          <a:noFill/>
          <a:ln/>
        </p:spPr>
        <p:txBody>
          <a:bodyPr wrap="square" lIns="0" tIns="0" rIns="0" bIns="0" rtlCol="0" anchor="t"/>
          <a:lstStyle/>
          <a:p>
            <a:pPr algn="ctr" indent="0" marL="0">
              <a:buNone/>
            </a:pPr>
            <a:r>
              <a:rPr lang="en-US" sz="1250" i="1" dirty="0">
                <a:solidFill>
                  <a:schemeClr val="tx1"/>
                </a:solidFill>
              </a:rPr>
              <a:t>Kolega rejista ona kazu iha aldeia hanesan semana kotuk. Imi halo saida?</a:t>
            </a:r>
            <a:endParaRPr lang="en-US" sz="1250" dirty="0"/>
          </a:p>
        </p:txBody>
      </p:sp>
      <p:sp>
        <p:nvSpPr>
          <p:cNvPr id="26" name="g5-cab-3"/>
          <p:cNvSpPr/>
          <p:nvPr/>
        </p:nvSpPr>
        <p:spPr>
          <a:xfrm>
            <a:off x="7205289" y="1417320"/>
            <a:ext cx="2036003" cy="685800"/>
          </a:xfrm>
          <a:prstGeom prst="roundRect">
            <a:avLst>
              <a:gd name="adj" fmla="val 13333"/>
            </a:avLst>
          </a:prstGeom>
          <a:solidFill>
            <a:schemeClr val="accent6"/>
          </a:solidFill>
          <a:ln w="12700">
            <a:solidFill>
              <a:schemeClr val="accent6"/>
            </a:solidFill>
            <a:prstDash val="solid"/>
          </a:ln>
        </p:spPr>
      </p:sp>
      <p:sp>
        <p:nvSpPr>
          <p:cNvPr id="27" name="Text 22"/>
          <p:cNvSpPr txBox="1"/>
          <p:nvPr/>
        </p:nvSpPr>
        <p:spPr>
          <a:xfrm>
            <a:off x="7205289" y="1417320"/>
            <a:ext cx="2036003"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Grupu 4</a:t>
            </a:r>
            <a:endParaRPr lang="en-US" sz="2000" dirty="0"/>
          </a:p>
        </p:txBody>
      </p:sp>
      <p:sp>
        <p:nvSpPr>
          <p:cNvPr id="28" name="g5-3"/>
          <p:cNvSpPr/>
          <p:nvPr/>
        </p:nvSpPr>
        <p:spPr>
          <a:xfrm>
            <a:off x="7205289" y="2240280"/>
            <a:ext cx="2036003" cy="3291840"/>
          </a:xfrm>
          <a:prstGeom prst="roundRect">
            <a:avLst>
              <a:gd name="adj" fmla="val 5389"/>
            </a:avLst>
          </a:prstGeom>
          <a:solidFill>
            <a:schemeClr val="bg2"/>
          </a:solidFill>
          <a:ln w="12700">
            <a:solidFill>
              <a:schemeClr val="bg2"/>
            </a:solidFill>
            <a:prstDash val="solid"/>
          </a:ln>
        </p:spPr>
      </p:sp>
      <p:sp>
        <p:nvSpPr>
          <p:cNvPr id="29" name="g5-ik-3-sirkulu"/>
          <p:cNvSpPr/>
          <p:nvPr/>
        </p:nvSpPr>
        <p:spPr>
          <a:xfrm>
            <a:off x="7766091" y="2468880"/>
            <a:ext cx="914400" cy="914400"/>
          </a:xfrm>
          <a:prstGeom prst="ellipse">
            <a:avLst/>
          </a:prstGeom>
          <a:solidFill>
            <a:schemeClr val="accent6"/>
          </a:solidFill>
          <a:ln w="12700">
            <a:solidFill>
              <a:schemeClr val="accent6"/>
            </a:solidFill>
            <a:prstDash val="solid"/>
          </a:ln>
        </p:spPr>
      </p:sp>
      <p:pic>
        <p:nvPicPr>
          <p:cNvPr id="30" name="g5-ik-3-ikone" descr="preencoded.png">    </p:cNvPr>
          <p:cNvPicPr>
            <a:picLocks noChangeAspect="1"/>
          </p:cNvPicPr>
          <p:nvPr/>
        </p:nvPicPr>
        <p:blipFill>
          <a:blip r:embed="rId4"/>
          <a:stretch>
            <a:fillRect/>
          </a:stretch>
        </p:blipFill>
        <p:spPr>
          <a:xfrm>
            <a:off x="7985547" y="2688336"/>
            <a:ext cx="475488" cy="475488"/>
          </a:xfrm>
          <a:prstGeom prst="rect">
            <a:avLst/>
          </a:prstGeom>
        </p:spPr>
      </p:pic>
      <p:sp>
        <p:nvSpPr>
          <p:cNvPr id="31" name="Text 25"/>
          <p:cNvSpPr txBox="1"/>
          <p:nvPr/>
        </p:nvSpPr>
        <p:spPr>
          <a:xfrm>
            <a:off x="7296729" y="3520440"/>
            <a:ext cx="1853123" cy="457200"/>
          </a:xfrm>
          <a:prstGeom prst="rect">
            <a:avLst/>
          </a:prstGeom>
          <a:noFill/>
          <a:ln/>
        </p:spPr>
        <p:txBody>
          <a:bodyPr wrap="square" lIns="0" tIns="0" rIns="0" bIns="0" rtlCol="0" anchor="t"/>
          <a:lstStyle/>
          <a:p>
            <a:pPr algn="ctr" indent="0" marL="0">
              <a:buNone/>
            </a:pPr>
            <a:r>
              <a:rPr lang="en-US" sz="1600" b="1" dirty="0">
                <a:solidFill>
                  <a:schemeClr val="tx2"/>
                </a:solidFill>
              </a:rPr>
              <a:t>Status kazu</a:t>
            </a:r>
            <a:endParaRPr lang="en-US" sz="1600" dirty="0"/>
          </a:p>
        </p:txBody>
      </p:sp>
      <p:sp>
        <p:nvSpPr>
          <p:cNvPr id="32" name="Text 26"/>
          <p:cNvSpPr txBox="1"/>
          <p:nvPr/>
        </p:nvSpPr>
        <p:spPr>
          <a:xfrm>
            <a:off x="7388169" y="4023360"/>
            <a:ext cx="1670243" cy="1417320"/>
          </a:xfrm>
          <a:prstGeom prst="rect">
            <a:avLst/>
          </a:prstGeom>
          <a:noFill/>
          <a:ln/>
        </p:spPr>
        <p:txBody>
          <a:bodyPr wrap="square" lIns="0" tIns="0" rIns="0" bIns="0" rtlCol="0" anchor="t"/>
          <a:lstStyle/>
          <a:p>
            <a:pPr algn="ctr" indent="0" marL="0">
              <a:buNone/>
            </a:pPr>
            <a:r>
              <a:rPr lang="en-US" sz="1250" i="1" dirty="0">
                <a:solidFill>
                  <a:schemeClr val="tx1"/>
                </a:solidFill>
              </a:rPr>
              <a:t>Imi-nia kazu Rejeitadu ho nota "GPS la loos". Saida mak imi halo?</a:t>
            </a:r>
            <a:endParaRPr lang="en-US" sz="1250" dirty="0"/>
          </a:p>
        </p:txBody>
      </p:sp>
      <p:sp>
        <p:nvSpPr>
          <p:cNvPr id="33" name="g5-cab-4"/>
          <p:cNvSpPr/>
          <p:nvPr/>
        </p:nvSpPr>
        <p:spPr>
          <a:xfrm>
            <a:off x="9424172" y="1417320"/>
            <a:ext cx="2036003" cy="685800"/>
          </a:xfrm>
          <a:prstGeom prst="roundRect">
            <a:avLst>
              <a:gd name="adj" fmla="val 13333"/>
            </a:avLst>
          </a:prstGeom>
          <a:solidFill>
            <a:schemeClr val="accent4"/>
          </a:solidFill>
          <a:ln w="12700">
            <a:solidFill>
              <a:schemeClr val="accent4"/>
            </a:solidFill>
            <a:prstDash val="solid"/>
          </a:ln>
        </p:spPr>
      </p:sp>
      <p:sp>
        <p:nvSpPr>
          <p:cNvPr id="34" name="Text 28"/>
          <p:cNvSpPr txBox="1"/>
          <p:nvPr/>
        </p:nvSpPr>
        <p:spPr>
          <a:xfrm>
            <a:off x="9424172" y="1417320"/>
            <a:ext cx="2036003"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Grupu 5</a:t>
            </a:r>
            <a:endParaRPr lang="en-US" sz="2000" dirty="0"/>
          </a:p>
        </p:txBody>
      </p:sp>
      <p:sp>
        <p:nvSpPr>
          <p:cNvPr id="35" name="g5-4"/>
          <p:cNvSpPr/>
          <p:nvPr/>
        </p:nvSpPr>
        <p:spPr>
          <a:xfrm>
            <a:off x="9424172" y="2240280"/>
            <a:ext cx="2036003" cy="3291840"/>
          </a:xfrm>
          <a:prstGeom prst="roundRect">
            <a:avLst>
              <a:gd name="adj" fmla="val 5389"/>
            </a:avLst>
          </a:prstGeom>
          <a:solidFill>
            <a:schemeClr val="bg2"/>
          </a:solidFill>
          <a:ln w="12700">
            <a:solidFill>
              <a:schemeClr val="bg2"/>
            </a:solidFill>
            <a:prstDash val="solid"/>
          </a:ln>
        </p:spPr>
      </p:sp>
      <p:sp>
        <p:nvSpPr>
          <p:cNvPr id="36" name="g5-ik-4-sirkulu"/>
          <p:cNvSpPr/>
          <p:nvPr/>
        </p:nvSpPr>
        <p:spPr>
          <a:xfrm>
            <a:off x="9984974" y="2468880"/>
            <a:ext cx="914400" cy="914400"/>
          </a:xfrm>
          <a:prstGeom prst="ellipse">
            <a:avLst/>
          </a:prstGeom>
          <a:solidFill>
            <a:schemeClr val="accent4"/>
          </a:solidFill>
          <a:ln w="12700">
            <a:solidFill>
              <a:schemeClr val="accent4"/>
            </a:solidFill>
            <a:prstDash val="solid"/>
          </a:ln>
        </p:spPr>
      </p:sp>
      <p:pic>
        <p:nvPicPr>
          <p:cNvPr id="37" name="g5-ik-4-ikone" descr="preencoded.png">    </p:cNvPr>
          <p:cNvPicPr>
            <a:picLocks noChangeAspect="1"/>
          </p:cNvPicPr>
          <p:nvPr/>
        </p:nvPicPr>
        <p:blipFill>
          <a:blip r:embed="rId5"/>
          <a:stretch>
            <a:fillRect/>
          </a:stretch>
        </p:blipFill>
        <p:spPr>
          <a:xfrm>
            <a:off x="10204430" y="2688336"/>
            <a:ext cx="475488" cy="475488"/>
          </a:xfrm>
          <a:prstGeom prst="rect">
            <a:avLst/>
          </a:prstGeom>
        </p:spPr>
      </p:pic>
      <p:sp>
        <p:nvSpPr>
          <p:cNvPr id="38" name="Text 31"/>
          <p:cNvSpPr txBox="1"/>
          <p:nvPr/>
        </p:nvSpPr>
        <p:spPr>
          <a:xfrm>
            <a:off x="9515612" y="3520440"/>
            <a:ext cx="1853123" cy="457200"/>
          </a:xfrm>
          <a:prstGeom prst="rect">
            <a:avLst/>
          </a:prstGeom>
          <a:noFill/>
          <a:ln/>
        </p:spPr>
        <p:txBody>
          <a:bodyPr wrap="square" lIns="0" tIns="0" rIns="0" bIns="0" rtlCol="0" anchor="t"/>
          <a:lstStyle/>
          <a:p>
            <a:pPr algn="ctr" indent="0" marL="0">
              <a:buNone/>
            </a:pPr>
            <a:r>
              <a:rPr lang="en-US" sz="1600" b="1" dirty="0">
                <a:solidFill>
                  <a:schemeClr val="tx2"/>
                </a:solidFill>
              </a:rPr>
              <a:t>Seguransa</a:t>
            </a:r>
            <a:endParaRPr lang="en-US" sz="1600" dirty="0"/>
          </a:p>
        </p:txBody>
      </p:sp>
      <p:sp>
        <p:nvSpPr>
          <p:cNvPr id="39" name="Text 32"/>
          <p:cNvSpPr txBox="1"/>
          <p:nvPr/>
        </p:nvSpPr>
        <p:spPr>
          <a:xfrm>
            <a:off x="9607052" y="4023360"/>
            <a:ext cx="1670243" cy="1417320"/>
          </a:xfrm>
          <a:prstGeom prst="rect">
            <a:avLst/>
          </a:prstGeom>
          <a:noFill/>
          <a:ln/>
        </p:spPr>
        <p:txBody>
          <a:bodyPr wrap="square" lIns="0" tIns="0" rIns="0" bIns="0" rtlCol="0" anchor="t"/>
          <a:lstStyle/>
          <a:p>
            <a:pPr algn="ctr" indent="0" marL="0">
              <a:buNone/>
            </a:pPr>
            <a:r>
              <a:rPr lang="en-US" sz="1250" i="1" dirty="0">
                <a:solidFill>
                  <a:schemeClr val="tx1"/>
                </a:solidFill>
              </a:rPr>
              <a:t>HP lakon ho kazu 3 seidauk sinkron. Pasu saida?</a:t>
            </a:r>
            <a:endParaRPr lang="en-US" sz="1250" dirty="0"/>
          </a:p>
        </p:txBody>
      </p:sp>
      <p:sp>
        <p:nvSpPr>
          <p:cNvPr id="40" name="g5-r"/>
          <p:cNvSpPr/>
          <p:nvPr/>
        </p:nvSpPr>
        <p:spPr>
          <a:xfrm>
            <a:off x="548640" y="5669280"/>
            <a:ext cx="11094415" cy="502920"/>
          </a:xfrm>
          <a:prstGeom prst="roundRect">
            <a:avLst>
              <a:gd name="adj" fmla="val 21818"/>
            </a:avLst>
          </a:prstGeom>
          <a:solidFill>
            <a:schemeClr val="tx2"/>
          </a:solidFill>
          <a:ln w="12700">
            <a:solidFill>
              <a:schemeClr val="tx2"/>
            </a:solidFill>
            <a:prstDash val="solid"/>
          </a:ln>
        </p:spPr>
      </p:sp>
      <p:sp>
        <p:nvSpPr>
          <p:cNvPr id="41" name="Text 34"/>
          <p:cNvSpPr txBox="1"/>
          <p:nvPr/>
        </p:nvSpPr>
        <p:spPr>
          <a:xfrm>
            <a:off x="548640" y="5669280"/>
            <a:ext cx="11094415" cy="502920"/>
          </a:xfrm>
          <a:prstGeom prst="rect">
            <a:avLst/>
          </a:prstGeom>
          <a:noFill/>
          <a:ln/>
        </p:spPr>
        <p:txBody>
          <a:bodyPr wrap="square" lIns="0" tIns="0" rIns="0" bIns="0" rtlCol="0" anchor="ctr"/>
          <a:lstStyle/>
          <a:p>
            <a:pPr algn="ctr" indent="0" marL="0">
              <a:buNone/>
            </a:pPr>
            <a:r>
              <a:rPr lang="en-US" sz="1500" b="1" dirty="0">
                <a:solidFill>
                  <a:schemeClr val="bg1"/>
                </a:solidFill>
              </a:rPr>
              <a:t>Diskute minutu 5 · porta-voz aprezenta minutu 1 · la iha resposta sala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Grupu 1: Konsentimentu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15:49</a:t>
            </a:r>
            <a:endParaRPr lang="en-US" sz="1200" dirty="0"/>
          </a:p>
        </p:txBody>
      </p:sp>
      <p:sp>
        <p:nvSpPr>
          <p:cNvPr id="5" name="gr-lado"/>
          <p:cNvSpPr/>
          <p:nvPr/>
        </p:nvSpPr>
        <p:spPr>
          <a:xfrm>
            <a:off x="548640" y="1417320"/>
            <a:ext cx="2377440" cy="4709160"/>
          </a:xfrm>
          <a:prstGeom prst="roundRect">
            <a:avLst>
              <a:gd name="adj" fmla="val 4615"/>
            </a:avLst>
          </a:prstGeom>
          <a:solidFill>
            <a:schemeClr val="accent1"/>
          </a:solidFill>
          <a:ln w="12700">
            <a:solidFill>
              <a:schemeClr val="accent1"/>
            </a:solidFill>
            <a:prstDash val="solid"/>
          </a:ln>
        </p:spPr>
      </p:sp>
      <p:sp>
        <p:nvSpPr>
          <p:cNvPr id="6" name="gr-ik-sirkulu"/>
          <p:cNvSpPr/>
          <p:nvPr/>
        </p:nvSpPr>
        <p:spPr>
          <a:xfrm>
            <a:off x="1005840" y="1920240"/>
            <a:ext cx="1463040" cy="1463040"/>
          </a:xfrm>
          <a:prstGeom prst="ellipse">
            <a:avLst/>
          </a:prstGeom>
          <a:solidFill>
            <a:schemeClr val="tx2"/>
          </a:solidFill>
          <a:ln w="12700">
            <a:solidFill>
              <a:schemeClr val="tx2"/>
            </a:solidFill>
            <a:prstDash val="solid"/>
          </a:ln>
        </p:spPr>
      </p:sp>
      <p:pic>
        <p:nvPicPr>
          <p:cNvPr id="7" name="gr-ik-ikone" descr="preencoded.png">    </p:cNvPr>
          <p:cNvPicPr>
            <a:picLocks noChangeAspect="1"/>
          </p:cNvPicPr>
          <p:nvPr/>
        </p:nvPicPr>
        <p:blipFill>
          <a:blip r:embed="rId1"/>
          <a:stretch>
            <a:fillRect/>
          </a:stretch>
        </p:blipFill>
        <p:spPr>
          <a:xfrm>
            <a:off x="1356970" y="2271370"/>
            <a:ext cx="760781" cy="760781"/>
          </a:xfrm>
          <a:prstGeom prst="rect">
            <a:avLst/>
          </a:prstGeom>
        </p:spPr>
      </p:pic>
      <p:sp>
        <p:nvSpPr>
          <p:cNvPr id="8" name="Text 5"/>
          <p:cNvSpPr txBox="1"/>
          <p:nvPr/>
        </p:nvSpPr>
        <p:spPr>
          <a:xfrm>
            <a:off x="548640" y="3657600"/>
            <a:ext cx="2377440" cy="548640"/>
          </a:xfrm>
          <a:prstGeom prst="rect">
            <a:avLst/>
          </a:prstGeom>
          <a:noFill/>
          <a:ln/>
        </p:spPr>
        <p:txBody>
          <a:bodyPr wrap="square" lIns="0" tIns="0" rIns="0" bIns="0" rtlCol="0" anchor="t"/>
          <a:lstStyle/>
          <a:p>
            <a:pPr algn="ctr" indent="0" marL="0">
              <a:buNone/>
            </a:pPr>
            <a:r>
              <a:rPr lang="en-US" sz="2600" b="1" dirty="0">
                <a:solidFill>
                  <a:schemeClr val="bg1"/>
                </a:solidFill>
                <a:latin typeface="Cambria" pitchFamily="34" charset="0"/>
                <a:ea typeface="Cambria" pitchFamily="34" charset="-122"/>
                <a:cs typeface="Cambria" pitchFamily="34" charset="-120"/>
              </a:rPr>
              <a:t>Grupu 1</a:t>
            </a:r>
            <a:endParaRPr lang="en-US" sz="2600" dirty="0"/>
          </a:p>
        </p:txBody>
      </p:sp>
      <p:sp>
        <p:nvSpPr>
          <p:cNvPr id="9" name="Text 6"/>
          <p:cNvSpPr txBox="1"/>
          <p:nvPr/>
        </p:nvSpPr>
        <p:spPr>
          <a:xfrm>
            <a:off x="685800" y="4206240"/>
            <a:ext cx="2103120" cy="914400"/>
          </a:xfrm>
          <a:prstGeom prst="rect">
            <a:avLst/>
          </a:prstGeom>
          <a:noFill/>
          <a:ln/>
        </p:spPr>
        <p:txBody>
          <a:bodyPr wrap="square" lIns="0" tIns="0" rIns="0" bIns="0" rtlCol="0" anchor="t"/>
          <a:lstStyle/>
          <a:p>
            <a:pPr algn="ctr" indent="0" marL="0">
              <a:buNone/>
            </a:pPr>
            <a:r>
              <a:rPr lang="en-US" sz="1600" b="1" dirty="0">
                <a:solidFill>
                  <a:schemeClr val="bg1"/>
                </a:solidFill>
              </a:rPr>
              <a:t>Konsentimentu</a:t>
            </a:r>
            <a:endParaRPr lang="en-US" sz="1600" dirty="0"/>
          </a:p>
        </p:txBody>
      </p:sp>
      <p:sp>
        <p:nvSpPr>
          <p:cNvPr id="10" name="gr-q-0"/>
          <p:cNvSpPr/>
          <p:nvPr/>
        </p:nvSpPr>
        <p:spPr>
          <a:xfrm>
            <a:off x="3154680" y="1417320"/>
            <a:ext cx="8488375" cy="1463040"/>
          </a:xfrm>
          <a:prstGeom prst="roundRect">
            <a:avLst>
              <a:gd name="adj" fmla="val 7500"/>
            </a:avLst>
          </a:prstGeom>
          <a:solidFill>
            <a:schemeClr val="bg2"/>
          </a:solidFill>
          <a:ln w="12700">
            <a:solidFill>
              <a:schemeClr val="bg2"/>
            </a:solidFill>
            <a:prstDash val="solid"/>
          </a:ln>
        </p:spPr>
      </p:sp>
      <p:sp>
        <p:nvSpPr>
          <p:cNvPr id="11" name="gr-n-0"/>
          <p:cNvSpPr/>
          <p:nvPr/>
        </p:nvSpPr>
        <p:spPr>
          <a:xfrm>
            <a:off x="3383280" y="1828800"/>
            <a:ext cx="640080" cy="640080"/>
          </a:xfrm>
          <a:prstGeom prst="ellipse">
            <a:avLst/>
          </a:prstGeom>
          <a:solidFill>
            <a:schemeClr val="accent1"/>
          </a:solidFill>
          <a:ln w="12700">
            <a:solidFill>
              <a:schemeClr val="accent1"/>
            </a:solidFill>
            <a:prstDash val="solid"/>
          </a:ln>
        </p:spPr>
      </p:sp>
      <p:sp>
        <p:nvSpPr>
          <p:cNvPr id="12" name="gr-n-0-n"/>
          <p:cNvSpPr txBox="1"/>
          <p:nvPr/>
        </p:nvSpPr>
        <p:spPr>
          <a:xfrm>
            <a:off x="3383280" y="1828800"/>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3" name="Text 10"/>
          <p:cNvSpPr txBox="1"/>
          <p:nvPr/>
        </p:nvSpPr>
        <p:spPr>
          <a:xfrm>
            <a:off x="4251960" y="1417320"/>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Ema afetadu hakarak RbR ajuda, maibé la hakarak foto. Imi halo saida?</a:t>
            </a:r>
            <a:endParaRPr lang="en-US" sz="1800" dirty="0"/>
          </a:p>
        </p:txBody>
      </p:sp>
      <p:sp>
        <p:nvSpPr>
          <p:cNvPr id="14" name="gr-q-1"/>
          <p:cNvSpPr/>
          <p:nvPr/>
        </p:nvSpPr>
        <p:spPr>
          <a:xfrm>
            <a:off x="3154680" y="3035808"/>
            <a:ext cx="8488375" cy="1463040"/>
          </a:xfrm>
          <a:prstGeom prst="roundRect">
            <a:avLst>
              <a:gd name="adj" fmla="val 7500"/>
            </a:avLst>
          </a:prstGeom>
          <a:solidFill>
            <a:schemeClr val="bg2"/>
          </a:solidFill>
          <a:ln w="12700">
            <a:solidFill>
              <a:schemeClr val="bg2"/>
            </a:solidFill>
            <a:prstDash val="solid"/>
          </a:ln>
        </p:spPr>
      </p:sp>
      <p:sp>
        <p:nvSpPr>
          <p:cNvPr id="15" name="gr-n-1"/>
          <p:cNvSpPr/>
          <p:nvPr/>
        </p:nvSpPr>
        <p:spPr>
          <a:xfrm>
            <a:off x="3383280" y="3447288"/>
            <a:ext cx="640080" cy="640080"/>
          </a:xfrm>
          <a:prstGeom prst="ellipse">
            <a:avLst/>
          </a:prstGeom>
          <a:solidFill>
            <a:schemeClr val="accent1"/>
          </a:solidFill>
          <a:ln w="12700">
            <a:solidFill>
              <a:schemeClr val="accent1"/>
            </a:solidFill>
            <a:prstDash val="solid"/>
          </a:ln>
        </p:spPr>
      </p:sp>
      <p:sp>
        <p:nvSpPr>
          <p:cNvPr id="16" name="gr-n-1-n"/>
          <p:cNvSpPr txBox="1"/>
          <p:nvPr/>
        </p:nvSpPr>
        <p:spPr>
          <a:xfrm>
            <a:off x="3383280" y="344728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7" name="Text 14"/>
          <p:cNvSpPr txBox="1"/>
          <p:nvPr/>
        </p:nvSpPr>
        <p:spPr>
          <a:xfrm>
            <a:off x="4251960" y="3035808"/>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Xefe suku husu atu haree lista ema afetadu iha imi-nia HP. Imi halo saida?</a:t>
            </a:r>
            <a:endParaRPr lang="en-US" sz="1800" dirty="0"/>
          </a:p>
        </p:txBody>
      </p:sp>
      <p:sp>
        <p:nvSpPr>
          <p:cNvPr id="18" name="gr-q-2"/>
          <p:cNvSpPr/>
          <p:nvPr/>
        </p:nvSpPr>
        <p:spPr>
          <a:xfrm>
            <a:off x="3154680" y="4654296"/>
            <a:ext cx="8488375" cy="1463040"/>
          </a:xfrm>
          <a:prstGeom prst="roundRect">
            <a:avLst>
              <a:gd name="adj" fmla="val 7500"/>
            </a:avLst>
          </a:prstGeom>
          <a:solidFill>
            <a:schemeClr val="bg2"/>
          </a:solidFill>
          <a:ln w="12700">
            <a:solidFill>
              <a:schemeClr val="bg2"/>
            </a:solidFill>
            <a:prstDash val="solid"/>
          </a:ln>
        </p:spPr>
      </p:sp>
      <p:sp>
        <p:nvSpPr>
          <p:cNvPr id="19" name="gr-n-2"/>
          <p:cNvSpPr/>
          <p:nvPr/>
        </p:nvSpPr>
        <p:spPr>
          <a:xfrm>
            <a:off x="3383280" y="5065776"/>
            <a:ext cx="640080" cy="640080"/>
          </a:xfrm>
          <a:prstGeom prst="ellipse">
            <a:avLst/>
          </a:prstGeom>
          <a:solidFill>
            <a:schemeClr val="accent1"/>
          </a:solidFill>
          <a:ln w="12700">
            <a:solidFill>
              <a:schemeClr val="accent1"/>
            </a:solidFill>
            <a:prstDash val="solid"/>
          </a:ln>
        </p:spPr>
      </p:sp>
      <p:sp>
        <p:nvSpPr>
          <p:cNvPr id="20" name="gr-n-2-n"/>
          <p:cNvSpPr txBox="1"/>
          <p:nvPr/>
        </p:nvSpPr>
        <p:spPr>
          <a:xfrm>
            <a:off x="3383280" y="506577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1" name="Text 18"/>
          <p:cNvSpPr txBox="1"/>
          <p:nvPr/>
        </p:nvSpPr>
        <p:spPr>
          <a:xfrm>
            <a:off x="4251960" y="4654296"/>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Oinsá esplika konsentimentu ho lian simples ba komunidade?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Grupu 2: GPS no fatin</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15:50</a:t>
            </a:r>
            <a:endParaRPr lang="en-US" sz="1200" dirty="0"/>
          </a:p>
        </p:txBody>
      </p:sp>
      <p:sp>
        <p:nvSpPr>
          <p:cNvPr id="5" name="gr-lado"/>
          <p:cNvSpPr/>
          <p:nvPr/>
        </p:nvSpPr>
        <p:spPr>
          <a:xfrm>
            <a:off x="548640" y="1417320"/>
            <a:ext cx="2377440" cy="4709160"/>
          </a:xfrm>
          <a:prstGeom prst="roundRect">
            <a:avLst>
              <a:gd name="adj" fmla="val 4615"/>
            </a:avLst>
          </a:prstGeom>
          <a:solidFill>
            <a:schemeClr val="accent5"/>
          </a:solidFill>
          <a:ln w="12700">
            <a:solidFill>
              <a:schemeClr val="accent5"/>
            </a:solidFill>
            <a:prstDash val="solid"/>
          </a:ln>
        </p:spPr>
      </p:sp>
      <p:sp>
        <p:nvSpPr>
          <p:cNvPr id="6" name="gr-ik-sirkulu"/>
          <p:cNvSpPr/>
          <p:nvPr/>
        </p:nvSpPr>
        <p:spPr>
          <a:xfrm>
            <a:off x="1005840" y="1920240"/>
            <a:ext cx="1463040" cy="1463040"/>
          </a:xfrm>
          <a:prstGeom prst="ellipse">
            <a:avLst/>
          </a:prstGeom>
          <a:solidFill>
            <a:schemeClr val="tx2"/>
          </a:solidFill>
          <a:ln w="12700">
            <a:solidFill>
              <a:schemeClr val="tx2"/>
            </a:solidFill>
            <a:prstDash val="solid"/>
          </a:ln>
        </p:spPr>
      </p:sp>
      <p:pic>
        <p:nvPicPr>
          <p:cNvPr id="7" name="gr-ik-ikone" descr="preencoded.png">    </p:cNvPr>
          <p:cNvPicPr>
            <a:picLocks noChangeAspect="1"/>
          </p:cNvPicPr>
          <p:nvPr/>
        </p:nvPicPr>
        <p:blipFill>
          <a:blip r:embed="rId1"/>
          <a:stretch>
            <a:fillRect/>
          </a:stretch>
        </p:blipFill>
        <p:spPr>
          <a:xfrm>
            <a:off x="1356970" y="2271370"/>
            <a:ext cx="760781" cy="760781"/>
          </a:xfrm>
          <a:prstGeom prst="rect">
            <a:avLst/>
          </a:prstGeom>
        </p:spPr>
      </p:pic>
      <p:sp>
        <p:nvSpPr>
          <p:cNvPr id="8" name="Text 5"/>
          <p:cNvSpPr txBox="1"/>
          <p:nvPr/>
        </p:nvSpPr>
        <p:spPr>
          <a:xfrm>
            <a:off x="548640" y="3657600"/>
            <a:ext cx="2377440" cy="548640"/>
          </a:xfrm>
          <a:prstGeom prst="rect">
            <a:avLst/>
          </a:prstGeom>
          <a:noFill/>
          <a:ln/>
        </p:spPr>
        <p:txBody>
          <a:bodyPr wrap="square" lIns="0" tIns="0" rIns="0" bIns="0" rtlCol="0" anchor="t"/>
          <a:lstStyle/>
          <a:p>
            <a:pPr algn="ctr" indent="0" marL="0">
              <a:buNone/>
            </a:pPr>
            <a:r>
              <a:rPr lang="en-US" sz="2600" b="1" dirty="0">
                <a:solidFill>
                  <a:schemeClr val="bg1"/>
                </a:solidFill>
                <a:latin typeface="Cambria" pitchFamily="34" charset="0"/>
                <a:ea typeface="Cambria" pitchFamily="34" charset="-122"/>
                <a:cs typeface="Cambria" pitchFamily="34" charset="-120"/>
              </a:rPr>
              <a:t>Grupu 2</a:t>
            </a:r>
            <a:endParaRPr lang="en-US" sz="2600" dirty="0"/>
          </a:p>
        </p:txBody>
      </p:sp>
      <p:sp>
        <p:nvSpPr>
          <p:cNvPr id="9" name="Text 6"/>
          <p:cNvSpPr txBox="1"/>
          <p:nvPr/>
        </p:nvSpPr>
        <p:spPr>
          <a:xfrm>
            <a:off x="685800" y="4206240"/>
            <a:ext cx="2103120" cy="914400"/>
          </a:xfrm>
          <a:prstGeom prst="rect">
            <a:avLst/>
          </a:prstGeom>
          <a:noFill/>
          <a:ln/>
        </p:spPr>
        <p:txBody>
          <a:bodyPr wrap="square" lIns="0" tIns="0" rIns="0" bIns="0" rtlCol="0" anchor="t"/>
          <a:lstStyle/>
          <a:p>
            <a:pPr algn="ctr" indent="0" marL="0">
              <a:buNone/>
            </a:pPr>
            <a:r>
              <a:rPr lang="en-US" sz="1600" b="1" dirty="0">
                <a:solidFill>
                  <a:schemeClr val="bg1"/>
                </a:solidFill>
              </a:rPr>
              <a:t>GPS no fatin</a:t>
            </a:r>
            <a:endParaRPr lang="en-US" sz="1600" dirty="0"/>
          </a:p>
        </p:txBody>
      </p:sp>
      <p:sp>
        <p:nvSpPr>
          <p:cNvPr id="10" name="gr-q-0"/>
          <p:cNvSpPr/>
          <p:nvPr/>
        </p:nvSpPr>
        <p:spPr>
          <a:xfrm>
            <a:off x="3154680" y="1417320"/>
            <a:ext cx="8488375" cy="1463040"/>
          </a:xfrm>
          <a:prstGeom prst="roundRect">
            <a:avLst>
              <a:gd name="adj" fmla="val 7500"/>
            </a:avLst>
          </a:prstGeom>
          <a:solidFill>
            <a:schemeClr val="bg2"/>
          </a:solidFill>
          <a:ln w="12700">
            <a:solidFill>
              <a:schemeClr val="bg2"/>
            </a:solidFill>
            <a:prstDash val="solid"/>
          </a:ln>
        </p:spPr>
      </p:sp>
      <p:sp>
        <p:nvSpPr>
          <p:cNvPr id="11" name="gr-n-0"/>
          <p:cNvSpPr/>
          <p:nvPr/>
        </p:nvSpPr>
        <p:spPr>
          <a:xfrm>
            <a:off x="3383280" y="1828800"/>
            <a:ext cx="640080" cy="640080"/>
          </a:xfrm>
          <a:prstGeom prst="ellipse">
            <a:avLst/>
          </a:prstGeom>
          <a:solidFill>
            <a:schemeClr val="accent5"/>
          </a:solidFill>
          <a:ln w="12700">
            <a:solidFill>
              <a:schemeClr val="accent5"/>
            </a:solidFill>
            <a:prstDash val="solid"/>
          </a:ln>
        </p:spPr>
      </p:sp>
      <p:sp>
        <p:nvSpPr>
          <p:cNvPr id="12" name="gr-n-0-n"/>
          <p:cNvSpPr txBox="1"/>
          <p:nvPr/>
        </p:nvSpPr>
        <p:spPr>
          <a:xfrm>
            <a:off x="3383280" y="1828800"/>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3" name="Text 10"/>
          <p:cNvSpPr txBox="1"/>
          <p:nvPr/>
        </p:nvSpPr>
        <p:spPr>
          <a:xfrm>
            <a:off x="4251960" y="1417320"/>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Iha terrenu GPS hatudu ±80 m. Imi halo saida?</a:t>
            </a:r>
            <a:endParaRPr lang="en-US" sz="1800" dirty="0"/>
          </a:p>
        </p:txBody>
      </p:sp>
      <p:sp>
        <p:nvSpPr>
          <p:cNvPr id="14" name="gr-q-1"/>
          <p:cNvSpPr/>
          <p:nvPr/>
        </p:nvSpPr>
        <p:spPr>
          <a:xfrm>
            <a:off x="3154680" y="3035808"/>
            <a:ext cx="8488375" cy="1463040"/>
          </a:xfrm>
          <a:prstGeom prst="roundRect">
            <a:avLst>
              <a:gd name="adj" fmla="val 7500"/>
            </a:avLst>
          </a:prstGeom>
          <a:solidFill>
            <a:schemeClr val="bg2"/>
          </a:solidFill>
          <a:ln w="12700">
            <a:solidFill>
              <a:schemeClr val="bg2"/>
            </a:solidFill>
            <a:prstDash val="solid"/>
          </a:ln>
        </p:spPr>
      </p:sp>
      <p:sp>
        <p:nvSpPr>
          <p:cNvPr id="15" name="gr-n-1"/>
          <p:cNvSpPr/>
          <p:nvPr/>
        </p:nvSpPr>
        <p:spPr>
          <a:xfrm>
            <a:off x="3383280" y="3447288"/>
            <a:ext cx="640080" cy="640080"/>
          </a:xfrm>
          <a:prstGeom prst="ellipse">
            <a:avLst/>
          </a:prstGeom>
          <a:solidFill>
            <a:schemeClr val="accent5"/>
          </a:solidFill>
          <a:ln w="12700">
            <a:solidFill>
              <a:schemeClr val="accent5"/>
            </a:solidFill>
            <a:prstDash val="solid"/>
          </a:ln>
        </p:spPr>
      </p:sp>
      <p:sp>
        <p:nvSpPr>
          <p:cNvPr id="16" name="gr-n-1-n"/>
          <p:cNvSpPr txBox="1"/>
          <p:nvPr/>
        </p:nvSpPr>
        <p:spPr>
          <a:xfrm>
            <a:off x="3383280" y="344728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7" name="Text 14"/>
          <p:cNvSpPr txBox="1"/>
          <p:nvPr/>
        </p:nvSpPr>
        <p:spPr>
          <a:xfrm>
            <a:off x="4251960" y="3035808"/>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Komunidade muda ona ba fatin seluk. GPS foti iha ne'ebé?</a:t>
            </a:r>
            <a:endParaRPr lang="en-US" sz="1800" dirty="0"/>
          </a:p>
        </p:txBody>
      </p:sp>
      <p:sp>
        <p:nvSpPr>
          <p:cNvPr id="18" name="gr-q-2"/>
          <p:cNvSpPr/>
          <p:nvPr/>
        </p:nvSpPr>
        <p:spPr>
          <a:xfrm>
            <a:off x="3154680" y="4654296"/>
            <a:ext cx="8488375" cy="1463040"/>
          </a:xfrm>
          <a:prstGeom prst="roundRect">
            <a:avLst>
              <a:gd name="adj" fmla="val 7500"/>
            </a:avLst>
          </a:prstGeom>
          <a:solidFill>
            <a:schemeClr val="bg2"/>
          </a:solidFill>
          <a:ln w="12700">
            <a:solidFill>
              <a:schemeClr val="bg2"/>
            </a:solidFill>
            <a:prstDash val="solid"/>
          </a:ln>
        </p:spPr>
      </p:sp>
      <p:sp>
        <p:nvSpPr>
          <p:cNvPr id="19" name="gr-n-2"/>
          <p:cNvSpPr/>
          <p:nvPr/>
        </p:nvSpPr>
        <p:spPr>
          <a:xfrm>
            <a:off x="3383280" y="5065776"/>
            <a:ext cx="640080" cy="640080"/>
          </a:xfrm>
          <a:prstGeom prst="ellipse">
            <a:avLst/>
          </a:prstGeom>
          <a:solidFill>
            <a:schemeClr val="accent5"/>
          </a:solidFill>
          <a:ln w="12700">
            <a:solidFill>
              <a:schemeClr val="accent5"/>
            </a:solidFill>
            <a:prstDash val="solid"/>
          </a:ln>
        </p:spPr>
      </p:sp>
      <p:sp>
        <p:nvSpPr>
          <p:cNvPr id="20" name="gr-n-2-n"/>
          <p:cNvSpPr txBox="1"/>
          <p:nvPr/>
        </p:nvSpPr>
        <p:spPr>
          <a:xfrm>
            <a:off x="3383280" y="506577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1" name="Text 18"/>
          <p:cNvSpPr txBox="1"/>
          <p:nvPr/>
        </p:nvSpPr>
        <p:spPr>
          <a:xfrm>
            <a:off x="4251960" y="4654296"/>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Rai afetadu boot tebes. Oinsá uza poligon?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Grupu 3: Duplikadu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15:51</a:t>
            </a:r>
            <a:endParaRPr lang="en-US" sz="1200" dirty="0"/>
          </a:p>
        </p:txBody>
      </p:sp>
      <p:sp>
        <p:nvSpPr>
          <p:cNvPr id="5" name="gr-lado"/>
          <p:cNvSpPr/>
          <p:nvPr/>
        </p:nvSpPr>
        <p:spPr>
          <a:xfrm>
            <a:off x="548640" y="1417320"/>
            <a:ext cx="2377440" cy="4709160"/>
          </a:xfrm>
          <a:prstGeom prst="roundRect">
            <a:avLst>
              <a:gd name="adj" fmla="val 4615"/>
            </a:avLst>
          </a:prstGeom>
          <a:solidFill>
            <a:schemeClr val="accent3"/>
          </a:solidFill>
          <a:ln w="12700">
            <a:solidFill>
              <a:schemeClr val="accent3"/>
            </a:solidFill>
            <a:prstDash val="solid"/>
          </a:ln>
        </p:spPr>
      </p:sp>
      <p:sp>
        <p:nvSpPr>
          <p:cNvPr id="6" name="gr-ik-sirkulu"/>
          <p:cNvSpPr/>
          <p:nvPr/>
        </p:nvSpPr>
        <p:spPr>
          <a:xfrm>
            <a:off x="1005840" y="1920240"/>
            <a:ext cx="1463040" cy="1463040"/>
          </a:xfrm>
          <a:prstGeom prst="ellipse">
            <a:avLst/>
          </a:prstGeom>
          <a:solidFill>
            <a:schemeClr val="tx2"/>
          </a:solidFill>
          <a:ln w="12700">
            <a:solidFill>
              <a:schemeClr val="tx2"/>
            </a:solidFill>
            <a:prstDash val="solid"/>
          </a:ln>
        </p:spPr>
      </p:sp>
      <p:pic>
        <p:nvPicPr>
          <p:cNvPr id="7" name="gr-ik-ikone" descr="preencoded.png">    </p:cNvPr>
          <p:cNvPicPr>
            <a:picLocks noChangeAspect="1"/>
          </p:cNvPicPr>
          <p:nvPr/>
        </p:nvPicPr>
        <p:blipFill>
          <a:blip r:embed="rId1"/>
          <a:stretch>
            <a:fillRect/>
          </a:stretch>
        </p:blipFill>
        <p:spPr>
          <a:xfrm>
            <a:off x="1356970" y="2271370"/>
            <a:ext cx="760781" cy="760781"/>
          </a:xfrm>
          <a:prstGeom prst="rect">
            <a:avLst/>
          </a:prstGeom>
        </p:spPr>
      </p:pic>
      <p:sp>
        <p:nvSpPr>
          <p:cNvPr id="8" name="Text 5"/>
          <p:cNvSpPr txBox="1"/>
          <p:nvPr/>
        </p:nvSpPr>
        <p:spPr>
          <a:xfrm>
            <a:off x="548640" y="3657600"/>
            <a:ext cx="2377440" cy="548640"/>
          </a:xfrm>
          <a:prstGeom prst="rect">
            <a:avLst/>
          </a:prstGeom>
          <a:noFill/>
          <a:ln/>
        </p:spPr>
        <p:txBody>
          <a:bodyPr wrap="square" lIns="0" tIns="0" rIns="0" bIns="0" rtlCol="0" anchor="t"/>
          <a:lstStyle/>
          <a:p>
            <a:pPr algn="ctr" indent="0" marL="0">
              <a:buNone/>
            </a:pPr>
            <a:r>
              <a:rPr lang="en-US" sz="2600" b="1" dirty="0">
                <a:solidFill>
                  <a:schemeClr val="bg1"/>
                </a:solidFill>
                <a:latin typeface="Cambria" pitchFamily="34" charset="0"/>
                <a:ea typeface="Cambria" pitchFamily="34" charset="-122"/>
                <a:cs typeface="Cambria" pitchFamily="34" charset="-120"/>
              </a:rPr>
              <a:t>Grupu 3</a:t>
            </a:r>
            <a:endParaRPr lang="en-US" sz="2600" dirty="0"/>
          </a:p>
        </p:txBody>
      </p:sp>
      <p:sp>
        <p:nvSpPr>
          <p:cNvPr id="9" name="Text 6"/>
          <p:cNvSpPr txBox="1"/>
          <p:nvPr/>
        </p:nvSpPr>
        <p:spPr>
          <a:xfrm>
            <a:off x="685800" y="4206240"/>
            <a:ext cx="2103120" cy="914400"/>
          </a:xfrm>
          <a:prstGeom prst="rect">
            <a:avLst/>
          </a:prstGeom>
          <a:noFill/>
          <a:ln/>
        </p:spPr>
        <p:txBody>
          <a:bodyPr wrap="square" lIns="0" tIns="0" rIns="0" bIns="0" rtlCol="0" anchor="t"/>
          <a:lstStyle/>
          <a:p>
            <a:pPr algn="ctr" indent="0" marL="0">
              <a:buNone/>
            </a:pPr>
            <a:r>
              <a:rPr lang="en-US" sz="1600" b="1" dirty="0">
                <a:solidFill>
                  <a:schemeClr val="bg1"/>
                </a:solidFill>
              </a:rPr>
              <a:t>Duplikadu</a:t>
            </a:r>
            <a:endParaRPr lang="en-US" sz="1600" dirty="0"/>
          </a:p>
        </p:txBody>
      </p:sp>
      <p:sp>
        <p:nvSpPr>
          <p:cNvPr id="10" name="gr-q-0"/>
          <p:cNvSpPr/>
          <p:nvPr/>
        </p:nvSpPr>
        <p:spPr>
          <a:xfrm>
            <a:off x="3154680" y="1417320"/>
            <a:ext cx="8488375" cy="1463040"/>
          </a:xfrm>
          <a:prstGeom prst="roundRect">
            <a:avLst>
              <a:gd name="adj" fmla="val 7500"/>
            </a:avLst>
          </a:prstGeom>
          <a:solidFill>
            <a:schemeClr val="bg2"/>
          </a:solidFill>
          <a:ln w="12700">
            <a:solidFill>
              <a:schemeClr val="bg2"/>
            </a:solidFill>
            <a:prstDash val="solid"/>
          </a:ln>
        </p:spPr>
      </p:sp>
      <p:sp>
        <p:nvSpPr>
          <p:cNvPr id="11" name="gr-n-0"/>
          <p:cNvSpPr/>
          <p:nvPr/>
        </p:nvSpPr>
        <p:spPr>
          <a:xfrm>
            <a:off x="3383280" y="1828800"/>
            <a:ext cx="640080" cy="640080"/>
          </a:xfrm>
          <a:prstGeom prst="ellipse">
            <a:avLst/>
          </a:prstGeom>
          <a:solidFill>
            <a:schemeClr val="accent3"/>
          </a:solidFill>
          <a:ln w="12700">
            <a:solidFill>
              <a:schemeClr val="accent3"/>
            </a:solidFill>
            <a:prstDash val="solid"/>
          </a:ln>
        </p:spPr>
      </p:sp>
      <p:sp>
        <p:nvSpPr>
          <p:cNvPr id="12" name="gr-n-0-n"/>
          <p:cNvSpPr txBox="1"/>
          <p:nvPr/>
        </p:nvSpPr>
        <p:spPr>
          <a:xfrm>
            <a:off x="3383280" y="1828800"/>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3" name="Text 10"/>
          <p:cNvSpPr txBox="1"/>
          <p:nvPr/>
        </p:nvSpPr>
        <p:spPr>
          <a:xfrm>
            <a:off x="4251960" y="1417320"/>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Kolega rejista ona kazu iha aldeia hanesan semana kotuk. Imi halo saida?</a:t>
            </a:r>
            <a:endParaRPr lang="en-US" sz="1800" dirty="0"/>
          </a:p>
        </p:txBody>
      </p:sp>
      <p:sp>
        <p:nvSpPr>
          <p:cNvPr id="14" name="gr-q-1"/>
          <p:cNvSpPr/>
          <p:nvPr/>
        </p:nvSpPr>
        <p:spPr>
          <a:xfrm>
            <a:off x="3154680" y="3035808"/>
            <a:ext cx="8488375" cy="1463040"/>
          </a:xfrm>
          <a:prstGeom prst="roundRect">
            <a:avLst>
              <a:gd name="adj" fmla="val 7500"/>
            </a:avLst>
          </a:prstGeom>
          <a:solidFill>
            <a:schemeClr val="bg2"/>
          </a:solidFill>
          <a:ln w="12700">
            <a:solidFill>
              <a:schemeClr val="bg2"/>
            </a:solidFill>
            <a:prstDash val="solid"/>
          </a:ln>
        </p:spPr>
      </p:sp>
      <p:sp>
        <p:nvSpPr>
          <p:cNvPr id="15" name="gr-n-1"/>
          <p:cNvSpPr/>
          <p:nvPr/>
        </p:nvSpPr>
        <p:spPr>
          <a:xfrm>
            <a:off x="3383280" y="3447288"/>
            <a:ext cx="640080" cy="640080"/>
          </a:xfrm>
          <a:prstGeom prst="ellipse">
            <a:avLst/>
          </a:prstGeom>
          <a:solidFill>
            <a:schemeClr val="accent3"/>
          </a:solidFill>
          <a:ln w="12700">
            <a:solidFill>
              <a:schemeClr val="accent3"/>
            </a:solidFill>
            <a:prstDash val="solid"/>
          </a:ln>
        </p:spPr>
      </p:sp>
      <p:sp>
        <p:nvSpPr>
          <p:cNvPr id="16" name="gr-n-1-n"/>
          <p:cNvSpPr txBox="1"/>
          <p:nvPr/>
        </p:nvSpPr>
        <p:spPr>
          <a:xfrm>
            <a:off x="3383280" y="344728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7" name="Text 14"/>
          <p:cNvSpPr txBox="1"/>
          <p:nvPr/>
        </p:nvSpPr>
        <p:spPr>
          <a:xfrm>
            <a:off x="4251960" y="3035808"/>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App hatudu avizu "bele duplikadu" hafoin sinkron. Pasu tuir mai?</a:t>
            </a:r>
            <a:endParaRPr lang="en-US" sz="1800" dirty="0"/>
          </a:p>
        </p:txBody>
      </p:sp>
      <p:sp>
        <p:nvSpPr>
          <p:cNvPr id="18" name="gr-q-2"/>
          <p:cNvSpPr/>
          <p:nvPr/>
        </p:nvSpPr>
        <p:spPr>
          <a:xfrm>
            <a:off x="3154680" y="4654296"/>
            <a:ext cx="8488375" cy="1463040"/>
          </a:xfrm>
          <a:prstGeom prst="roundRect">
            <a:avLst>
              <a:gd name="adj" fmla="val 7500"/>
            </a:avLst>
          </a:prstGeom>
          <a:solidFill>
            <a:schemeClr val="bg2"/>
          </a:solidFill>
          <a:ln w="12700">
            <a:solidFill>
              <a:schemeClr val="bg2"/>
            </a:solidFill>
            <a:prstDash val="solid"/>
          </a:ln>
        </p:spPr>
      </p:sp>
      <p:sp>
        <p:nvSpPr>
          <p:cNvPr id="19" name="gr-n-2"/>
          <p:cNvSpPr/>
          <p:nvPr/>
        </p:nvSpPr>
        <p:spPr>
          <a:xfrm>
            <a:off x="3383280" y="5065776"/>
            <a:ext cx="640080" cy="640080"/>
          </a:xfrm>
          <a:prstGeom prst="ellipse">
            <a:avLst/>
          </a:prstGeom>
          <a:solidFill>
            <a:schemeClr val="accent3"/>
          </a:solidFill>
          <a:ln w="12700">
            <a:solidFill>
              <a:schemeClr val="accent3"/>
            </a:solidFill>
            <a:prstDash val="solid"/>
          </a:ln>
        </p:spPr>
      </p:sp>
      <p:sp>
        <p:nvSpPr>
          <p:cNvPr id="20" name="gr-n-2-n"/>
          <p:cNvSpPr txBox="1"/>
          <p:nvPr/>
        </p:nvSpPr>
        <p:spPr>
          <a:xfrm>
            <a:off x="3383280" y="506577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1" name="Text 18"/>
          <p:cNvSpPr txBox="1"/>
          <p:nvPr/>
        </p:nvSpPr>
        <p:spPr>
          <a:xfrm>
            <a:off x="4251960" y="4654296"/>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Tanba sá kazu dala rua aat ba advokasia?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Grupu 4: Status kazu</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15:52</a:t>
            </a:r>
            <a:endParaRPr lang="en-US" sz="1200" dirty="0"/>
          </a:p>
        </p:txBody>
      </p:sp>
      <p:sp>
        <p:nvSpPr>
          <p:cNvPr id="5" name="gr-lado"/>
          <p:cNvSpPr/>
          <p:nvPr/>
        </p:nvSpPr>
        <p:spPr>
          <a:xfrm>
            <a:off x="548640" y="1417320"/>
            <a:ext cx="2377440" cy="4709160"/>
          </a:xfrm>
          <a:prstGeom prst="roundRect">
            <a:avLst>
              <a:gd name="adj" fmla="val 4615"/>
            </a:avLst>
          </a:prstGeom>
          <a:solidFill>
            <a:schemeClr val="accent6"/>
          </a:solidFill>
          <a:ln w="12700">
            <a:solidFill>
              <a:schemeClr val="accent6"/>
            </a:solidFill>
            <a:prstDash val="solid"/>
          </a:ln>
        </p:spPr>
      </p:sp>
      <p:sp>
        <p:nvSpPr>
          <p:cNvPr id="6" name="gr-ik-sirkulu"/>
          <p:cNvSpPr/>
          <p:nvPr/>
        </p:nvSpPr>
        <p:spPr>
          <a:xfrm>
            <a:off x="1005840" y="1920240"/>
            <a:ext cx="1463040" cy="1463040"/>
          </a:xfrm>
          <a:prstGeom prst="ellipse">
            <a:avLst/>
          </a:prstGeom>
          <a:solidFill>
            <a:schemeClr val="tx2"/>
          </a:solidFill>
          <a:ln w="12700">
            <a:solidFill>
              <a:schemeClr val="tx2"/>
            </a:solidFill>
            <a:prstDash val="solid"/>
          </a:ln>
        </p:spPr>
      </p:sp>
      <p:pic>
        <p:nvPicPr>
          <p:cNvPr id="7" name="gr-ik-ikone" descr="preencoded.png">    </p:cNvPr>
          <p:cNvPicPr>
            <a:picLocks noChangeAspect="1"/>
          </p:cNvPicPr>
          <p:nvPr/>
        </p:nvPicPr>
        <p:blipFill>
          <a:blip r:embed="rId1"/>
          <a:stretch>
            <a:fillRect/>
          </a:stretch>
        </p:blipFill>
        <p:spPr>
          <a:xfrm>
            <a:off x="1356970" y="2271370"/>
            <a:ext cx="760781" cy="760781"/>
          </a:xfrm>
          <a:prstGeom prst="rect">
            <a:avLst/>
          </a:prstGeom>
        </p:spPr>
      </p:pic>
      <p:sp>
        <p:nvSpPr>
          <p:cNvPr id="8" name="Text 5"/>
          <p:cNvSpPr txBox="1"/>
          <p:nvPr/>
        </p:nvSpPr>
        <p:spPr>
          <a:xfrm>
            <a:off x="548640" y="3657600"/>
            <a:ext cx="2377440" cy="548640"/>
          </a:xfrm>
          <a:prstGeom prst="rect">
            <a:avLst/>
          </a:prstGeom>
          <a:noFill/>
          <a:ln/>
        </p:spPr>
        <p:txBody>
          <a:bodyPr wrap="square" lIns="0" tIns="0" rIns="0" bIns="0" rtlCol="0" anchor="t"/>
          <a:lstStyle/>
          <a:p>
            <a:pPr algn="ctr" indent="0" marL="0">
              <a:buNone/>
            </a:pPr>
            <a:r>
              <a:rPr lang="en-US" sz="2600" b="1" dirty="0">
                <a:solidFill>
                  <a:schemeClr val="bg1"/>
                </a:solidFill>
                <a:latin typeface="Cambria" pitchFamily="34" charset="0"/>
                <a:ea typeface="Cambria" pitchFamily="34" charset="-122"/>
                <a:cs typeface="Cambria" pitchFamily="34" charset="-120"/>
              </a:rPr>
              <a:t>Grupu 4</a:t>
            </a:r>
            <a:endParaRPr lang="en-US" sz="2600" dirty="0"/>
          </a:p>
        </p:txBody>
      </p:sp>
      <p:sp>
        <p:nvSpPr>
          <p:cNvPr id="9" name="Text 6"/>
          <p:cNvSpPr txBox="1"/>
          <p:nvPr/>
        </p:nvSpPr>
        <p:spPr>
          <a:xfrm>
            <a:off x="685800" y="4206240"/>
            <a:ext cx="2103120" cy="914400"/>
          </a:xfrm>
          <a:prstGeom prst="rect">
            <a:avLst/>
          </a:prstGeom>
          <a:noFill/>
          <a:ln/>
        </p:spPr>
        <p:txBody>
          <a:bodyPr wrap="square" lIns="0" tIns="0" rIns="0" bIns="0" rtlCol="0" anchor="t"/>
          <a:lstStyle/>
          <a:p>
            <a:pPr algn="ctr" indent="0" marL="0">
              <a:buNone/>
            </a:pPr>
            <a:r>
              <a:rPr lang="en-US" sz="1600" b="1" dirty="0">
                <a:solidFill>
                  <a:schemeClr val="bg1"/>
                </a:solidFill>
              </a:rPr>
              <a:t>Status kazu</a:t>
            </a:r>
            <a:endParaRPr lang="en-US" sz="1600" dirty="0"/>
          </a:p>
        </p:txBody>
      </p:sp>
      <p:sp>
        <p:nvSpPr>
          <p:cNvPr id="10" name="gr-q-0"/>
          <p:cNvSpPr/>
          <p:nvPr/>
        </p:nvSpPr>
        <p:spPr>
          <a:xfrm>
            <a:off x="3154680" y="1417320"/>
            <a:ext cx="8488375" cy="1463040"/>
          </a:xfrm>
          <a:prstGeom prst="roundRect">
            <a:avLst>
              <a:gd name="adj" fmla="val 7500"/>
            </a:avLst>
          </a:prstGeom>
          <a:solidFill>
            <a:schemeClr val="bg2"/>
          </a:solidFill>
          <a:ln w="12700">
            <a:solidFill>
              <a:schemeClr val="bg2"/>
            </a:solidFill>
            <a:prstDash val="solid"/>
          </a:ln>
        </p:spPr>
      </p:sp>
      <p:sp>
        <p:nvSpPr>
          <p:cNvPr id="11" name="gr-n-0"/>
          <p:cNvSpPr/>
          <p:nvPr/>
        </p:nvSpPr>
        <p:spPr>
          <a:xfrm>
            <a:off x="3383280" y="1828800"/>
            <a:ext cx="640080" cy="640080"/>
          </a:xfrm>
          <a:prstGeom prst="ellipse">
            <a:avLst/>
          </a:prstGeom>
          <a:solidFill>
            <a:schemeClr val="accent6"/>
          </a:solidFill>
          <a:ln w="12700">
            <a:solidFill>
              <a:schemeClr val="accent6"/>
            </a:solidFill>
            <a:prstDash val="solid"/>
          </a:ln>
        </p:spPr>
      </p:sp>
      <p:sp>
        <p:nvSpPr>
          <p:cNvPr id="12" name="gr-n-0-n"/>
          <p:cNvSpPr txBox="1"/>
          <p:nvPr/>
        </p:nvSpPr>
        <p:spPr>
          <a:xfrm>
            <a:off x="3383280" y="1828800"/>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3" name="Text 10"/>
          <p:cNvSpPr txBox="1"/>
          <p:nvPr/>
        </p:nvSpPr>
        <p:spPr>
          <a:xfrm>
            <a:off x="4251960" y="1417320"/>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Imi-nia kazu Rejeitadu ho nota "GPS la loos". Saida mak imi halo?</a:t>
            </a:r>
            <a:endParaRPr lang="en-US" sz="1800" dirty="0"/>
          </a:p>
        </p:txBody>
      </p:sp>
      <p:sp>
        <p:nvSpPr>
          <p:cNvPr id="14" name="gr-q-1"/>
          <p:cNvSpPr/>
          <p:nvPr/>
        </p:nvSpPr>
        <p:spPr>
          <a:xfrm>
            <a:off x="3154680" y="3035808"/>
            <a:ext cx="8488375" cy="1463040"/>
          </a:xfrm>
          <a:prstGeom prst="roundRect">
            <a:avLst>
              <a:gd name="adj" fmla="val 7500"/>
            </a:avLst>
          </a:prstGeom>
          <a:solidFill>
            <a:schemeClr val="bg2"/>
          </a:solidFill>
          <a:ln w="12700">
            <a:solidFill>
              <a:schemeClr val="bg2"/>
            </a:solidFill>
            <a:prstDash val="solid"/>
          </a:ln>
        </p:spPr>
      </p:sp>
      <p:sp>
        <p:nvSpPr>
          <p:cNvPr id="15" name="gr-n-1"/>
          <p:cNvSpPr/>
          <p:nvPr/>
        </p:nvSpPr>
        <p:spPr>
          <a:xfrm>
            <a:off x="3383280" y="3447288"/>
            <a:ext cx="640080" cy="640080"/>
          </a:xfrm>
          <a:prstGeom prst="ellipse">
            <a:avLst/>
          </a:prstGeom>
          <a:solidFill>
            <a:schemeClr val="accent6"/>
          </a:solidFill>
          <a:ln w="12700">
            <a:solidFill>
              <a:schemeClr val="accent6"/>
            </a:solidFill>
            <a:prstDash val="solid"/>
          </a:ln>
        </p:spPr>
      </p:sp>
      <p:sp>
        <p:nvSpPr>
          <p:cNvPr id="16" name="gr-n-1-n"/>
          <p:cNvSpPr txBox="1"/>
          <p:nvPr/>
        </p:nvSpPr>
        <p:spPr>
          <a:xfrm>
            <a:off x="3383280" y="344728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7" name="Text 14"/>
          <p:cNvSpPr txBox="1"/>
          <p:nvPr/>
        </p:nvSpPr>
        <p:spPr>
          <a:xfrm>
            <a:off x="4251960" y="3035808"/>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Imi simu Follow-up husi Admin. Signifika saida no halo oinsá?</a:t>
            </a:r>
            <a:endParaRPr lang="en-US" sz="1800" dirty="0"/>
          </a:p>
        </p:txBody>
      </p:sp>
      <p:sp>
        <p:nvSpPr>
          <p:cNvPr id="18" name="gr-q-2"/>
          <p:cNvSpPr/>
          <p:nvPr/>
        </p:nvSpPr>
        <p:spPr>
          <a:xfrm>
            <a:off x="3154680" y="4654296"/>
            <a:ext cx="8488375" cy="1463040"/>
          </a:xfrm>
          <a:prstGeom prst="roundRect">
            <a:avLst>
              <a:gd name="adj" fmla="val 7500"/>
            </a:avLst>
          </a:prstGeom>
          <a:solidFill>
            <a:schemeClr val="bg2"/>
          </a:solidFill>
          <a:ln w="12700">
            <a:solidFill>
              <a:schemeClr val="bg2"/>
            </a:solidFill>
            <a:prstDash val="solid"/>
          </a:ln>
        </p:spPr>
      </p:sp>
      <p:sp>
        <p:nvSpPr>
          <p:cNvPr id="19" name="gr-n-2"/>
          <p:cNvSpPr/>
          <p:nvPr/>
        </p:nvSpPr>
        <p:spPr>
          <a:xfrm>
            <a:off x="3383280" y="5065776"/>
            <a:ext cx="640080" cy="640080"/>
          </a:xfrm>
          <a:prstGeom prst="ellipse">
            <a:avLst/>
          </a:prstGeom>
          <a:solidFill>
            <a:schemeClr val="accent6"/>
          </a:solidFill>
          <a:ln w="12700">
            <a:solidFill>
              <a:schemeClr val="accent6"/>
            </a:solidFill>
            <a:prstDash val="solid"/>
          </a:ln>
        </p:spPr>
      </p:sp>
      <p:sp>
        <p:nvSpPr>
          <p:cNvPr id="20" name="gr-n-2-n"/>
          <p:cNvSpPr txBox="1"/>
          <p:nvPr/>
        </p:nvSpPr>
        <p:spPr>
          <a:xfrm>
            <a:off x="3383280" y="506577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1" name="Text 18"/>
          <p:cNvSpPr txBox="1"/>
          <p:nvPr/>
        </p:nvSpPr>
        <p:spPr>
          <a:xfrm>
            <a:off x="4251960" y="4654296"/>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Kazu iha HP loron 10 seidauk sinkron. Risku saida?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Grupu 5: Seguransa</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15:53</a:t>
            </a:r>
            <a:endParaRPr lang="en-US" sz="1200" dirty="0"/>
          </a:p>
        </p:txBody>
      </p:sp>
      <p:sp>
        <p:nvSpPr>
          <p:cNvPr id="5" name="gr-lado"/>
          <p:cNvSpPr/>
          <p:nvPr/>
        </p:nvSpPr>
        <p:spPr>
          <a:xfrm>
            <a:off x="548640" y="1417320"/>
            <a:ext cx="2377440" cy="4709160"/>
          </a:xfrm>
          <a:prstGeom prst="roundRect">
            <a:avLst>
              <a:gd name="adj" fmla="val 4615"/>
            </a:avLst>
          </a:prstGeom>
          <a:solidFill>
            <a:schemeClr val="accent4"/>
          </a:solidFill>
          <a:ln w="12700">
            <a:solidFill>
              <a:schemeClr val="accent4"/>
            </a:solidFill>
            <a:prstDash val="solid"/>
          </a:ln>
        </p:spPr>
      </p:sp>
      <p:sp>
        <p:nvSpPr>
          <p:cNvPr id="6" name="gr-ik-sirkulu"/>
          <p:cNvSpPr/>
          <p:nvPr/>
        </p:nvSpPr>
        <p:spPr>
          <a:xfrm>
            <a:off x="1005840" y="1920240"/>
            <a:ext cx="1463040" cy="1463040"/>
          </a:xfrm>
          <a:prstGeom prst="ellipse">
            <a:avLst/>
          </a:prstGeom>
          <a:solidFill>
            <a:schemeClr val="tx2"/>
          </a:solidFill>
          <a:ln w="12700">
            <a:solidFill>
              <a:schemeClr val="tx2"/>
            </a:solidFill>
            <a:prstDash val="solid"/>
          </a:ln>
        </p:spPr>
      </p:sp>
      <p:pic>
        <p:nvPicPr>
          <p:cNvPr id="7" name="gr-ik-ikone" descr="preencoded.png">    </p:cNvPr>
          <p:cNvPicPr>
            <a:picLocks noChangeAspect="1"/>
          </p:cNvPicPr>
          <p:nvPr/>
        </p:nvPicPr>
        <p:blipFill>
          <a:blip r:embed="rId1"/>
          <a:stretch>
            <a:fillRect/>
          </a:stretch>
        </p:blipFill>
        <p:spPr>
          <a:xfrm>
            <a:off x="1356970" y="2271370"/>
            <a:ext cx="760781" cy="760781"/>
          </a:xfrm>
          <a:prstGeom prst="rect">
            <a:avLst/>
          </a:prstGeom>
        </p:spPr>
      </p:pic>
      <p:sp>
        <p:nvSpPr>
          <p:cNvPr id="8" name="Text 5"/>
          <p:cNvSpPr txBox="1"/>
          <p:nvPr/>
        </p:nvSpPr>
        <p:spPr>
          <a:xfrm>
            <a:off x="548640" y="3657600"/>
            <a:ext cx="2377440" cy="548640"/>
          </a:xfrm>
          <a:prstGeom prst="rect">
            <a:avLst/>
          </a:prstGeom>
          <a:noFill/>
          <a:ln/>
        </p:spPr>
        <p:txBody>
          <a:bodyPr wrap="square" lIns="0" tIns="0" rIns="0" bIns="0" rtlCol="0" anchor="t"/>
          <a:lstStyle/>
          <a:p>
            <a:pPr algn="ctr" indent="0" marL="0">
              <a:buNone/>
            </a:pPr>
            <a:r>
              <a:rPr lang="en-US" sz="2600" b="1" dirty="0">
                <a:solidFill>
                  <a:schemeClr val="bg1"/>
                </a:solidFill>
                <a:latin typeface="Cambria" pitchFamily="34" charset="0"/>
                <a:ea typeface="Cambria" pitchFamily="34" charset="-122"/>
                <a:cs typeface="Cambria" pitchFamily="34" charset="-120"/>
              </a:rPr>
              <a:t>Grupu 5</a:t>
            </a:r>
            <a:endParaRPr lang="en-US" sz="2600" dirty="0"/>
          </a:p>
        </p:txBody>
      </p:sp>
      <p:sp>
        <p:nvSpPr>
          <p:cNvPr id="9" name="Text 6"/>
          <p:cNvSpPr txBox="1"/>
          <p:nvPr/>
        </p:nvSpPr>
        <p:spPr>
          <a:xfrm>
            <a:off x="685800" y="4206240"/>
            <a:ext cx="2103120" cy="914400"/>
          </a:xfrm>
          <a:prstGeom prst="rect">
            <a:avLst/>
          </a:prstGeom>
          <a:noFill/>
          <a:ln/>
        </p:spPr>
        <p:txBody>
          <a:bodyPr wrap="square" lIns="0" tIns="0" rIns="0" bIns="0" rtlCol="0" anchor="t"/>
          <a:lstStyle/>
          <a:p>
            <a:pPr algn="ctr" indent="0" marL="0">
              <a:buNone/>
            </a:pPr>
            <a:r>
              <a:rPr lang="en-US" sz="1600" b="1" dirty="0">
                <a:solidFill>
                  <a:schemeClr val="bg1"/>
                </a:solidFill>
              </a:rPr>
              <a:t>Seguransa</a:t>
            </a:r>
            <a:endParaRPr lang="en-US" sz="1600" dirty="0"/>
          </a:p>
        </p:txBody>
      </p:sp>
      <p:sp>
        <p:nvSpPr>
          <p:cNvPr id="10" name="gr-q-0"/>
          <p:cNvSpPr/>
          <p:nvPr/>
        </p:nvSpPr>
        <p:spPr>
          <a:xfrm>
            <a:off x="3154680" y="1417320"/>
            <a:ext cx="8488375" cy="1463040"/>
          </a:xfrm>
          <a:prstGeom prst="roundRect">
            <a:avLst>
              <a:gd name="adj" fmla="val 7500"/>
            </a:avLst>
          </a:prstGeom>
          <a:solidFill>
            <a:schemeClr val="bg2"/>
          </a:solidFill>
          <a:ln w="12700">
            <a:solidFill>
              <a:schemeClr val="bg2"/>
            </a:solidFill>
            <a:prstDash val="solid"/>
          </a:ln>
        </p:spPr>
      </p:sp>
      <p:sp>
        <p:nvSpPr>
          <p:cNvPr id="11" name="gr-n-0"/>
          <p:cNvSpPr/>
          <p:nvPr/>
        </p:nvSpPr>
        <p:spPr>
          <a:xfrm>
            <a:off x="3383280" y="1828800"/>
            <a:ext cx="640080" cy="640080"/>
          </a:xfrm>
          <a:prstGeom prst="ellipse">
            <a:avLst/>
          </a:prstGeom>
          <a:solidFill>
            <a:schemeClr val="accent4"/>
          </a:solidFill>
          <a:ln w="12700">
            <a:solidFill>
              <a:schemeClr val="accent4"/>
            </a:solidFill>
            <a:prstDash val="solid"/>
          </a:ln>
        </p:spPr>
      </p:sp>
      <p:sp>
        <p:nvSpPr>
          <p:cNvPr id="12" name="gr-n-0-n"/>
          <p:cNvSpPr txBox="1"/>
          <p:nvPr/>
        </p:nvSpPr>
        <p:spPr>
          <a:xfrm>
            <a:off x="3383280" y="1828800"/>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3" name="Text 10"/>
          <p:cNvSpPr txBox="1"/>
          <p:nvPr/>
        </p:nvSpPr>
        <p:spPr>
          <a:xfrm>
            <a:off x="4251960" y="1417320"/>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HP lakon ho kazu 3 seidauk sinkron. Pasu saida?</a:t>
            </a:r>
            <a:endParaRPr lang="en-US" sz="1800" dirty="0"/>
          </a:p>
        </p:txBody>
      </p:sp>
      <p:sp>
        <p:nvSpPr>
          <p:cNvPr id="14" name="gr-q-1"/>
          <p:cNvSpPr/>
          <p:nvPr/>
        </p:nvSpPr>
        <p:spPr>
          <a:xfrm>
            <a:off x="3154680" y="3035808"/>
            <a:ext cx="8488375" cy="1463040"/>
          </a:xfrm>
          <a:prstGeom prst="roundRect">
            <a:avLst>
              <a:gd name="adj" fmla="val 7500"/>
            </a:avLst>
          </a:prstGeom>
          <a:solidFill>
            <a:schemeClr val="bg2"/>
          </a:solidFill>
          <a:ln w="12700">
            <a:solidFill>
              <a:schemeClr val="bg2"/>
            </a:solidFill>
            <a:prstDash val="solid"/>
          </a:ln>
        </p:spPr>
      </p:sp>
      <p:sp>
        <p:nvSpPr>
          <p:cNvPr id="15" name="gr-n-1"/>
          <p:cNvSpPr/>
          <p:nvPr/>
        </p:nvSpPr>
        <p:spPr>
          <a:xfrm>
            <a:off x="3383280" y="3447288"/>
            <a:ext cx="640080" cy="640080"/>
          </a:xfrm>
          <a:prstGeom prst="ellipse">
            <a:avLst/>
          </a:prstGeom>
          <a:solidFill>
            <a:schemeClr val="accent4"/>
          </a:solidFill>
          <a:ln w="12700">
            <a:solidFill>
              <a:schemeClr val="accent4"/>
            </a:solidFill>
            <a:prstDash val="solid"/>
          </a:ln>
        </p:spPr>
      </p:sp>
      <p:sp>
        <p:nvSpPr>
          <p:cNvPr id="16" name="gr-n-1-n"/>
          <p:cNvSpPr txBox="1"/>
          <p:nvPr/>
        </p:nvSpPr>
        <p:spPr>
          <a:xfrm>
            <a:off x="3383280" y="344728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7" name="Text 14"/>
          <p:cNvSpPr txBox="1"/>
          <p:nvPr/>
        </p:nvSpPr>
        <p:spPr>
          <a:xfrm>
            <a:off x="4251960" y="3035808"/>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Haluha PIN iha terrenu, la iha sinál. Imi halo saida?</a:t>
            </a:r>
            <a:endParaRPr lang="en-US" sz="1800" dirty="0"/>
          </a:p>
        </p:txBody>
      </p:sp>
      <p:sp>
        <p:nvSpPr>
          <p:cNvPr id="18" name="gr-q-2"/>
          <p:cNvSpPr/>
          <p:nvPr/>
        </p:nvSpPr>
        <p:spPr>
          <a:xfrm>
            <a:off x="3154680" y="4654296"/>
            <a:ext cx="8488375" cy="1463040"/>
          </a:xfrm>
          <a:prstGeom prst="roundRect">
            <a:avLst>
              <a:gd name="adj" fmla="val 7500"/>
            </a:avLst>
          </a:prstGeom>
          <a:solidFill>
            <a:schemeClr val="bg2"/>
          </a:solidFill>
          <a:ln w="12700">
            <a:solidFill>
              <a:schemeClr val="bg2"/>
            </a:solidFill>
            <a:prstDash val="solid"/>
          </a:ln>
        </p:spPr>
      </p:sp>
      <p:sp>
        <p:nvSpPr>
          <p:cNvPr id="19" name="gr-n-2"/>
          <p:cNvSpPr/>
          <p:nvPr/>
        </p:nvSpPr>
        <p:spPr>
          <a:xfrm>
            <a:off x="3383280" y="5065776"/>
            <a:ext cx="640080" cy="640080"/>
          </a:xfrm>
          <a:prstGeom prst="ellipse">
            <a:avLst/>
          </a:prstGeom>
          <a:solidFill>
            <a:schemeClr val="accent4"/>
          </a:solidFill>
          <a:ln w="12700">
            <a:solidFill>
              <a:schemeClr val="accent4"/>
            </a:solidFill>
            <a:prstDash val="solid"/>
          </a:ln>
        </p:spPr>
      </p:sp>
      <p:sp>
        <p:nvSpPr>
          <p:cNvPr id="20" name="gr-n-2-n"/>
          <p:cNvSpPr txBox="1"/>
          <p:nvPr/>
        </p:nvSpPr>
        <p:spPr>
          <a:xfrm>
            <a:off x="3383280" y="506577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1" name="Text 18"/>
          <p:cNvSpPr txBox="1"/>
          <p:nvPr/>
        </p:nvSpPr>
        <p:spPr>
          <a:xfrm>
            <a:off x="4251960" y="4654296"/>
            <a:ext cx="7162495" cy="1463040"/>
          </a:xfrm>
          <a:prstGeom prst="rect">
            <a:avLst/>
          </a:prstGeom>
          <a:noFill/>
          <a:ln/>
        </p:spPr>
        <p:txBody>
          <a:bodyPr wrap="square" lIns="0" tIns="0" rIns="0" bIns="0" rtlCol="0" anchor="ctr"/>
          <a:lstStyle/>
          <a:p>
            <a:pPr indent="0" marL="0">
              <a:buNone/>
            </a:pPr>
            <a:r>
              <a:rPr lang="en-US" sz="1800" b="1" dirty="0">
                <a:solidFill>
                  <a:schemeClr val="tx2"/>
                </a:solidFill>
              </a:rPr>
              <a:t>Kolega husu empresta HP ne'ebé iha app nakloke. Imi halo saida?</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Perguntas ne'ebé ema husu beibeik</a:t>
            </a:r>
            <a:endParaRPr lang="en-US" sz="3000" dirty="0"/>
          </a:p>
        </p:txBody>
      </p:sp>
      <p:sp>
        <p:nvSpPr>
          <p:cNvPr id="3" name="tempu"/>
          <p:cNvSpPr/>
          <p:nvPr/>
        </p:nvSpPr>
        <p:spPr>
          <a:xfrm>
            <a:off x="10271455" y="457200"/>
            <a:ext cx="1371600" cy="384048"/>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10271455" y="457200"/>
            <a:ext cx="1371600" cy="384048"/>
          </a:xfrm>
          <a:prstGeom prst="rect">
            <a:avLst/>
          </a:prstGeom>
          <a:noFill/>
          <a:ln/>
        </p:spPr>
        <p:txBody>
          <a:bodyPr wrap="square" lIns="0" tIns="0" rIns="0" bIns="0" rtlCol="0" anchor="ctr"/>
          <a:lstStyle/>
          <a:p>
            <a:pPr algn="ctr" indent="0" marL="0">
              <a:buNone/>
            </a:pPr>
            <a:r>
              <a:rPr lang="en-US" sz="1200" b="1" dirty="0">
                <a:solidFill>
                  <a:schemeClr val="accent1"/>
                </a:solidFill>
              </a:rPr>
              <a:t>15:55</a:t>
            </a:r>
            <a:endParaRPr lang="en-US" sz="1200" dirty="0"/>
          </a:p>
        </p:txBody>
      </p:sp>
      <p:sp>
        <p:nvSpPr>
          <p:cNvPr id="5" name="q-0"/>
          <p:cNvSpPr/>
          <p:nvPr/>
        </p:nvSpPr>
        <p:spPr>
          <a:xfrm>
            <a:off x="548640" y="1417320"/>
            <a:ext cx="5410048" cy="1417320"/>
          </a:xfrm>
          <a:prstGeom prst="roundRect">
            <a:avLst>
              <a:gd name="adj" fmla="val 7742"/>
            </a:avLst>
          </a:prstGeom>
          <a:solidFill>
            <a:schemeClr val="bg2"/>
          </a:solidFill>
          <a:ln w="12700">
            <a:solidFill>
              <a:schemeClr val="bg2"/>
            </a:solidFill>
            <a:prstDash val="solid"/>
          </a:ln>
        </p:spPr>
      </p:sp>
      <p:sp>
        <p:nvSpPr>
          <p:cNvPr id="6" name="q-n-0"/>
          <p:cNvSpPr/>
          <p:nvPr/>
        </p:nvSpPr>
        <p:spPr>
          <a:xfrm>
            <a:off x="777240" y="1801368"/>
            <a:ext cx="640080" cy="640080"/>
          </a:xfrm>
          <a:prstGeom prst="ellipse">
            <a:avLst/>
          </a:prstGeom>
          <a:solidFill>
            <a:schemeClr val="accent1"/>
          </a:solidFill>
          <a:ln w="12700">
            <a:solidFill>
              <a:schemeClr val="accent1"/>
            </a:solidFill>
            <a:prstDash val="solid"/>
          </a:ln>
        </p:spPr>
      </p:sp>
      <p:sp>
        <p:nvSpPr>
          <p:cNvPr id="7" name="q-n-0-n"/>
          <p:cNvSpPr txBox="1"/>
          <p:nvPr/>
        </p:nvSpPr>
        <p:spPr>
          <a:xfrm>
            <a:off x="777240" y="180136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8" name="Text 6"/>
          <p:cNvSpPr txBox="1"/>
          <p:nvPr/>
        </p:nvSpPr>
        <p:spPr>
          <a:xfrm>
            <a:off x="1600200" y="1554480"/>
            <a:ext cx="4175608" cy="457200"/>
          </a:xfrm>
          <a:prstGeom prst="rect">
            <a:avLst/>
          </a:prstGeom>
          <a:noFill/>
          <a:ln/>
        </p:spPr>
        <p:txBody>
          <a:bodyPr wrap="square" lIns="0" tIns="0" rIns="0" bIns="0" rtlCol="0" anchor="t"/>
          <a:lstStyle/>
          <a:p>
            <a:pPr indent="0" marL="0">
              <a:buNone/>
            </a:pPr>
            <a:r>
              <a:rPr lang="en-US" sz="1600" b="1" dirty="0">
                <a:solidFill>
                  <a:schemeClr val="tx2"/>
                </a:solidFill>
              </a:rPr>
              <a:t>Bele rejista kazu online iha laptop?</a:t>
            </a:r>
            <a:endParaRPr lang="en-US" sz="1600" dirty="0"/>
          </a:p>
        </p:txBody>
      </p:sp>
      <p:sp>
        <p:nvSpPr>
          <p:cNvPr id="9" name="Text 7"/>
          <p:cNvSpPr txBox="1"/>
          <p:nvPr/>
        </p:nvSpPr>
        <p:spPr>
          <a:xfrm>
            <a:off x="1600200" y="2011680"/>
            <a:ext cx="4175608" cy="731520"/>
          </a:xfrm>
          <a:prstGeom prst="rect">
            <a:avLst/>
          </a:prstGeom>
          <a:noFill/>
          <a:ln/>
        </p:spPr>
        <p:txBody>
          <a:bodyPr wrap="square" lIns="0" tIns="0" rIns="0" bIns="0" rtlCol="0" anchor="t"/>
          <a:lstStyle/>
          <a:p>
            <a:pPr indent="0" marL="0">
              <a:buNone/>
            </a:pPr>
            <a:r>
              <a:rPr lang="en-US" sz="1400" dirty="0">
                <a:solidFill>
                  <a:schemeClr val="tx1"/>
                </a:solidFill>
              </a:rPr>
              <a:t>Sin: SIBAR-RbR online → Kazu Foun. Formuláriu hanesan.</a:t>
            </a:r>
            <a:endParaRPr lang="en-US" sz="1400" dirty="0"/>
          </a:p>
        </p:txBody>
      </p:sp>
      <p:sp>
        <p:nvSpPr>
          <p:cNvPr id="10" name="q-1"/>
          <p:cNvSpPr/>
          <p:nvPr/>
        </p:nvSpPr>
        <p:spPr>
          <a:xfrm>
            <a:off x="6233008" y="1417320"/>
            <a:ext cx="5410048" cy="1417320"/>
          </a:xfrm>
          <a:prstGeom prst="roundRect">
            <a:avLst>
              <a:gd name="adj" fmla="val 7742"/>
            </a:avLst>
          </a:prstGeom>
          <a:solidFill>
            <a:schemeClr val="bg2"/>
          </a:solidFill>
          <a:ln w="12700">
            <a:solidFill>
              <a:schemeClr val="bg2"/>
            </a:solidFill>
            <a:prstDash val="solid"/>
          </a:ln>
        </p:spPr>
      </p:sp>
      <p:sp>
        <p:nvSpPr>
          <p:cNvPr id="11" name="q-n-1"/>
          <p:cNvSpPr/>
          <p:nvPr/>
        </p:nvSpPr>
        <p:spPr>
          <a:xfrm>
            <a:off x="6461608" y="1801368"/>
            <a:ext cx="640080" cy="640080"/>
          </a:xfrm>
          <a:prstGeom prst="ellipse">
            <a:avLst/>
          </a:prstGeom>
          <a:solidFill>
            <a:schemeClr val="accent5"/>
          </a:solidFill>
          <a:ln w="12700">
            <a:solidFill>
              <a:schemeClr val="accent5"/>
            </a:solidFill>
            <a:prstDash val="solid"/>
          </a:ln>
        </p:spPr>
      </p:sp>
      <p:sp>
        <p:nvSpPr>
          <p:cNvPr id="12" name="q-n-1-n"/>
          <p:cNvSpPr txBox="1"/>
          <p:nvPr/>
        </p:nvSpPr>
        <p:spPr>
          <a:xfrm>
            <a:off x="6461608" y="1801368"/>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13" name="Text 11"/>
          <p:cNvSpPr txBox="1"/>
          <p:nvPr/>
        </p:nvSpPr>
        <p:spPr>
          <a:xfrm>
            <a:off x="7284568" y="1554480"/>
            <a:ext cx="4175608" cy="457200"/>
          </a:xfrm>
          <a:prstGeom prst="rect">
            <a:avLst/>
          </a:prstGeom>
          <a:noFill/>
          <a:ln/>
        </p:spPr>
        <p:txBody>
          <a:bodyPr wrap="square" lIns="0" tIns="0" rIns="0" bIns="0" rtlCol="0" anchor="t"/>
          <a:lstStyle/>
          <a:p>
            <a:pPr indent="0" marL="0">
              <a:buNone/>
            </a:pPr>
            <a:r>
              <a:rPr lang="en-US" sz="1600" b="1" dirty="0">
                <a:solidFill>
                  <a:schemeClr val="tx2"/>
                </a:solidFill>
              </a:rPr>
              <a:t>Kazu sinkron ona bele edita?</a:t>
            </a:r>
            <a:endParaRPr lang="en-US" sz="1600" dirty="0"/>
          </a:p>
        </p:txBody>
      </p:sp>
      <p:sp>
        <p:nvSpPr>
          <p:cNvPr id="14" name="Text 12"/>
          <p:cNvSpPr txBox="1"/>
          <p:nvPr/>
        </p:nvSpPr>
        <p:spPr>
          <a:xfrm>
            <a:off x="7284568" y="2011680"/>
            <a:ext cx="4175608" cy="731520"/>
          </a:xfrm>
          <a:prstGeom prst="rect">
            <a:avLst/>
          </a:prstGeom>
          <a:noFill/>
          <a:ln/>
        </p:spPr>
        <p:txBody>
          <a:bodyPr wrap="square" lIns="0" tIns="0" rIns="0" bIns="0" rtlCol="0" anchor="t"/>
          <a:lstStyle/>
          <a:p>
            <a:pPr indent="0" marL="0">
              <a:buNone/>
            </a:pPr>
            <a:r>
              <a:rPr lang="en-US" sz="1400" dirty="0">
                <a:solidFill>
                  <a:schemeClr val="tx1"/>
                </a:solidFill>
              </a:rPr>
              <a:t>Antes Admin verifika: online. Rejeitadu/Follow-up: hadi'a no haruka fali.</a:t>
            </a:r>
            <a:endParaRPr lang="en-US" sz="1400" dirty="0"/>
          </a:p>
        </p:txBody>
      </p:sp>
      <p:sp>
        <p:nvSpPr>
          <p:cNvPr id="15" name="q-2"/>
          <p:cNvSpPr/>
          <p:nvPr/>
        </p:nvSpPr>
        <p:spPr>
          <a:xfrm>
            <a:off x="548640" y="2990088"/>
            <a:ext cx="5410048" cy="1417320"/>
          </a:xfrm>
          <a:prstGeom prst="roundRect">
            <a:avLst>
              <a:gd name="adj" fmla="val 7742"/>
            </a:avLst>
          </a:prstGeom>
          <a:solidFill>
            <a:schemeClr val="bg2"/>
          </a:solidFill>
          <a:ln w="12700">
            <a:solidFill>
              <a:schemeClr val="bg2"/>
            </a:solidFill>
            <a:prstDash val="solid"/>
          </a:ln>
        </p:spPr>
      </p:sp>
      <p:sp>
        <p:nvSpPr>
          <p:cNvPr id="16" name="q-n-2"/>
          <p:cNvSpPr/>
          <p:nvPr/>
        </p:nvSpPr>
        <p:spPr>
          <a:xfrm>
            <a:off x="777240" y="3374136"/>
            <a:ext cx="640080" cy="640080"/>
          </a:xfrm>
          <a:prstGeom prst="ellipse">
            <a:avLst/>
          </a:prstGeom>
          <a:solidFill>
            <a:schemeClr val="accent3"/>
          </a:solidFill>
          <a:ln w="12700">
            <a:solidFill>
              <a:schemeClr val="accent3"/>
            </a:solidFill>
            <a:prstDash val="solid"/>
          </a:ln>
        </p:spPr>
      </p:sp>
      <p:sp>
        <p:nvSpPr>
          <p:cNvPr id="17" name="q-n-2-n"/>
          <p:cNvSpPr txBox="1"/>
          <p:nvPr/>
        </p:nvSpPr>
        <p:spPr>
          <a:xfrm>
            <a:off x="777240" y="337413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18" name="Text 16"/>
          <p:cNvSpPr txBox="1"/>
          <p:nvPr/>
        </p:nvSpPr>
        <p:spPr>
          <a:xfrm>
            <a:off x="1600200" y="3127248"/>
            <a:ext cx="4175608" cy="457200"/>
          </a:xfrm>
          <a:prstGeom prst="rect">
            <a:avLst/>
          </a:prstGeom>
          <a:noFill/>
          <a:ln/>
        </p:spPr>
        <p:txBody>
          <a:bodyPr wrap="square" lIns="0" tIns="0" rIns="0" bIns="0" rtlCol="0" anchor="t"/>
          <a:lstStyle/>
          <a:p>
            <a:pPr indent="0" marL="0">
              <a:buNone/>
            </a:pPr>
            <a:r>
              <a:rPr lang="en-US" sz="1600" b="1" dirty="0">
                <a:solidFill>
                  <a:schemeClr val="tx2"/>
                </a:solidFill>
              </a:rPr>
              <a:t>Autorizasaun offline to'o bainhira?</a:t>
            </a:r>
            <a:endParaRPr lang="en-US" sz="1600" dirty="0"/>
          </a:p>
        </p:txBody>
      </p:sp>
      <p:sp>
        <p:nvSpPr>
          <p:cNvPr id="19" name="Text 17"/>
          <p:cNvSpPr txBox="1"/>
          <p:nvPr/>
        </p:nvSpPr>
        <p:spPr>
          <a:xfrm>
            <a:off x="1600200" y="3584448"/>
            <a:ext cx="4175608" cy="731520"/>
          </a:xfrm>
          <a:prstGeom prst="rect">
            <a:avLst/>
          </a:prstGeom>
          <a:noFill/>
          <a:ln/>
        </p:spPr>
        <p:txBody>
          <a:bodyPr wrap="square" lIns="0" tIns="0" rIns="0" bIns="0" rtlCol="0" anchor="t"/>
          <a:lstStyle/>
          <a:p>
            <a:pPr indent="0" marL="0">
              <a:buNone/>
            </a:pPr>
            <a:r>
              <a:rPr lang="en-US" sz="1400" dirty="0">
                <a:solidFill>
                  <a:schemeClr val="tx1"/>
                </a:solidFill>
              </a:rPr>
              <a:t>Admin mak fó períodu. Haree iha app; remata → kontaktu Admin.</a:t>
            </a:r>
            <a:endParaRPr lang="en-US" sz="1400" dirty="0"/>
          </a:p>
        </p:txBody>
      </p:sp>
      <p:sp>
        <p:nvSpPr>
          <p:cNvPr id="20" name="q-3"/>
          <p:cNvSpPr/>
          <p:nvPr/>
        </p:nvSpPr>
        <p:spPr>
          <a:xfrm>
            <a:off x="6233008" y="2990088"/>
            <a:ext cx="5410048" cy="1417320"/>
          </a:xfrm>
          <a:prstGeom prst="roundRect">
            <a:avLst>
              <a:gd name="adj" fmla="val 7742"/>
            </a:avLst>
          </a:prstGeom>
          <a:solidFill>
            <a:schemeClr val="bg2"/>
          </a:solidFill>
          <a:ln w="12700">
            <a:solidFill>
              <a:schemeClr val="bg2"/>
            </a:solidFill>
            <a:prstDash val="solid"/>
          </a:ln>
        </p:spPr>
      </p:sp>
      <p:sp>
        <p:nvSpPr>
          <p:cNvPr id="21" name="q-n-3"/>
          <p:cNvSpPr/>
          <p:nvPr/>
        </p:nvSpPr>
        <p:spPr>
          <a:xfrm>
            <a:off x="6461608" y="3374136"/>
            <a:ext cx="640080" cy="640080"/>
          </a:xfrm>
          <a:prstGeom prst="ellipse">
            <a:avLst/>
          </a:prstGeom>
          <a:solidFill>
            <a:schemeClr val="accent1"/>
          </a:solidFill>
          <a:ln w="12700">
            <a:solidFill>
              <a:schemeClr val="accent1"/>
            </a:solidFill>
            <a:prstDash val="solid"/>
          </a:ln>
        </p:spPr>
      </p:sp>
      <p:sp>
        <p:nvSpPr>
          <p:cNvPr id="22" name="q-n-3-n"/>
          <p:cNvSpPr txBox="1"/>
          <p:nvPr/>
        </p:nvSpPr>
        <p:spPr>
          <a:xfrm>
            <a:off x="6461608" y="3374136"/>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23" name="Text 21"/>
          <p:cNvSpPr txBox="1"/>
          <p:nvPr/>
        </p:nvSpPr>
        <p:spPr>
          <a:xfrm>
            <a:off x="7284568" y="3127248"/>
            <a:ext cx="4175608" cy="457200"/>
          </a:xfrm>
          <a:prstGeom prst="rect">
            <a:avLst/>
          </a:prstGeom>
          <a:noFill/>
          <a:ln/>
        </p:spPr>
        <p:txBody>
          <a:bodyPr wrap="square" lIns="0" tIns="0" rIns="0" bIns="0" rtlCol="0" anchor="t"/>
          <a:lstStyle/>
          <a:p>
            <a:pPr indent="0" marL="0">
              <a:buNone/>
            </a:pPr>
            <a:r>
              <a:rPr lang="en-US" sz="1600" b="1" dirty="0">
                <a:solidFill>
                  <a:schemeClr val="tx2"/>
                </a:solidFill>
              </a:rPr>
              <a:t>Foto la sai / boot liu?</a:t>
            </a:r>
            <a:endParaRPr lang="en-US" sz="1600" dirty="0"/>
          </a:p>
        </p:txBody>
      </p:sp>
      <p:sp>
        <p:nvSpPr>
          <p:cNvPr id="24" name="Text 22"/>
          <p:cNvSpPr txBox="1"/>
          <p:nvPr/>
        </p:nvSpPr>
        <p:spPr>
          <a:xfrm>
            <a:off x="7284568" y="3584448"/>
            <a:ext cx="4175608" cy="731520"/>
          </a:xfrm>
          <a:prstGeom prst="rect">
            <a:avLst/>
          </a:prstGeom>
          <a:noFill/>
          <a:ln/>
        </p:spPr>
        <p:txBody>
          <a:bodyPr wrap="square" lIns="0" tIns="0" rIns="0" bIns="0" rtlCol="0" anchor="t"/>
          <a:lstStyle/>
          <a:p>
            <a:pPr indent="0" marL="0">
              <a:buNone/>
            </a:pPr>
            <a:r>
              <a:rPr lang="en-US" sz="1400" dirty="0">
                <a:solidFill>
                  <a:schemeClr val="tx1"/>
                </a:solidFill>
              </a:rPr>
              <a:t>App kompresa rasik. Vídeo máximu segundu 60.</a:t>
            </a:r>
            <a:endParaRPr lang="en-US" sz="1400" dirty="0"/>
          </a:p>
        </p:txBody>
      </p:sp>
      <p:sp>
        <p:nvSpPr>
          <p:cNvPr id="25" name="q-4"/>
          <p:cNvSpPr/>
          <p:nvPr/>
        </p:nvSpPr>
        <p:spPr>
          <a:xfrm>
            <a:off x="548640" y="4562856"/>
            <a:ext cx="5410048" cy="1417320"/>
          </a:xfrm>
          <a:prstGeom prst="roundRect">
            <a:avLst>
              <a:gd name="adj" fmla="val 7742"/>
            </a:avLst>
          </a:prstGeom>
          <a:solidFill>
            <a:schemeClr val="bg2"/>
          </a:solidFill>
          <a:ln w="12700">
            <a:solidFill>
              <a:schemeClr val="bg2"/>
            </a:solidFill>
            <a:prstDash val="solid"/>
          </a:ln>
        </p:spPr>
      </p:sp>
      <p:sp>
        <p:nvSpPr>
          <p:cNvPr id="26" name="q-n-4"/>
          <p:cNvSpPr/>
          <p:nvPr/>
        </p:nvSpPr>
        <p:spPr>
          <a:xfrm>
            <a:off x="777240" y="4946904"/>
            <a:ext cx="640080" cy="640080"/>
          </a:xfrm>
          <a:prstGeom prst="ellipse">
            <a:avLst/>
          </a:prstGeom>
          <a:solidFill>
            <a:schemeClr val="accent5"/>
          </a:solidFill>
          <a:ln w="12700">
            <a:solidFill>
              <a:schemeClr val="accent5"/>
            </a:solidFill>
            <a:prstDash val="solid"/>
          </a:ln>
        </p:spPr>
      </p:sp>
      <p:sp>
        <p:nvSpPr>
          <p:cNvPr id="27" name="q-n-4-n"/>
          <p:cNvSpPr txBox="1"/>
          <p:nvPr/>
        </p:nvSpPr>
        <p:spPr>
          <a:xfrm>
            <a:off x="777240" y="4946904"/>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28" name="Text 26"/>
          <p:cNvSpPr txBox="1"/>
          <p:nvPr/>
        </p:nvSpPr>
        <p:spPr>
          <a:xfrm>
            <a:off x="1600200" y="4700016"/>
            <a:ext cx="4175608" cy="457200"/>
          </a:xfrm>
          <a:prstGeom prst="rect">
            <a:avLst/>
          </a:prstGeom>
          <a:noFill/>
          <a:ln/>
        </p:spPr>
        <p:txBody>
          <a:bodyPr wrap="square" lIns="0" tIns="0" rIns="0" bIns="0" rtlCol="0" anchor="t"/>
          <a:lstStyle/>
          <a:p>
            <a:pPr indent="0" marL="0">
              <a:buNone/>
            </a:pPr>
            <a:r>
              <a:rPr lang="en-US" sz="1600" b="1" dirty="0">
                <a:solidFill>
                  <a:schemeClr val="tx2"/>
                </a:solidFill>
              </a:rPr>
              <a:t>Sai husi app hamoos dadus?</a:t>
            </a:r>
            <a:endParaRPr lang="en-US" sz="1600" dirty="0"/>
          </a:p>
        </p:txBody>
      </p:sp>
      <p:sp>
        <p:nvSpPr>
          <p:cNvPr id="29" name="Text 27"/>
          <p:cNvSpPr txBox="1"/>
          <p:nvPr/>
        </p:nvSpPr>
        <p:spPr>
          <a:xfrm>
            <a:off x="1600200" y="5157216"/>
            <a:ext cx="4175608" cy="731520"/>
          </a:xfrm>
          <a:prstGeom prst="rect">
            <a:avLst/>
          </a:prstGeom>
          <a:noFill/>
          <a:ln/>
        </p:spPr>
        <p:txBody>
          <a:bodyPr wrap="square" lIns="0" tIns="0" rIns="0" bIns="0" rtlCol="0" anchor="t"/>
          <a:lstStyle/>
          <a:p>
            <a:pPr indent="0" marL="0">
              <a:buNone/>
            </a:pPr>
            <a:r>
              <a:rPr lang="en-US" sz="1400" dirty="0">
                <a:solidFill>
                  <a:schemeClr val="tx1"/>
                </a:solidFill>
              </a:rPr>
              <a:t>Sin, ba seguransa. Sinkron uluk molok sai ka troka utilizador.</a:t>
            </a:r>
            <a:endParaRPr lang="en-US" sz="1400" dirty="0"/>
          </a:p>
        </p:txBody>
      </p:sp>
      <p:sp>
        <p:nvSpPr>
          <p:cNvPr id="30" name="q-5"/>
          <p:cNvSpPr/>
          <p:nvPr/>
        </p:nvSpPr>
        <p:spPr>
          <a:xfrm>
            <a:off x="6233008" y="4562856"/>
            <a:ext cx="5410048" cy="1417320"/>
          </a:xfrm>
          <a:prstGeom prst="roundRect">
            <a:avLst>
              <a:gd name="adj" fmla="val 7742"/>
            </a:avLst>
          </a:prstGeom>
          <a:solidFill>
            <a:schemeClr val="bg2"/>
          </a:solidFill>
          <a:ln w="12700">
            <a:solidFill>
              <a:schemeClr val="bg2"/>
            </a:solidFill>
            <a:prstDash val="solid"/>
          </a:ln>
        </p:spPr>
      </p:sp>
      <p:sp>
        <p:nvSpPr>
          <p:cNvPr id="31" name="q-n-5"/>
          <p:cNvSpPr/>
          <p:nvPr/>
        </p:nvSpPr>
        <p:spPr>
          <a:xfrm>
            <a:off x="6461608" y="4946904"/>
            <a:ext cx="640080" cy="640080"/>
          </a:xfrm>
          <a:prstGeom prst="ellipse">
            <a:avLst/>
          </a:prstGeom>
          <a:solidFill>
            <a:schemeClr val="accent3"/>
          </a:solidFill>
          <a:ln w="12700">
            <a:solidFill>
              <a:schemeClr val="accent3"/>
            </a:solidFill>
            <a:prstDash val="solid"/>
          </a:ln>
        </p:spPr>
      </p:sp>
      <p:sp>
        <p:nvSpPr>
          <p:cNvPr id="32" name="q-n-5-n"/>
          <p:cNvSpPr txBox="1"/>
          <p:nvPr/>
        </p:nvSpPr>
        <p:spPr>
          <a:xfrm>
            <a:off x="6461608" y="4946904"/>
            <a:ext cx="640080" cy="640080"/>
          </a:xfrm>
          <a:prstGeom prst="rect">
            <a:avLst/>
          </a:prstGeom>
          <a:noFill/>
          <a:ln/>
        </p:spPr>
        <p:txBody>
          <a:bodyPr wrap="square" lIns="0" tIns="0" rIns="0" bIns="0" rtlCol="0" anchor="ctr"/>
          <a:lstStyle/>
          <a:p>
            <a:pPr algn="ctr" indent="0" marL="0">
              <a:buNone/>
            </a:pPr>
            <a:r>
              <a:rPr lang="en-US" sz="1700" b="1" dirty="0">
                <a:solidFill>
                  <a:schemeClr val="bg1"/>
                </a:solidFill>
              </a:rPr>
              <a:t>?</a:t>
            </a:r>
            <a:endParaRPr lang="en-US" sz="1700" dirty="0"/>
          </a:p>
        </p:txBody>
      </p:sp>
      <p:sp>
        <p:nvSpPr>
          <p:cNvPr id="33" name="Text 31"/>
          <p:cNvSpPr txBox="1"/>
          <p:nvPr/>
        </p:nvSpPr>
        <p:spPr>
          <a:xfrm>
            <a:off x="7284568" y="4700016"/>
            <a:ext cx="4175608" cy="457200"/>
          </a:xfrm>
          <a:prstGeom prst="rect">
            <a:avLst/>
          </a:prstGeom>
          <a:noFill/>
          <a:ln/>
        </p:spPr>
        <p:txBody>
          <a:bodyPr wrap="square" lIns="0" tIns="0" rIns="0" bIns="0" rtlCol="0" anchor="t"/>
          <a:lstStyle/>
          <a:p>
            <a:pPr indent="0" marL="0">
              <a:buNone/>
            </a:pPr>
            <a:r>
              <a:rPr lang="en-US" sz="1600" b="1" dirty="0">
                <a:solidFill>
                  <a:schemeClr val="tx2"/>
                </a:solidFill>
              </a:rPr>
              <a:t>Sé mak bele haree kazu ha'u-nian?</a:t>
            </a:r>
            <a:endParaRPr lang="en-US" sz="1600" dirty="0"/>
          </a:p>
        </p:txBody>
      </p:sp>
      <p:sp>
        <p:nvSpPr>
          <p:cNvPr id="34" name="Text 32"/>
          <p:cNvSpPr txBox="1"/>
          <p:nvPr/>
        </p:nvSpPr>
        <p:spPr>
          <a:xfrm>
            <a:off x="7284568" y="5157216"/>
            <a:ext cx="4175608" cy="731520"/>
          </a:xfrm>
          <a:prstGeom prst="rect">
            <a:avLst/>
          </a:prstGeom>
          <a:noFill/>
          <a:ln/>
        </p:spPr>
        <p:txBody>
          <a:bodyPr wrap="square" lIns="0" tIns="0" rIns="0" bIns="0" rtlCol="0" anchor="t"/>
          <a:lstStyle/>
          <a:p>
            <a:pPr indent="0" marL="0">
              <a:buNone/>
            </a:pPr>
            <a:r>
              <a:rPr lang="en-US" sz="1400" dirty="0">
                <a:solidFill>
                  <a:schemeClr val="tx1"/>
                </a:solidFill>
              </a:rPr>
              <a:t>Imi, Admin, Superadmin no Ofisiál Legál. Públiku: so kazu aprovadu no la "La publika".</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Obrigadu barak!</a:t>
            </a: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Imi mak liman no matan Rede ba Rai iha terrenu.</a:t>
            </a:r>
            <a:endParaRPr lang="en-US" sz="2000" dirty="0"/>
          </a:p>
          <a:p>
            <a:pPr indent="0" marL="0">
              <a:buNone/>
            </a:pPr>
            <a:r>
              <a:rPr lang="en-US" sz="2000" b="1" dirty="0">
                <a:solidFill>
                  <a:schemeClr val="accent2"/>
                </a:solidFill>
              </a:rPr>
              <a:t>Dadus di'ak = advokasia forte</a:t>
            </a:r>
            <a:endParaRPr lang="en-US" sz="2000" dirty="0"/>
          </a:p>
        </p:txBody>
      </p:sp>
      <p:sp>
        <p:nvSpPr>
          <p:cNvPr id="4" name="rec-0-sirkulu"/>
          <p:cNvSpPr/>
          <p:nvPr/>
        </p:nvSpPr>
        <p:spPr>
          <a:xfrm>
            <a:off x="7955280" y="1371600"/>
            <a:ext cx="868680" cy="868680"/>
          </a:xfrm>
          <a:prstGeom prst="ellipse">
            <a:avLst/>
          </a:prstGeom>
          <a:solidFill>
            <a:schemeClr val="accent1"/>
          </a:solidFill>
          <a:ln w="12700">
            <a:solidFill>
              <a:schemeClr val="accent1"/>
            </a:solidFill>
            <a:prstDash val="solid"/>
          </a:ln>
        </p:spPr>
      </p:sp>
      <p:pic>
        <p:nvPicPr>
          <p:cNvPr id="5" name="rec-0-ikone" descr="preencoded.png">    </p:cNvPr>
          <p:cNvPicPr>
            <a:picLocks noChangeAspect="1"/>
          </p:cNvPicPr>
          <p:nvPr/>
        </p:nvPicPr>
        <p:blipFill>
          <a:blip r:embed="rId1"/>
          <a:stretch>
            <a:fillRect/>
          </a:stretch>
        </p:blipFill>
        <p:spPr>
          <a:xfrm>
            <a:off x="8163763" y="1580083"/>
            <a:ext cx="451714" cy="451714"/>
          </a:xfrm>
          <a:prstGeom prst="rect">
            <a:avLst/>
          </a:prstGeom>
        </p:spPr>
      </p:pic>
      <p:sp>
        <p:nvSpPr>
          <p:cNvPr id="6" name="Text 3"/>
          <p:cNvSpPr txBox="1"/>
          <p:nvPr/>
        </p:nvSpPr>
        <p:spPr>
          <a:xfrm>
            <a:off x="8961120" y="1444752"/>
            <a:ext cx="3017520" cy="365760"/>
          </a:xfrm>
          <a:prstGeom prst="rect">
            <a:avLst/>
          </a:prstGeom>
          <a:noFill/>
          <a:ln/>
        </p:spPr>
        <p:txBody>
          <a:bodyPr wrap="square" lIns="0" tIns="0" rIns="0" bIns="0" rtlCol="0" anchor="t"/>
          <a:lstStyle/>
          <a:p>
            <a:pPr indent="0" marL="0">
              <a:buNone/>
            </a:pPr>
            <a:r>
              <a:rPr lang="en-US" sz="1400" b="1" dirty="0">
                <a:solidFill>
                  <a:schemeClr val="bg1"/>
                </a:solidFill>
              </a:rPr>
              <a:t>App offline: /sinkron/</a:t>
            </a:r>
            <a:endParaRPr lang="en-US" sz="1400" dirty="0"/>
          </a:p>
        </p:txBody>
      </p:sp>
      <p:sp>
        <p:nvSpPr>
          <p:cNvPr id="7" name="Text 4"/>
          <p:cNvSpPr txBox="1"/>
          <p:nvPr/>
        </p:nvSpPr>
        <p:spPr>
          <a:xfrm>
            <a:off x="8961120" y="1847088"/>
            <a:ext cx="3017520" cy="365760"/>
          </a:xfrm>
          <a:prstGeom prst="rect">
            <a:avLst/>
          </a:prstGeom>
          <a:noFill/>
          <a:ln/>
        </p:spPr>
        <p:txBody>
          <a:bodyPr wrap="square" lIns="0" tIns="0" rIns="0" bIns="0" rtlCol="0" anchor="t"/>
          <a:lstStyle/>
          <a:p>
            <a:pPr indent="0" marL="0">
              <a:buNone/>
            </a:pPr>
            <a:r>
              <a:rPr lang="en-US" sz="1300" dirty="0">
                <a:solidFill>
                  <a:schemeClr val="bg2"/>
                </a:solidFill>
              </a:rPr>
              <a:t>Loke iha browser HP</a:t>
            </a:r>
            <a:endParaRPr lang="en-US" sz="1300" dirty="0"/>
          </a:p>
        </p:txBody>
      </p:sp>
      <p:sp>
        <p:nvSpPr>
          <p:cNvPr id="8" name="rec-1-sirkulu"/>
          <p:cNvSpPr/>
          <p:nvPr/>
        </p:nvSpPr>
        <p:spPr>
          <a:xfrm>
            <a:off x="7955280" y="2834640"/>
            <a:ext cx="868680" cy="868680"/>
          </a:xfrm>
          <a:prstGeom prst="ellipse">
            <a:avLst/>
          </a:prstGeom>
          <a:solidFill>
            <a:schemeClr val="accent3"/>
          </a:solidFill>
          <a:ln w="12700">
            <a:solidFill>
              <a:schemeClr val="accent3"/>
            </a:solidFill>
            <a:prstDash val="solid"/>
          </a:ln>
        </p:spPr>
      </p:sp>
      <p:pic>
        <p:nvPicPr>
          <p:cNvPr id="9" name="rec-1-ikone" descr="preencoded.png">    </p:cNvPr>
          <p:cNvPicPr>
            <a:picLocks noChangeAspect="1"/>
          </p:cNvPicPr>
          <p:nvPr/>
        </p:nvPicPr>
        <p:blipFill>
          <a:blip r:embed="rId2"/>
          <a:stretch>
            <a:fillRect/>
          </a:stretch>
        </p:blipFill>
        <p:spPr>
          <a:xfrm>
            <a:off x="8163763" y="3043123"/>
            <a:ext cx="451714" cy="451714"/>
          </a:xfrm>
          <a:prstGeom prst="rect">
            <a:avLst/>
          </a:prstGeom>
        </p:spPr>
      </p:pic>
      <p:sp>
        <p:nvSpPr>
          <p:cNvPr id="10" name="Text 6"/>
          <p:cNvSpPr txBox="1"/>
          <p:nvPr/>
        </p:nvSpPr>
        <p:spPr>
          <a:xfrm>
            <a:off x="8961120" y="2907792"/>
            <a:ext cx="3017520" cy="365760"/>
          </a:xfrm>
          <a:prstGeom prst="rect">
            <a:avLst/>
          </a:prstGeom>
          <a:noFill/>
          <a:ln/>
        </p:spPr>
        <p:txBody>
          <a:bodyPr wrap="square" lIns="0" tIns="0" rIns="0" bIns="0" rtlCol="0" anchor="t"/>
          <a:lstStyle/>
          <a:p>
            <a:pPr indent="0" marL="0">
              <a:buNone/>
            </a:pPr>
            <a:r>
              <a:rPr lang="en-US" sz="1400" b="1" dirty="0">
                <a:solidFill>
                  <a:schemeClr val="bg1"/>
                </a:solidFill>
              </a:rPr>
              <a:t>Admin RbR</a:t>
            </a:r>
            <a:endParaRPr lang="en-US" sz="1400" dirty="0"/>
          </a:p>
        </p:txBody>
      </p:sp>
      <p:sp>
        <p:nvSpPr>
          <p:cNvPr id="11" name="Text 7"/>
          <p:cNvSpPr txBox="1"/>
          <p:nvPr/>
        </p:nvSpPr>
        <p:spPr>
          <a:xfrm>
            <a:off x="8961120" y="3310128"/>
            <a:ext cx="3017520" cy="365760"/>
          </a:xfrm>
          <a:prstGeom prst="rect">
            <a:avLst/>
          </a:prstGeom>
          <a:noFill/>
          <a:ln/>
        </p:spPr>
        <p:txBody>
          <a:bodyPr wrap="square" lIns="0" tIns="0" rIns="0" bIns="0" rtlCol="0" anchor="t"/>
          <a:lstStyle/>
          <a:p>
            <a:pPr indent="0" marL="0">
              <a:buNone/>
            </a:pPr>
            <a:r>
              <a:rPr lang="en-US" sz="1300" dirty="0">
                <a:solidFill>
                  <a:schemeClr val="bg2"/>
                </a:solidFill>
              </a:rPr>
              <a:t>PIN, autorizasaun, HP lakon</a:t>
            </a:r>
            <a:endParaRPr lang="en-US" sz="1300" dirty="0"/>
          </a:p>
        </p:txBody>
      </p:sp>
      <p:sp>
        <p:nvSpPr>
          <p:cNvPr id="12" name="rec-2-sirkulu"/>
          <p:cNvSpPr/>
          <p:nvPr/>
        </p:nvSpPr>
        <p:spPr>
          <a:xfrm>
            <a:off x="7955280" y="4297680"/>
            <a:ext cx="868680" cy="868680"/>
          </a:xfrm>
          <a:prstGeom prst="ellipse">
            <a:avLst/>
          </a:prstGeom>
          <a:solidFill>
            <a:schemeClr val="accent5"/>
          </a:solidFill>
          <a:ln w="12700">
            <a:solidFill>
              <a:schemeClr val="accent5"/>
            </a:solidFill>
            <a:prstDash val="solid"/>
          </a:ln>
        </p:spPr>
      </p:sp>
      <p:pic>
        <p:nvPicPr>
          <p:cNvPr id="13" name="rec-2-ikone" descr="preencoded.png">    </p:cNvPr>
          <p:cNvPicPr>
            <a:picLocks noChangeAspect="1"/>
          </p:cNvPicPr>
          <p:nvPr/>
        </p:nvPicPr>
        <p:blipFill>
          <a:blip r:embed="rId3"/>
          <a:stretch>
            <a:fillRect/>
          </a:stretch>
        </p:blipFill>
        <p:spPr>
          <a:xfrm>
            <a:off x="8163763" y="4506163"/>
            <a:ext cx="451714" cy="451714"/>
          </a:xfrm>
          <a:prstGeom prst="rect">
            <a:avLst/>
          </a:prstGeom>
        </p:spPr>
      </p:pic>
      <p:sp>
        <p:nvSpPr>
          <p:cNvPr id="14" name="Text 9"/>
          <p:cNvSpPr txBox="1"/>
          <p:nvPr/>
        </p:nvSpPr>
        <p:spPr>
          <a:xfrm>
            <a:off x="8961120" y="4370832"/>
            <a:ext cx="3017520" cy="365760"/>
          </a:xfrm>
          <a:prstGeom prst="rect">
            <a:avLst/>
          </a:prstGeom>
          <a:noFill/>
          <a:ln/>
        </p:spPr>
        <p:txBody>
          <a:bodyPr wrap="square" lIns="0" tIns="0" rIns="0" bIns="0" rtlCol="0" anchor="t"/>
          <a:lstStyle/>
          <a:p>
            <a:pPr indent="0" marL="0">
              <a:buNone/>
            </a:pPr>
            <a:r>
              <a:rPr lang="en-US" sz="1400" b="1" dirty="0">
                <a:solidFill>
                  <a:schemeClr val="bg1"/>
                </a:solidFill>
              </a:rPr>
              <a:t>Manuál formasaun (PDF)</a:t>
            </a:r>
            <a:endParaRPr lang="en-US" sz="1400" dirty="0"/>
          </a:p>
        </p:txBody>
      </p:sp>
      <p:sp>
        <p:nvSpPr>
          <p:cNvPr id="15" name="Text 10"/>
          <p:cNvSpPr txBox="1"/>
          <p:nvPr/>
        </p:nvSpPr>
        <p:spPr>
          <a:xfrm>
            <a:off x="8961120" y="4773168"/>
            <a:ext cx="3017520" cy="365760"/>
          </a:xfrm>
          <a:prstGeom prst="rect">
            <a:avLst/>
          </a:prstGeom>
          <a:noFill/>
          <a:ln/>
        </p:spPr>
        <p:txBody>
          <a:bodyPr wrap="square" lIns="0" tIns="0" rIns="0" bIns="0" rtlCol="0" anchor="t"/>
          <a:lstStyle/>
          <a:p>
            <a:pPr indent="0" marL="0">
              <a:buNone/>
            </a:pPr>
            <a:r>
              <a:rPr lang="en-US" sz="1300" dirty="0">
                <a:solidFill>
                  <a:schemeClr val="bg2"/>
                </a:solidFill>
              </a:rPr>
              <a:t>docs/formasaun</a:t>
            </a:r>
            <a:endParaRPr lang="en-US" sz="1300" dirty="0"/>
          </a:p>
        </p:txBody>
      </p:sp>
    </p:spTree>
  </p:cSld>
  <p:clrMapOvr>
    <a:masterClrMapping/>
  </p:clrMapOvr>
</p:sld>
</file>

<file path=ppt/theme/theme1.xml><?xml version="1.0" encoding="utf-8"?>
<a:theme xmlns:a="http://schemas.openxmlformats.org/drawingml/2006/main" name="Rede ba Rai">
  <a:themeElements>
    <a:clrScheme name="Rede ba Rai">
      <a:dk1>
        <a:srgbClr val="1F2A26"/>
      </a:dk1>
      <a:lt1>
        <a:srgbClr val="FFFFFF"/>
      </a:lt1>
      <a:dk2>
        <a:srgbClr val="0B4F3C"/>
      </a:dk2>
      <a:lt2>
        <a:srgbClr val="EAF5EF"/>
      </a:lt2>
      <a:accent1>
        <a:srgbClr val="0E8A68"/>
      </a:accent1>
      <a:accent2>
        <a:srgbClr val="82DA36"/>
      </a:accent2>
      <a:accent3>
        <a:srgbClr val="E8772E"/>
      </a:accent3>
      <a:accent4>
        <a:srgbClr val="D63C3C"/>
      </a:accent4>
      <a:accent5>
        <a:srgbClr val="2F6AA6"/>
      </a:accent5>
      <a:accent6>
        <a:srgbClr val="C99A06"/>
      </a:accent6>
      <a:hlink>
        <a:srgbClr val="0E8A68"/>
      </a:hlink>
      <a:folHlink>
        <a:srgbClr val="0B6B50"/>
      </a:folHlink>
    </a:clrScheme>
    <a:fontScheme name="Rede ba R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Rede ba Rai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SIBAR-RbR ba Investigadór</dc:title>
  <dc:subject>PptxGenJS Presentation</dc:subject>
  <dc:creator>Rede ba Rai</dc:creator>
  <cp:lastModifiedBy>Rede ba Rai</cp:lastModifiedBy>
  <cp:revision>1</cp:revision>
  <dcterms:created xsi:type="dcterms:W3CDTF">2026-10-27T04:25:13Z</dcterms:created>
  <dcterms:modified xsi:type="dcterms:W3CDTF">2026-10-27T04:25:13Z</dcterms:modified>
</cp:coreProperties>
</file>