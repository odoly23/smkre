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saun" id="{1fd04205-1fb0-49af-b06d-664d3a2d9b63}">
          <p14:sldIdLst>
            <p14:sldId id="256"/>
            <p14:sldId id="257"/>
            <p14:sldId id="258"/>
            <p14:sldId id="259"/>
          </p14:sldIdLst>
        </p14:section>
        <p14:section name="Online" id="{65a1cd7a-1fba-d780-3b64-524dca6f7755}">
          <p14:sldIdLst>
            <p14:sldId id="260"/>
            <p14:sldId id="261"/>
            <p14:sldId id="262"/>
            <p14:sldId id="263"/>
            <p14:sldId id="264"/>
          </p14:sldIdLst>
        </p14:section>
        <p14:section name="App offline" id="{8574c446-7500-6259-aa57-8ad8200484e1}">
          <p14:sldIdLst>
            <p14:sldId id="265"/>
            <p14:sldId id="266"/>
            <p14:sldId id="267"/>
            <p14:sldId id="268"/>
            <p14:sldId id="269"/>
            <p14:sldId id="270"/>
            <p14:sldId id="271"/>
            <p14:sldId id="272"/>
            <p14:sldId id="273"/>
          </p14:sldIdLst>
        </p14:section>
        <p14:section name="Étika" id="{879b2059-a4cb-187a-2619-dea7d2228cef}">
          <p14:sldIdLst>
            <p14:sldId id="274"/>
            <p14:sldId id="275"/>
            <p14:sldId id="276"/>
          </p14:sldIdLst>
        </p14:section>
        <p14:section name="Prátika" id="{b66101f5-5e06-d67a-90c6-30dfc856a57e}">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Bondia hotu. Ohin ita aprende uza SIBAR-RbR, Sistema Informasaun Baze Dadus Rai Rede ba Rai, ba knaar Investigadór: rejista kazu konflitu rai no eviksaun, iha eskritóriu (online) no iha terrenu (app offline). Ita mós ko'alia kona-ba étika no seguransa dadus, no remata ho simulasaun kazu.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ohin: dadeer ita aprende sistema online no app offline, lokraik étika no simulasaun. Partisipante tenke lori HP ho Chrome (Android) ka Safari (iPhone) no karga bateria. Admin tenke fó ona autorizasaun offline ba partisipante hotu molok formasaun.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Kazu hotu liu husi dalan ida-ne'e. Investigadór kria rascunho, depois haruka; status sai Hein Verifikasaun. Admin verifika no aprova. Se iha problema, Admin rejeita ho nota no kazu fila ba Investigadór atu hadi'a. Follow-up signifika tenke fila ba terrenu. Atensaun: iha status rua: Status Dadus no Status Kazu.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Iha dalan rua atu rejista kazu. Online: iha eskritóriu ho internet, ezemplu hatama kazu husi relatóriu. App offline: iha terrenu, la presiza sinál, HP rai dadus ho seguru no haruka depois. Regra: se ita iha fatin akontesimentu, uza app offline atu GPS no foto loos.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Kada Investigadór simu email husi sistema ho password temporáriu. Iha login dahuluk, sistema obriga troka password. Password forte: letra boot no ki'ik, númeru, no símbolu; la uza naran ka data moris. Se sala dala lima, konta xave minutu 30 ba seguransa.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Varanda hatudu rezumu ita-nia servisu. Kaixa leten hatudu autorizasaun offline. Kartaun kór hatudu kazu hira iha kada status. Kartaun mean (Rejeitadu) importante: kazu ne'e presiza hadi'a. Menu Kazu iha leten loke lista, formuláriu foun no app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Formuláriu kazu tuir orden pergunta RbR, seksaun walu. Kampu ho asteriska obrigatóriu. Pergunta balun mosu de'it bainhira resposta presiza: ezemplu, se hili 'Seluk', kampu esplikasaun mosu. Seksaun 8 importante tebes: laiha konsentimentu, labele rai kazu.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Kazu hatudu kazu hotu ne'ebé ita bele haree. Uza buka no filtru atu hetan lalais. Klik Detalla atu haree dadus kompletu no istória: se mak muda saida no bainhira. Investigadór bele edita kazu de'it iha status Rascunho, Rejeitadu ka Follow-up; hafoin haruka, kazu xave atu Admin verifika.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sai ba terrenu, verifika buat ne'en ne'e. Importante liu: login dahuluk iha app tenke halo ho internet, di'ak liu iha eskritóriu. Depois ne'e app servisu la ho sinál. Autorizasaun validu loron hitu; se remata, app sei bele sinkron maibé labele kria kazu foun.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haruka email ho username, password no PIN. Iha HP foun, login dahuluk presiza hotu tolu no internet. Hafoin ne'e, kada loke app, tama PIN de'it. PIN ne'e xavi ba dadus iha HP: dadus enkriptadu, ema seluk labele lee. Keta hakerek PIN iha papél ne'ebé hamutuk ho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Varanda app iha butaun prinsipál rua: Kazu Foun no Sinkron. Okos, lista kazu ne'ebé iha HP. Ikone xave iha leten xave app kedas, ezemplu bainhira fó HP ba ema seluk. App xave rasik hafoin minutu lima la uza. Sai ka troka utilizador hamoos dadus hotu iha HP: sinkron uluk!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Pasu 1: identifikasaun kazu. Pasu 2: fatin no GPS. Foti GPS iha fatin akontesimentu, la'ós iha uma. App la simu akurasia liu metru 50. Se akurasia la di'ak, ba fatin nakloke, hein uitoan, no koko fali. Poligon opsionál: la'o haleu rai no foti pontu, app kalkula luan.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Pasu 3 to'o 6 iha pergunta badak. Pasu 3: dadus uma-kain no ema afetadu; app verifika mane tama feto hanesan total. Pasu 4: fokal point RbR mak ita rasik, automátiku. Pasu 5: kazu iha tribunál ka lae, simu notifikasaun ka lae. Pasu 6: eviksaun akontese ona ka lae. Se la hatene, hili 'La hatene', keta adivinha.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Pasu 7: informasaun adisionál: data akontesimentu, tipu rai, entidade ne'ebé foti rai, estragu no nesesidade urjente. Nesesidade urjente halo kazu sai urjente. Pasu 8: foto to'o lima no vídeo to'o tolu, kada vídeo segundu 60. Konsentimentu obrigatóriu: husu ba ema afetadu molok foti dadus. Se komunidade la hakarak kazu mosu iha públiku, marka 'La publika'.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Bainhira klik Prontu iha pasu ikus, kazu rai iha HP ho enkriptasaun. Bainhira hetan sinál, app sinkron automátiku ka klik butaun Sinkron. Server simu kazu ho status Hein Verifikasaun. Se sinkron falla, dadus la lakon; koko fali depois.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Seguransa iha app: PIN mak xave ba dadus. Se ema hetan HP ne'ebé lakon, sira labele lee kazu. Sala PIN dala lima, app hamoos dadus. Tan ne'e sinkron beibeik, keta rai kazu barak iha HP loron barak. Se HP lakon, informa Admin kedas atu kansela asesu.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Investigadór servisu ho ema iha situasaun difisil. Konsentimentu informadu signifika ema hatene ita sé, tanba sá foti dadus, no sira bele hatete lae. Se situasaun la seguru, sai. Rejista faktu de'it, la'ós ita-nia opiniaun. Diskute ho grupu: ezemplu situasaun difisil ne'ebé imi hasoru 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Regra simples ba seguransa. Kazu konflitu rai sensitivu tebes: dadus ne'e bele hamosu risku ba ema afetadu se sai ba públiku. Keta fahe foto ka dadus kazu iha média sosiál ka grupu WhatsApp pesoál. Se HP lakon, informa Admin kedas: Admin bele kansela autorizasaun no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Fahe partisipante ba grupu ema na'in tolu. Senáriu ne'e fiktísiu. Kada grupu rejista kazu iha app offline, foti GPS iha li'ur, no sinkron. Depois grupu troka: grupu ida haree kazu grupu seluk iha sistema online no hatete saida mak falta. Pergunta diskusaun: tipu kazu saida? Entidade saida? Eviksaun akontese ona ka lae? Kazu urjente ka lae?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Ida-ne'e problema ne'ebé Investigadór hasoru beibeik. Husu partisipante: problema seluk saida mak imi hasoru iha prátika ohin? Nota no haruka ba ekipa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Hanoin fali buat haat ne'e. Obrigadu ba partisipasaun. Agora tempu ba perguntas no avaliasaun formasaun.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37160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3" name="Text 0"/>
          <p:cNvSpPr/>
          <p:nvPr>
            <p:ph idx="101" type="body" hasCustomPrompt="1"/>
          </p:nvPr>
        </p:nvSpPr>
        <p:spPr>
          <a:xfrm>
            <a:off x="548640" y="3520440"/>
            <a:ext cx="7680960" cy="16459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KSAUN">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E6B66"/>
                </a:solidFill>
              </a:rPr>
              <a:t>SIBAR-RbR · Formasaun ba Investigadór · Rede ba Rai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sirkulu"/>
          <p:cNvSpPr/>
          <p:nvPr/>
        </p:nvSpPr>
        <p:spPr>
          <a:xfrm>
            <a:off x="548640" y="548640"/>
            <a:ext cx="1280160" cy="1280160"/>
          </a:xfrm>
          <a:prstGeom prst="ellipse">
            <a:avLst/>
          </a:prstGeom>
          <a:solidFill>
            <a:schemeClr val="bg1"/>
          </a:solidFill>
          <a:ln w="12700">
            <a:solidFill>
              <a:schemeClr val="bg1"/>
            </a:solidFill>
            <a:prstDash val="solid"/>
          </a:ln>
        </p:spPr>
      </p:sp>
      <p:pic>
        <p:nvPicPr>
          <p:cNvPr id="3" name="logo" descr="/home/user/SMKRE/main/static/main/images/logo.png">    </p:cNvPr>
          <p:cNvPicPr>
            <a:picLocks noChangeAspect="1"/>
          </p:cNvPicPr>
          <p:nvPr/>
        </p:nvPicPr>
        <p:blipFill>
          <a:blip r:embed="rId1"/>
          <a:stretch>
            <a:fillRect/>
          </a:stretch>
        </p:blipFill>
        <p:spPr>
          <a:xfrm>
            <a:off x="731520" y="731520"/>
            <a:ext cx="914400" cy="914400"/>
          </a:xfrm>
          <a:prstGeom prst="rect">
            <a:avLst/>
          </a:prstGeom>
        </p:spPr>
      </p:pic>
      <p:sp>
        <p:nvSpPr>
          <p:cNvPr id="4" name="Text 0"/>
          <p:cNvSpPr/>
          <p:nvPr>
            <p:ph idx="100" type="title" hasCustomPrompt="1"/>
          </p:nvPr>
        </p:nvSpPr>
        <p:spPr>
          <a:xfrm>
            <a:off x="548640" y="2011680"/>
            <a:ext cx="7680960" cy="1371600"/>
          </a:xfrm>
          <a:prstGeom prst="rect">
            <a:avLst/>
          </a:prstGeom>
          <a:noFill/>
          <a:ln/>
        </p:spPr>
        <p:txBody>
          <a:bodyPr wrap="square" lIns="0" tIns="0" rIns="0" bIns="0" rtlCol="0" anchor="b"/>
          <a:lstStyle/>
          <a:p>
            <a:pPr algn="l" indent="0" marL="0">
              <a:buNone/>
            </a:pPr>
            <a:r>
              <a:rPr lang="en-US" sz="5000" b="1" dirty="0">
                <a:solidFill>
                  <a:schemeClr val="bg1"/>
                </a:solidFill>
              </a:rPr>
              <a:t>SIBAR-RbR</a:t>
            </a:r>
            <a:endParaRPr lang="en-US" sz="5000" dirty="0"/>
          </a:p>
        </p:txBody>
      </p:sp>
      <p:sp>
        <p:nvSpPr>
          <p:cNvPr id="5" name="Text 0"/>
          <p:cNvSpPr/>
          <p:nvPr>
            <p:ph idx="101" type="body" hasCustomPrompt="1"/>
          </p:nvPr>
        </p:nvSpPr>
        <p:spPr>
          <a:xfrm>
            <a:off x="548640" y="3520440"/>
            <a:ext cx="7680960" cy="1645920"/>
          </a:xfrm>
          <a:prstGeom prst="rect">
            <a:avLst/>
          </a:prstGeom>
          <a:noFill/>
          <a:ln/>
        </p:spPr>
        <p:txBody>
          <a:bodyPr wrap="square" lIns="0" tIns="0" rIns="0" bIns="0" rtlCol="0" anchor="t"/>
          <a:lstStyle/>
          <a:p>
            <a:pPr indent="0" marL="0">
              <a:buNone/>
            </a:pPr>
            <a:r>
              <a:rPr lang="en-US" sz="2000" dirty="0">
                <a:solidFill>
                  <a:schemeClr val="bg2"/>
                </a:solidFill>
              </a:rPr>
              <a:t>Formasaun ba Investigadór</a:t>
            </a:r>
            <a:endParaRPr lang="en-US" sz="2000" dirty="0"/>
          </a:p>
          <a:p>
            <a:pPr indent="0" marL="0">
              <a:buNone/>
            </a:pPr>
            <a:r>
              <a:rPr lang="en-US" sz="2000" b="1" dirty="0">
                <a:solidFill>
                  <a:schemeClr val="accent2"/>
                </a:solidFill>
              </a:rPr>
              <a:t>Rejista kazu online no offline · étika · prátika</a:t>
            </a:r>
            <a:endParaRPr lang="en-US" sz="2000" dirty="0"/>
          </a:p>
        </p:txBody>
      </p:sp>
      <p:sp>
        <p:nvSpPr>
          <p:cNvPr id="6" name="kapa-hp-moldura"/>
          <p:cNvSpPr/>
          <p:nvPr/>
        </p:nvSpPr>
        <p:spPr>
          <a:xfrm>
            <a:off x="8723376" y="768096"/>
            <a:ext cx="2761488" cy="2965470"/>
          </a:xfrm>
          <a:prstGeom prst="roundRect">
            <a:avLst>
              <a:gd name="adj" fmla="val 2649"/>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7" name="kapa-hp" descr="/tmp/claude-0/-home-user-sjamci/3266590f-78d1-5366-b61d-23553f70b1cc/scratchpad/tr/m_home_c.png">    </p:cNvPr>
          <p:cNvPicPr>
            <a:picLocks noChangeAspect="1"/>
          </p:cNvPicPr>
          <p:nvPr/>
        </p:nvPicPr>
        <p:blipFill>
          <a:blip r:embed="rId2"/>
          <a:stretch>
            <a:fillRect/>
          </a:stretch>
        </p:blipFill>
        <p:spPr>
          <a:xfrm>
            <a:off x="8778240" y="822960"/>
            <a:ext cx="2651760" cy="28557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Agenda loron ida</a:t>
            </a:r>
            <a:endParaRPr lang="en-US" sz="3000" dirty="0"/>
          </a:p>
        </p:txBody>
      </p:sp>
      <p:sp>
        <p:nvSpPr>
          <p:cNvPr id="3" name="ag-liña"/>
          <p:cNvSpPr/>
          <p:nvPr/>
        </p:nvSpPr>
        <p:spPr>
          <a:xfrm>
            <a:off x="2029968" y="1783080"/>
            <a:ext cx="0" cy="3657600"/>
          </a:xfrm>
          <a:prstGeom prst="line">
            <a:avLst/>
          </a:prstGeom>
          <a:noFill/>
          <a:ln w="25400">
            <a:solidFill>
              <a:schemeClr val="accent1"/>
            </a:solidFill>
            <a:prstDash val="solid"/>
          </a:ln>
        </p:spPr>
      </p:sp>
      <p:sp>
        <p:nvSpPr>
          <p:cNvPr id="4" name="Text 2"/>
          <p:cNvSpPr txBox="1"/>
          <p:nvPr/>
        </p:nvSpPr>
        <p:spPr>
          <a:xfrm>
            <a:off x="548640" y="161848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08:30</a:t>
            </a:r>
            <a:endParaRPr lang="en-US" sz="1700" dirty="0"/>
          </a:p>
        </p:txBody>
      </p:sp>
      <p:sp>
        <p:nvSpPr>
          <p:cNvPr id="5" name="ag-pontu-0"/>
          <p:cNvSpPr/>
          <p:nvPr/>
        </p:nvSpPr>
        <p:spPr>
          <a:xfrm>
            <a:off x="1920240" y="1673352"/>
            <a:ext cx="228600" cy="228600"/>
          </a:xfrm>
          <a:prstGeom prst="ellipse">
            <a:avLst/>
          </a:prstGeom>
          <a:solidFill>
            <a:schemeClr val="accent1"/>
          </a:solidFill>
          <a:ln w="25400">
            <a:solidFill>
              <a:schemeClr val="bg1"/>
            </a:solidFill>
            <a:prstDash val="solid"/>
          </a:ln>
        </p:spPr>
      </p:sp>
      <p:sp>
        <p:nvSpPr>
          <p:cNvPr id="6" name="Text 4"/>
          <p:cNvSpPr txBox="1"/>
          <p:nvPr/>
        </p:nvSpPr>
        <p:spPr>
          <a:xfrm>
            <a:off x="2423160" y="1581912"/>
            <a:ext cx="3291840" cy="411480"/>
          </a:xfrm>
          <a:prstGeom prst="rect">
            <a:avLst/>
          </a:prstGeom>
          <a:noFill/>
          <a:ln/>
        </p:spPr>
        <p:txBody>
          <a:bodyPr wrap="square" lIns="0" tIns="0" rIns="0" bIns="0" rtlCol="0" anchor="t"/>
          <a:lstStyle/>
          <a:p>
            <a:pPr indent="0" marL="0">
              <a:buNone/>
            </a:pPr>
            <a:r>
              <a:rPr lang="en-US" sz="1800" b="1" dirty="0">
                <a:solidFill>
                  <a:schemeClr val="tx2"/>
                </a:solidFill>
              </a:rPr>
              <a:t>Introdusaun</a:t>
            </a:r>
            <a:endParaRPr lang="en-US" sz="1800" dirty="0"/>
          </a:p>
        </p:txBody>
      </p:sp>
      <p:sp>
        <p:nvSpPr>
          <p:cNvPr id="7" name="Text 5"/>
          <p:cNvSpPr txBox="1"/>
          <p:nvPr/>
        </p:nvSpPr>
        <p:spPr>
          <a:xfrm>
            <a:off x="5806440" y="1609344"/>
            <a:ext cx="5836615" cy="411480"/>
          </a:xfrm>
          <a:prstGeom prst="rect">
            <a:avLst/>
          </a:prstGeom>
          <a:noFill/>
          <a:ln/>
        </p:spPr>
        <p:txBody>
          <a:bodyPr wrap="square" lIns="0" tIns="0" rIns="0" bIns="0" rtlCol="0" anchor="t"/>
          <a:lstStyle/>
          <a:p>
            <a:pPr indent="0" marL="0">
              <a:buNone/>
            </a:pPr>
            <a:r>
              <a:rPr lang="en-US" sz="1600" dirty="0">
                <a:solidFill>
                  <a:schemeClr val="tx1"/>
                </a:solidFill>
              </a:rPr>
              <a:t>Papél Investigadór · fluxu kazu · online ka offline</a:t>
            </a:r>
            <a:endParaRPr lang="en-US" sz="1600" dirty="0"/>
          </a:p>
        </p:txBody>
      </p:sp>
      <p:sp>
        <p:nvSpPr>
          <p:cNvPr id="8" name="Text 6"/>
          <p:cNvSpPr txBox="1"/>
          <p:nvPr/>
        </p:nvSpPr>
        <p:spPr>
          <a:xfrm>
            <a:off x="548640" y="235000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09:15</a:t>
            </a:r>
            <a:endParaRPr lang="en-US" sz="1700" dirty="0"/>
          </a:p>
        </p:txBody>
      </p:sp>
      <p:sp>
        <p:nvSpPr>
          <p:cNvPr id="9" name="ag-pontu-1"/>
          <p:cNvSpPr/>
          <p:nvPr/>
        </p:nvSpPr>
        <p:spPr>
          <a:xfrm>
            <a:off x="1920240" y="2404872"/>
            <a:ext cx="228600" cy="228600"/>
          </a:xfrm>
          <a:prstGeom prst="ellipse">
            <a:avLst/>
          </a:prstGeom>
          <a:solidFill>
            <a:schemeClr val="accent1"/>
          </a:solidFill>
          <a:ln w="25400">
            <a:solidFill>
              <a:schemeClr val="bg1"/>
            </a:solidFill>
            <a:prstDash val="solid"/>
          </a:ln>
        </p:spPr>
      </p:sp>
      <p:sp>
        <p:nvSpPr>
          <p:cNvPr id="10" name="Text 8"/>
          <p:cNvSpPr txBox="1"/>
          <p:nvPr/>
        </p:nvSpPr>
        <p:spPr>
          <a:xfrm>
            <a:off x="2423160" y="2313432"/>
            <a:ext cx="3291840" cy="411480"/>
          </a:xfrm>
          <a:prstGeom prst="rect">
            <a:avLst/>
          </a:prstGeom>
          <a:noFill/>
          <a:ln/>
        </p:spPr>
        <p:txBody>
          <a:bodyPr wrap="square" lIns="0" tIns="0" rIns="0" bIns="0" rtlCol="0" anchor="t"/>
          <a:lstStyle/>
          <a:p>
            <a:pPr indent="0" marL="0">
              <a:buNone/>
            </a:pPr>
            <a:r>
              <a:rPr lang="en-US" sz="1800" b="1" dirty="0">
                <a:solidFill>
                  <a:schemeClr val="tx2"/>
                </a:solidFill>
              </a:rPr>
              <a:t>SIBAR-RbR online</a:t>
            </a:r>
            <a:endParaRPr lang="en-US" sz="1800" dirty="0"/>
          </a:p>
        </p:txBody>
      </p:sp>
      <p:sp>
        <p:nvSpPr>
          <p:cNvPr id="11" name="Text 9"/>
          <p:cNvSpPr txBox="1"/>
          <p:nvPr/>
        </p:nvSpPr>
        <p:spPr>
          <a:xfrm>
            <a:off x="5806440" y="2340864"/>
            <a:ext cx="5836615" cy="411480"/>
          </a:xfrm>
          <a:prstGeom prst="rect">
            <a:avLst/>
          </a:prstGeom>
          <a:noFill/>
          <a:ln/>
        </p:spPr>
        <p:txBody>
          <a:bodyPr wrap="square" lIns="0" tIns="0" rIns="0" bIns="0" rtlCol="0" anchor="t"/>
          <a:lstStyle/>
          <a:p>
            <a:pPr indent="0" marL="0">
              <a:buNone/>
            </a:pPr>
            <a:r>
              <a:rPr lang="en-US" sz="1600" dirty="0">
                <a:solidFill>
                  <a:schemeClr val="tx1"/>
                </a:solidFill>
              </a:rPr>
              <a:t>Login · varanda · formuláriu kazu · lista no status</a:t>
            </a:r>
            <a:endParaRPr lang="en-US" sz="1600" dirty="0"/>
          </a:p>
        </p:txBody>
      </p:sp>
      <p:sp>
        <p:nvSpPr>
          <p:cNvPr id="12" name="Text 10"/>
          <p:cNvSpPr txBox="1"/>
          <p:nvPr/>
        </p:nvSpPr>
        <p:spPr>
          <a:xfrm>
            <a:off x="548640" y="308152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11:00</a:t>
            </a:r>
            <a:endParaRPr lang="en-US" sz="1700" dirty="0"/>
          </a:p>
        </p:txBody>
      </p:sp>
      <p:sp>
        <p:nvSpPr>
          <p:cNvPr id="13" name="ag-pontu-2"/>
          <p:cNvSpPr/>
          <p:nvPr/>
        </p:nvSpPr>
        <p:spPr>
          <a:xfrm>
            <a:off x="1920240" y="3136392"/>
            <a:ext cx="228600" cy="228600"/>
          </a:xfrm>
          <a:prstGeom prst="ellipse">
            <a:avLst/>
          </a:prstGeom>
          <a:solidFill>
            <a:schemeClr val="accent1"/>
          </a:solidFill>
          <a:ln w="25400">
            <a:solidFill>
              <a:schemeClr val="bg1"/>
            </a:solidFill>
            <a:prstDash val="solid"/>
          </a:ln>
        </p:spPr>
      </p:sp>
      <p:sp>
        <p:nvSpPr>
          <p:cNvPr id="14" name="Text 12"/>
          <p:cNvSpPr txBox="1"/>
          <p:nvPr/>
        </p:nvSpPr>
        <p:spPr>
          <a:xfrm>
            <a:off x="2423160" y="3044952"/>
            <a:ext cx="3291840" cy="411480"/>
          </a:xfrm>
          <a:prstGeom prst="rect">
            <a:avLst/>
          </a:prstGeom>
          <a:noFill/>
          <a:ln/>
        </p:spPr>
        <p:txBody>
          <a:bodyPr wrap="square" lIns="0" tIns="0" rIns="0" bIns="0" rtlCol="0" anchor="t"/>
          <a:lstStyle/>
          <a:p>
            <a:pPr indent="0" marL="0">
              <a:buNone/>
            </a:pPr>
            <a:r>
              <a:rPr lang="en-US" sz="1800" b="1" dirty="0">
                <a:solidFill>
                  <a:schemeClr val="tx2"/>
                </a:solidFill>
              </a:rPr>
              <a:t>App offline iha HP</a:t>
            </a:r>
            <a:endParaRPr lang="en-US" sz="1800" dirty="0"/>
          </a:p>
        </p:txBody>
      </p:sp>
      <p:sp>
        <p:nvSpPr>
          <p:cNvPr id="15" name="Text 13"/>
          <p:cNvSpPr txBox="1"/>
          <p:nvPr/>
        </p:nvSpPr>
        <p:spPr>
          <a:xfrm>
            <a:off x="5806440" y="3072384"/>
            <a:ext cx="5836615" cy="411480"/>
          </a:xfrm>
          <a:prstGeom prst="rect">
            <a:avLst/>
          </a:prstGeom>
          <a:noFill/>
          <a:ln/>
        </p:spPr>
        <p:txBody>
          <a:bodyPr wrap="square" lIns="0" tIns="0" rIns="0" bIns="0" rtlCol="0" anchor="t"/>
          <a:lstStyle/>
          <a:p>
            <a:pPr indent="0" marL="0">
              <a:buNone/>
            </a:pPr>
            <a:r>
              <a:rPr lang="en-US" sz="1600" dirty="0">
                <a:solidFill>
                  <a:schemeClr val="tx1"/>
                </a:solidFill>
              </a:rPr>
              <a:t>Login ho PIN · rejista kazu · GPS · foto · sinkron</a:t>
            </a:r>
            <a:endParaRPr lang="en-US" sz="1600" dirty="0"/>
          </a:p>
        </p:txBody>
      </p:sp>
      <p:sp>
        <p:nvSpPr>
          <p:cNvPr id="16" name="Text 14"/>
          <p:cNvSpPr txBox="1"/>
          <p:nvPr/>
        </p:nvSpPr>
        <p:spPr>
          <a:xfrm>
            <a:off x="548640" y="381304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13:30</a:t>
            </a:r>
            <a:endParaRPr lang="en-US" sz="1700" dirty="0"/>
          </a:p>
        </p:txBody>
      </p:sp>
      <p:sp>
        <p:nvSpPr>
          <p:cNvPr id="17" name="ag-pontu-3"/>
          <p:cNvSpPr/>
          <p:nvPr/>
        </p:nvSpPr>
        <p:spPr>
          <a:xfrm>
            <a:off x="1920240" y="3867912"/>
            <a:ext cx="228600" cy="228600"/>
          </a:xfrm>
          <a:prstGeom prst="ellipse">
            <a:avLst/>
          </a:prstGeom>
          <a:solidFill>
            <a:schemeClr val="accent1"/>
          </a:solidFill>
          <a:ln w="25400">
            <a:solidFill>
              <a:schemeClr val="bg1"/>
            </a:solidFill>
            <a:prstDash val="solid"/>
          </a:ln>
        </p:spPr>
      </p:sp>
      <p:sp>
        <p:nvSpPr>
          <p:cNvPr id="18" name="Text 16"/>
          <p:cNvSpPr txBox="1"/>
          <p:nvPr/>
        </p:nvSpPr>
        <p:spPr>
          <a:xfrm>
            <a:off x="2423160" y="3776472"/>
            <a:ext cx="3291840" cy="411480"/>
          </a:xfrm>
          <a:prstGeom prst="rect">
            <a:avLst/>
          </a:prstGeom>
          <a:noFill/>
          <a:ln/>
        </p:spPr>
        <p:txBody>
          <a:bodyPr wrap="square" lIns="0" tIns="0" rIns="0" bIns="0" rtlCol="0" anchor="t"/>
          <a:lstStyle/>
          <a:p>
            <a:pPr indent="0" marL="0">
              <a:buNone/>
            </a:pPr>
            <a:r>
              <a:rPr lang="en-US" sz="1800" b="1" dirty="0">
                <a:solidFill>
                  <a:schemeClr val="tx2"/>
                </a:solidFill>
              </a:rPr>
              <a:t>Étika no seguransa</a:t>
            </a:r>
            <a:endParaRPr lang="en-US" sz="1800" dirty="0"/>
          </a:p>
        </p:txBody>
      </p:sp>
      <p:sp>
        <p:nvSpPr>
          <p:cNvPr id="19" name="Text 17"/>
          <p:cNvSpPr txBox="1"/>
          <p:nvPr/>
        </p:nvSpPr>
        <p:spPr>
          <a:xfrm>
            <a:off x="5806440" y="3803904"/>
            <a:ext cx="5836615" cy="411480"/>
          </a:xfrm>
          <a:prstGeom prst="rect">
            <a:avLst/>
          </a:prstGeom>
          <a:noFill/>
          <a:ln/>
        </p:spPr>
        <p:txBody>
          <a:bodyPr wrap="square" lIns="0" tIns="0" rIns="0" bIns="0" rtlCol="0" anchor="t"/>
          <a:lstStyle/>
          <a:p>
            <a:pPr indent="0" marL="0">
              <a:buNone/>
            </a:pPr>
            <a:r>
              <a:rPr lang="en-US" sz="1600" dirty="0">
                <a:solidFill>
                  <a:schemeClr val="tx1"/>
                </a:solidFill>
              </a:rPr>
              <a:t>Konsentimentu · konfidensialidade · proteje dadus</a:t>
            </a:r>
            <a:endParaRPr lang="en-US" sz="1600" dirty="0"/>
          </a:p>
        </p:txBody>
      </p:sp>
      <p:sp>
        <p:nvSpPr>
          <p:cNvPr id="20" name="Text 18"/>
          <p:cNvSpPr txBox="1"/>
          <p:nvPr/>
        </p:nvSpPr>
        <p:spPr>
          <a:xfrm>
            <a:off x="548640" y="454456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14:30</a:t>
            </a:r>
            <a:endParaRPr lang="en-US" sz="1700" dirty="0"/>
          </a:p>
        </p:txBody>
      </p:sp>
      <p:sp>
        <p:nvSpPr>
          <p:cNvPr id="21" name="ag-pontu-4"/>
          <p:cNvSpPr/>
          <p:nvPr/>
        </p:nvSpPr>
        <p:spPr>
          <a:xfrm>
            <a:off x="1920240" y="4599432"/>
            <a:ext cx="228600" cy="228600"/>
          </a:xfrm>
          <a:prstGeom prst="ellipse">
            <a:avLst/>
          </a:prstGeom>
          <a:solidFill>
            <a:schemeClr val="accent3"/>
          </a:solidFill>
          <a:ln w="25400">
            <a:solidFill>
              <a:schemeClr val="bg1"/>
            </a:solidFill>
            <a:prstDash val="solid"/>
          </a:ln>
        </p:spPr>
      </p:sp>
      <p:sp>
        <p:nvSpPr>
          <p:cNvPr id="22" name="Text 20"/>
          <p:cNvSpPr txBox="1"/>
          <p:nvPr/>
        </p:nvSpPr>
        <p:spPr>
          <a:xfrm>
            <a:off x="2423160" y="4507992"/>
            <a:ext cx="3291840" cy="411480"/>
          </a:xfrm>
          <a:prstGeom prst="rect">
            <a:avLst/>
          </a:prstGeom>
          <a:noFill/>
          <a:ln/>
        </p:spPr>
        <p:txBody>
          <a:bodyPr wrap="square" lIns="0" tIns="0" rIns="0" bIns="0" rtlCol="0" anchor="t"/>
          <a:lstStyle/>
          <a:p>
            <a:pPr indent="0" marL="0">
              <a:buNone/>
            </a:pPr>
            <a:r>
              <a:rPr lang="en-US" sz="1800" b="1" dirty="0">
                <a:solidFill>
                  <a:schemeClr val="tx2"/>
                </a:solidFill>
              </a:rPr>
              <a:t>Simulasaun kazu</a:t>
            </a:r>
            <a:endParaRPr lang="en-US" sz="1800" dirty="0"/>
          </a:p>
        </p:txBody>
      </p:sp>
      <p:sp>
        <p:nvSpPr>
          <p:cNvPr id="23" name="Text 21"/>
          <p:cNvSpPr txBox="1"/>
          <p:nvPr/>
        </p:nvSpPr>
        <p:spPr>
          <a:xfrm>
            <a:off x="5806440" y="4535424"/>
            <a:ext cx="5836615" cy="411480"/>
          </a:xfrm>
          <a:prstGeom prst="rect">
            <a:avLst/>
          </a:prstGeom>
          <a:noFill/>
          <a:ln/>
        </p:spPr>
        <p:txBody>
          <a:bodyPr wrap="square" lIns="0" tIns="0" rIns="0" bIns="0" rtlCol="0" anchor="t"/>
          <a:lstStyle/>
          <a:p>
            <a:pPr indent="0" marL="0">
              <a:buNone/>
            </a:pPr>
            <a:r>
              <a:rPr lang="en-US" sz="1600" dirty="0">
                <a:solidFill>
                  <a:schemeClr val="tx1"/>
                </a:solidFill>
              </a:rPr>
              <a:t>Grupu rejista kazu ezemplu husi hahú to'o sinkron</a:t>
            </a:r>
            <a:endParaRPr lang="en-US" sz="1600" dirty="0"/>
          </a:p>
        </p:txBody>
      </p:sp>
      <p:sp>
        <p:nvSpPr>
          <p:cNvPr id="24" name="Text 22"/>
          <p:cNvSpPr txBox="1"/>
          <p:nvPr/>
        </p:nvSpPr>
        <p:spPr>
          <a:xfrm>
            <a:off x="548640" y="5276088"/>
            <a:ext cx="1143000" cy="365760"/>
          </a:xfrm>
          <a:prstGeom prst="rect">
            <a:avLst/>
          </a:prstGeom>
          <a:noFill/>
          <a:ln/>
        </p:spPr>
        <p:txBody>
          <a:bodyPr wrap="square" lIns="0" tIns="0" rIns="0" bIns="0" rtlCol="0" anchor="t"/>
          <a:lstStyle/>
          <a:p>
            <a:pPr algn="r" indent="0" marL="0">
              <a:buNone/>
            </a:pPr>
            <a:r>
              <a:rPr lang="en-US" sz="1700" b="1" dirty="0">
                <a:solidFill>
                  <a:schemeClr val="accent1"/>
                </a:solidFill>
              </a:rPr>
              <a:t>16:00</a:t>
            </a:r>
            <a:endParaRPr lang="en-US" sz="1700" dirty="0"/>
          </a:p>
        </p:txBody>
      </p:sp>
      <p:sp>
        <p:nvSpPr>
          <p:cNvPr id="25" name="ag-pontu-5"/>
          <p:cNvSpPr/>
          <p:nvPr/>
        </p:nvSpPr>
        <p:spPr>
          <a:xfrm>
            <a:off x="1920240" y="5330952"/>
            <a:ext cx="228600" cy="228600"/>
          </a:xfrm>
          <a:prstGeom prst="ellipse">
            <a:avLst/>
          </a:prstGeom>
          <a:solidFill>
            <a:schemeClr val="accent1"/>
          </a:solidFill>
          <a:ln w="25400">
            <a:solidFill>
              <a:schemeClr val="bg1"/>
            </a:solidFill>
            <a:prstDash val="solid"/>
          </a:ln>
        </p:spPr>
      </p:sp>
      <p:sp>
        <p:nvSpPr>
          <p:cNvPr id="26" name="Text 24"/>
          <p:cNvSpPr txBox="1"/>
          <p:nvPr/>
        </p:nvSpPr>
        <p:spPr>
          <a:xfrm>
            <a:off x="2423160" y="5239512"/>
            <a:ext cx="3291840" cy="411480"/>
          </a:xfrm>
          <a:prstGeom prst="rect">
            <a:avLst/>
          </a:prstGeom>
          <a:noFill/>
          <a:ln/>
        </p:spPr>
        <p:txBody>
          <a:bodyPr wrap="square" lIns="0" tIns="0" rIns="0" bIns="0" rtlCol="0" anchor="t"/>
          <a:lstStyle/>
          <a:p>
            <a:pPr indent="0" marL="0">
              <a:buNone/>
            </a:pPr>
            <a:r>
              <a:rPr lang="en-US" sz="1800" b="1" dirty="0">
                <a:solidFill>
                  <a:schemeClr val="tx2"/>
                </a:solidFill>
              </a:rPr>
              <a:t>Problema komún</a:t>
            </a:r>
            <a:endParaRPr lang="en-US" sz="1800" dirty="0"/>
          </a:p>
        </p:txBody>
      </p:sp>
      <p:sp>
        <p:nvSpPr>
          <p:cNvPr id="27" name="Text 25"/>
          <p:cNvSpPr txBox="1"/>
          <p:nvPr/>
        </p:nvSpPr>
        <p:spPr>
          <a:xfrm>
            <a:off x="5806440" y="5266944"/>
            <a:ext cx="5836615" cy="411480"/>
          </a:xfrm>
          <a:prstGeom prst="rect">
            <a:avLst/>
          </a:prstGeom>
          <a:noFill/>
          <a:ln/>
        </p:spPr>
        <p:txBody>
          <a:bodyPr wrap="square" lIns="0" tIns="0" rIns="0" bIns="0" rtlCol="0" anchor="t"/>
          <a:lstStyle/>
          <a:p>
            <a:pPr indent="0" marL="0">
              <a:buNone/>
            </a:pPr>
            <a:r>
              <a:rPr lang="en-US" sz="1600" dirty="0">
                <a:solidFill>
                  <a:schemeClr val="tx1"/>
                </a:solidFill>
              </a:rPr>
              <a:t>Solusaun · perguntas · avaliasaun</a:t>
            </a:r>
            <a:endParaRPr lang="en-US" sz="1600" dirty="0"/>
          </a:p>
        </p:txBody>
      </p:sp>
      <p:sp>
        <p:nvSpPr>
          <p:cNvPr id="28" name="Text 26"/>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300" i="1" dirty="0">
                <a:solidFill>
                  <a:srgbClr val="5E6B66"/>
                </a:solidFill>
              </a:rPr>
              <a:t>Deskansa: 10:30 · Han meiudia: 12:30 · Deskansa: 15:30 · Remata: 16:30</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Fluxu kazu: husi terrenu to'o remata</a:t>
            </a:r>
            <a:endParaRPr lang="en-US" sz="3000" dirty="0"/>
          </a:p>
        </p:txBody>
      </p:sp>
      <p:sp>
        <p:nvSpPr>
          <p:cNvPr id="3" name="fl-0"/>
          <p:cNvSpPr/>
          <p:nvPr/>
        </p:nvSpPr>
        <p:spPr>
          <a:xfrm>
            <a:off x="548640" y="1828800"/>
            <a:ext cx="1874520" cy="566928"/>
          </a:xfrm>
          <a:prstGeom prst="roundRect">
            <a:avLst>
              <a:gd name="adj" fmla="val 50000"/>
            </a:avLst>
          </a:prstGeom>
          <a:solidFill>
            <a:schemeClr val="accent6"/>
          </a:solidFill>
          <a:ln w="12700">
            <a:solidFill>
              <a:schemeClr val="accent6"/>
            </a:solidFill>
            <a:prstDash val="solid"/>
          </a:ln>
        </p:spPr>
      </p:sp>
      <p:sp>
        <p:nvSpPr>
          <p:cNvPr id="4" name="fl-0-t"/>
          <p:cNvSpPr txBox="1"/>
          <p:nvPr/>
        </p:nvSpPr>
        <p:spPr>
          <a:xfrm>
            <a:off x="548640" y="1828800"/>
            <a:ext cx="1874520" cy="566928"/>
          </a:xfrm>
          <a:prstGeom prst="rect">
            <a:avLst/>
          </a:prstGeom>
          <a:noFill/>
          <a:ln/>
        </p:spPr>
        <p:txBody>
          <a:bodyPr wrap="square" lIns="0" tIns="0" rIns="0" bIns="0" rtlCol="0" anchor="ctr"/>
          <a:lstStyle/>
          <a:p>
            <a:pPr algn="ctr" indent="0" marL="0">
              <a:buNone/>
            </a:pPr>
            <a:r>
              <a:rPr lang="en-US" sz="1400" b="1" dirty="0">
                <a:solidFill>
                  <a:schemeClr val="bg1"/>
                </a:solidFill>
              </a:rPr>
              <a:t>Rascunho</a:t>
            </a:r>
            <a:endParaRPr lang="en-US" sz="1400" dirty="0"/>
          </a:p>
        </p:txBody>
      </p:sp>
      <p:sp>
        <p:nvSpPr>
          <p:cNvPr id="5" name="Text 3"/>
          <p:cNvSpPr txBox="1"/>
          <p:nvPr/>
        </p:nvSpPr>
        <p:spPr>
          <a:xfrm>
            <a:off x="548640" y="2487168"/>
            <a:ext cx="1874520" cy="320040"/>
          </a:xfrm>
          <a:prstGeom prst="rect">
            <a:avLst/>
          </a:prstGeom>
          <a:noFill/>
          <a:ln/>
        </p:spPr>
        <p:txBody>
          <a:bodyPr wrap="square" lIns="0" tIns="0" rIns="0" bIns="0" rtlCol="0" anchor="t"/>
          <a:lstStyle/>
          <a:p>
            <a:pPr algn="ctr" indent="0" marL="0">
              <a:buNone/>
            </a:pPr>
            <a:r>
              <a:rPr lang="en-US" sz="1300" dirty="0">
                <a:solidFill>
                  <a:srgbClr val="5E6B66"/>
                </a:solidFill>
              </a:rPr>
              <a:t>Investigadór</a:t>
            </a:r>
            <a:endParaRPr lang="en-US" sz="1300" dirty="0"/>
          </a:p>
        </p:txBody>
      </p:sp>
      <p:sp>
        <p:nvSpPr>
          <p:cNvPr id="6" name="fl-seta-0"/>
          <p:cNvSpPr/>
          <p:nvPr/>
        </p:nvSpPr>
        <p:spPr>
          <a:xfrm>
            <a:off x="2459736" y="2112264"/>
            <a:ext cx="357302" cy="914"/>
          </a:xfrm>
          <a:prstGeom prst="line">
            <a:avLst/>
          </a:prstGeom>
          <a:noFill/>
          <a:ln w="22225">
            <a:solidFill>
              <a:schemeClr val="tx2"/>
            </a:solidFill>
            <a:prstDash val="solid"/>
            <a:tailEnd type="triangle"/>
          </a:ln>
        </p:spPr>
      </p:sp>
      <p:sp>
        <p:nvSpPr>
          <p:cNvPr id="7" name="fl-1"/>
          <p:cNvSpPr/>
          <p:nvPr/>
        </p:nvSpPr>
        <p:spPr>
          <a:xfrm>
            <a:off x="2853614" y="1828800"/>
            <a:ext cx="1874520" cy="566928"/>
          </a:xfrm>
          <a:prstGeom prst="roundRect">
            <a:avLst>
              <a:gd name="adj" fmla="val 50000"/>
            </a:avLst>
          </a:prstGeom>
          <a:solidFill>
            <a:schemeClr val="accent5"/>
          </a:solidFill>
          <a:ln w="12700">
            <a:solidFill>
              <a:schemeClr val="accent5"/>
            </a:solidFill>
            <a:prstDash val="solid"/>
          </a:ln>
        </p:spPr>
      </p:sp>
      <p:sp>
        <p:nvSpPr>
          <p:cNvPr id="8" name="fl-1-t"/>
          <p:cNvSpPr txBox="1"/>
          <p:nvPr/>
        </p:nvSpPr>
        <p:spPr>
          <a:xfrm>
            <a:off x="2853614" y="1828800"/>
            <a:ext cx="1874520" cy="566928"/>
          </a:xfrm>
          <a:prstGeom prst="rect">
            <a:avLst/>
          </a:prstGeom>
          <a:noFill/>
          <a:ln/>
        </p:spPr>
        <p:txBody>
          <a:bodyPr wrap="square" lIns="0" tIns="0" rIns="0" bIns="0" rtlCol="0" anchor="ctr"/>
          <a:lstStyle/>
          <a:p>
            <a:pPr algn="ctr" indent="0" marL="0">
              <a:buNone/>
            </a:pPr>
            <a:r>
              <a:rPr lang="en-US" sz="1400" b="1" dirty="0">
                <a:solidFill>
                  <a:schemeClr val="bg1"/>
                </a:solidFill>
              </a:rPr>
              <a:t>Hein Verifikasaun</a:t>
            </a:r>
            <a:endParaRPr lang="en-US" sz="1400" dirty="0"/>
          </a:p>
        </p:txBody>
      </p:sp>
      <p:sp>
        <p:nvSpPr>
          <p:cNvPr id="9" name="Text 7"/>
          <p:cNvSpPr txBox="1"/>
          <p:nvPr/>
        </p:nvSpPr>
        <p:spPr>
          <a:xfrm>
            <a:off x="2853614" y="2487168"/>
            <a:ext cx="1874520" cy="320040"/>
          </a:xfrm>
          <a:prstGeom prst="rect">
            <a:avLst/>
          </a:prstGeom>
          <a:noFill/>
          <a:ln/>
        </p:spPr>
        <p:txBody>
          <a:bodyPr wrap="square" lIns="0" tIns="0" rIns="0" bIns="0" rtlCol="0" anchor="t"/>
          <a:lstStyle/>
          <a:p>
            <a:pPr algn="ctr" indent="0" marL="0">
              <a:buNone/>
            </a:pPr>
            <a:r>
              <a:rPr lang="en-US" sz="1300" dirty="0">
                <a:solidFill>
                  <a:srgbClr val="5E6B66"/>
                </a:solidFill>
              </a:rPr>
              <a:t>Investigadór haruka</a:t>
            </a:r>
            <a:endParaRPr lang="en-US" sz="1300" dirty="0"/>
          </a:p>
        </p:txBody>
      </p:sp>
      <p:sp>
        <p:nvSpPr>
          <p:cNvPr id="10" name="fl-seta-1"/>
          <p:cNvSpPr/>
          <p:nvPr/>
        </p:nvSpPr>
        <p:spPr>
          <a:xfrm>
            <a:off x="4764710" y="2112264"/>
            <a:ext cx="357302" cy="914"/>
          </a:xfrm>
          <a:prstGeom prst="line">
            <a:avLst/>
          </a:prstGeom>
          <a:noFill/>
          <a:ln w="22225">
            <a:solidFill>
              <a:schemeClr val="tx2"/>
            </a:solidFill>
            <a:prstDash val="solid"/>
            <a:tailEnd type="triangle"/>
          </a:ln>
        </p:spPr>
      </p:sp>
      <p:sp>
        <p:nvSpPr>
          <p:cNvPr id="11" name="fl-2"/>
          <p:cNvSpPr/>
          <p:nvPr/>
        </p:nvSpPr>
        <p:spPr>
          <a:xfrm>
            <a:off x="5158588" y="1828800"/>
            <a:ext cx="1874520" cy="566928"/>
          </a:xfrm>
          <a:prstGeom prst="roundRect">
            <a:avLst>
              <a:gd name="adj" fmla="val 50000"/>
            </a:avLst>
          </a:prstGeom>
          <a:solidFill>
            <a:schemeClr val="accent1"/>
          </a:solidFill>
          <a:ln w="12700">
            <a:solidFill>
              <a:schemeClr val="accent1"/>
            </a:solidFill>
            <a:prstDash val="solid"/>
          </a:ln>
        </p:spPr>
      </p:sp>
      <p:sp>
        <p:nvSpPr>
          <p:cNvPr id="12" name="fl-2-t"/>
          <p:cNvSpPr txBox="1"/>
          <p:nvPr/>
        </p:nvSpPr>
        <p:spPr>
          <a:xfrm>
            <a:off x="5158588" y="1828800"/>
            <a:ext cx="1874520" cy="566928"/>
          </a:xfrm>
          <a:prstGeom prst="rect">
            <a:avLst/>
          </a:prstGeom>
          <a:noFill/>
          <a:ln/>
        </p:spPr>
        <p:txBody>
          <a:bodyPr wrap="square" lIns="0" tIns="0" rIns="0" bIns="0" rtlCol="0" anchor="ctr"/>
          <a:lstStyle/>
          <a:p>
            <a:pPr algn="ctr" indent="0" marL="0">
              <a:buNone/>
            </a:pPr>
            <a:r>
              <a:rPr lang="en-US" sz="1400" b="1" dirty="0">
                <a:solidFill>
                  <a:schemeClr val="bg1"/>
                </a:solidFill>
              </a:rPr>
              <a:t>Verifikadu</a:t>
            </a:r>
            <a:endParaRPr lang="en-US" sz="1400" dirty="0"/>
          </a:p>
        </p:txBody>
      </p:sp>
      <p:sp>
        <p:nvSpPr>
          <p:cNvPr id="13" name="Text 11"/>
          <p:cNvSpPr txBox="1"/>
          <p:nvPr/>
        </p:nvSpPr>
        <p:spPr>
          <a:xfrm>
            <a:off x="5158588" y="2487168"/>
            <a:ext cx="1874520" cy="320040"/>
          </a:xfrm>
          <a:prstGeom prst="rect">
            <a:avLst/>
          </a:prstGeom>
          <a:noFill/>
          <a:ln/>
        </p:spPr>
        <p:txBody>
          <a:bodyPr wrap="square" lIns="0" tIns="0" rIns="0" bIns="0" rtlCol="0" anchor="t"/>
          <a:lstStyle/>
          <a:p>
            <a:pPr algn="ctr" indent="0" marL="0">
              <a:buNone/>
            </a:pPr>
            <a:r>
              <a:rPr lang="en-US" sz="1300" dirty="0">
                <a:solidFill>
                  <a:srgbClr val="5E6B66"/>
                </a:solidFill>
              </a:rPr>
              <a:t>Admin</a:t>
            </a:r>
            <a:endParaRPr lang="en-US" sz="1300" dirty="0"/>
          </a:p>
        </p:txBody>
      </p:sp>
      <p:sp>
        <p:nvSpPr>
          <p:cNvPr id="14" name="fl-seta-2"/>
          <p:cNvSpPr/>
          <p:nvPr/>
        </p:nvSpPr>
        <p:spPr>
          <a:xfrm>
            <a:off x="7069684" y="2112264"/>
            <a:ext cx="357302" cy="914"/>
          </a:xfrm>
          <a:prstGeom prst="line">
            <a:avLst/>
          </a:prstGeom>
          <a:noFill/>
          <a:ln w="22225">
            <a:solidFill>
              <a:schemeClr val="tx2"/>
            </a:solidFill>
            <a:prstDash val="solid"/>
            <a:tailEnd type="triangle"/>
          </a:ln>
        </p:spPr>
      </p:sp>
      <p:sp>
        <p:nvSpPr>
          <p:cNvPr id="15" name="fl-3"/>
          <p:cNvSpPr/>
          <p:nvPr/>
        </p:nvSpPr>
        <p:spPr>
          <a:xfrm>
            <a:off x="7463561" y="1828800"/>
            <a:ext cx="1874520" cy="566928"/>
          </a:xfrm>
          <a:prstGeom prst="roundRect">
            <a:avLst>
              <a:gd name="adj" fmla="val 50000"/>
            </a:avLst>
          </a:prstGeom>
          <a:solidFill>
            <a:schemeClr val="tx2"/>
          </a:solidFill>
          <a:ln w="12700">
            <a:solidFill>
              <a:schemeClr val="tx2"/>
            </a:solidFill>
            <a:prstDash val="solid"/>
          </a:ln>
        </p:spPr>
      </p:sp>
      <p:sp>
        <p:nvSpPr>
          <p:cNvPr id="16" name="fl-3-t"/>
          <p:cNvSpPr txBox="1"/>
          <p:nvPr/>
        </p:nvSpPr>
        <p:spPr>
          <a:xfrm>
            <a:off x="7463561" y="1828800"/>
            <a:ext cx="1874520" cy="566928"/>
          </a:xfrm>
          <a:prstGeom prst="rect">
            <a:avLst/>
          </a:prstGeom>
          <a:noFill/>
          <a:ln/>
        </p:spPr>
        <p:txBody>
          <a:bodyPr wrap="square" lIns="0" tIns="0" rIns="0" bIns="0" rtlCol="0" anchor="ctr"/>
          <a:lstStyle/>
          <a:p>
            <a:pPr algn="ctr" indent="0" marL="0">
              <a:buNone/>
            </a:pPr>
            <a:r>
              <a:rPr lang="en-US" sz="1400" b="1" dirty="0">
                <a:solidFill>
                  <a:schemeClr val="bg1"/>
                </a:solidFill>
              </a:rPr>
              <a:t>Aprovadu</a:t>
            </a:r>
            <a:endParaRPr lang="en-US" sz="1400" dirty="0"/>
          </a:p>
        </p:txBody>
      </p:sp>
      <p:sp>
        <p:nvSpPr>
          <p:cNvPr id="17" name="Text 15"/>
          <p:cNvSpPr txBox="1"/>
          <p:nvPr/>
        </p:nvSpPr>
        <p:spPr>
          <a:xfrm>
            <a:off x="7463561" y="2487168"/>
            <a:ext cx="1874520" cy="320040"/>
          </a:xfrm>
          <a:prstGeom prst="rect">
            <a:avLst/>
          </a:prstGeom>
          <a:noFill/>
          <a:ln/>
        </p:spPr>
        <p:txBody>
          <a:bodyPr wrap="square" lIns="0" tIns="0" rIns="0" bIns="0" rtlCol="0" anchor="t"/>
          <a:lstStyle/>
          <a:p>
            <a:pPr algn="ctr" indent="0" marL="0">
              <a:buNone/>
            </a:pPr>
            <a:r>
              <a:rPr lang="en-US" sz="1300" dirty="0">
                <a:solidFill>
                  <a:srgbClr val="5E6B66"/>
                </a:solidFill>
              </a:rPr>
              <a:t>Admin / Superadmin</a:t>
            </a:r>
            <a:endParaRPr lang="en-US" sz="1300" dirty="0"/>
          </a:p>
        </p:txBody>
      </p:sp>
      <p:sp>
        <p:nvSpPr>
          <p:cNvPr id="18" name="fl-seta-3"/>
          <p:cNvSpPr/>
          <p:nvPr/>
        </p:nvSpPr>
        <p:spPr>
          <a:xfrm>
            <a:off x="9374657" y="2112264"/>
            <a:ext cx="357302" cy="914"/>
          </a:xfrm>
          <a:prstGeom prst="line">
            <a:avLst/>
          </a:prstGeom>
          <a:noFill/>
          <a:ln w="22225">
            <a:solidFill>
              <a:schemeClr val="tx2"/>
            </a:solidFill>
            <a:prstDash val="solid"/>
            <a:tailEnd type="triangle"/>
          </a:ln>
        </p:spPr>
      </p:sp>
      <p:sp>
        <p:nvSpPr>
          <p:cNvPr id="19" name="fl-4"/>
          <p:cNvSpPr/>
          <p:nvPr/>
        </p:nvSpPr>
        <p:spPr>
          <a:xfrm>
            <a:off x="9768535" y="1828800"/>
            <a:ext cx="1874520" cy="566928"/>
          </a:xfrm>
          <a:prstGeom prst="roundRect">
            <a:avLst>
              <a:gd name="adj" fmla="val 50000"/>
            </a:avLst>
          </a:prstGeom>
          <a:solidFill>
            <a:srgbClr val="1F2A26"/>
          </a:solidFill>
          <a:ln w="12700">
            <a:solidFill>
              <a:srgbClr val="1F2A26"/>
            </a:solidFill>
            <a:prstDash val="solid"/>
          </a:ln>
        </p:spPr>
      </p:sp>
      <p:sp>
        <p:nvSpPr>
          <p:cNvPr id="20" name="fl-4-t"/>
          <p:cNvSpPr txBox="1"/>
          <p:nvPr/>
        </p:nvSpPr>
        <p:spPr>
          <a:xfrm>
            <a:off x="9768535" y="1828800"/>
            <a:ext cx="1874520" cy="566928"/>
          </a:xfrm>
          <a:prstGeom prst="rect">
            <a:avLst/>
          </a:prstGeom>
          <a:noFill/>
          <a:ln/>
        </p:spPr>
        <p:txBody>
          <a:bodyPr wrap="square" lIns="0" tIns="0" rIns="0" bIns="0" rtlCol="0" anchor="ctr"/>
          <a:lstStyle/>
          <a:p>
            <a:pPr algn="ctr" indent="0" marL="0">
              <a:buNone/>
            </a:pPr>
            <a:r>
              <a:rPr lang="en-US" sz="1400" b="1" dirty="0">
                <a:solidFill>
                  <a:schemeClr val="bg1"/>
                </a:solidFill>
              </a:rPr>
              <a:t>Remata</a:t>
            </a:r>
            <a:endParaRPr lang="en-US" sz="1400" dirty="0"/>
          </a:p>
        </p:txBody>
      </p:sp>
      <p:sp>
        <p:nvSpPr>
          <p:cNvPr id="21" name="Text 19"/>
          <p:cNvSpPr txBox="1"/>
          <p:nvPr/>
        </p:nvSpPr>
        <p:spPr>
          <a:xfrm>
            <a:off x="9768535" y="2487168"/>
            <a:ext cx="1874520" cy="320040"/>
          </a:xfrm>
          <a:prstGeom prst="rect">
            <a:avLst/>
          </a:prstGeom>
          <a:noFill/>
          <a:ln/>
        </p:spPr>
        <p:txBody>
          <a:bodyPr wrap="square" lIns="0" tIns="0" rIns="0" bIns="0" rtlCol="0" anchor="t"/>
          <a:lstStyle/>
          <a:p>
            <a:pPr algn="ctr" indent="0" marL="0">
              <a:buNone/>
            </a:pPr>
            <a:r>
              <a:rPr lang="en-US" sz="1300" dirty="0">
                <a:solidFill>
                  <a:srgbClr val="5E6B66"/>
                </a:solidFill>
              </a:rPr>
              <a:t>Kazu rezolve ona</a:t>
            </a:r>
            <a:endParaRPr lang="en-US" sz="1300" dirty="0"/>
          </a:p>
        </p:txBody>
      </p:sp>
      <p:sp>
        <p:nvSpPr>
          <p:cNvPr id="22" name="fl-k-0"/>
          <p:cNvSpPr/>
          <p:nvPr/>
        </p:nvSpPr>
        <p:spPr>
          <a:xfrm>
            <a:off x="548640" y="3337560"/>
            <a:ext cx="5410048" cy="1417320"/>
          </a:xfrm>
          <a:prstGeom prst="roundRect">
            <a:avLst>
              <a:gd name="adj" fmla="val 7742"/>
            </a:avLst>
          </a:prstGeom>
          <a:solidFill>
            <a:schemeClr val="bg2"/>
          </a:solidFill>
          <a:ln w="12700">
            <a:solidFill>
              <a:schemeClr val="bg2"/>
            </a:solidFill>
            <a:prstDash val="solid"/>
          </a:ln>
        </p:spPr>
      </p:sp>
      <p:sp>
        <p:nvSpPr>
          <p:cNvPr id="23" name="fl-ik-0-sirkulu"/>
          <p:cNvSpPr/>
          <p:nvPr/>
        </p:nvSpPr>
        <p:spPr>
          <a:xfrm>
            <a:off x="822960" y="3611880"/>
            <a:ext cx="822960" cy="822960"/>
          </a:xfrm>
          <a:prstGeom prst="ellipse">
            <a:avLst/>
          </a:prstGeom>
          <a:solidFill>
            <a:schemeClr val="accent4"/>
          </a:solidFill>
          <a:ln w="12700">
            <a:solidFill>
              <a:schemeClr val="accent4"/>
            </a:solidFill>
            <a:prstDash val="solid"/>
          </a:ln>
        </p:spPr>
      </p:sp>
      <p:pic>
        <p:nvPicPr>
          <p:cNvPr id="24" name="fl-ik-0-ikone" descr="preencoded.png">    </p:cNvPr>
          <p:cNvPicPr>
            <a:picLocks noChangeAspect="1"/>
          </p:cNvPicPr>
          <p:nvPr/>
        </p:nvPicPr>
        <p:blipFill>
          <a:blip r:embed="rId1"/>
          <a:stretch>
            <a:fillRect/>
          </a:stretch>
        </p:blipFill>
        <p:spPr>
          <a:xfrm>
            <a:off x="1020470" y="3809390"/>
            <a:ext cx="427939" cy="427939"/>
          </a:xfrm>
          <a:prstGeom prst="rect">
            <a:avLst/>
          </a:prstGeom>
        </p:spPr>
      </p:pic>
      <p:sp>
        <p:nvSpPr>
          <p:cNvPr id="25" name="Text 22"/>
          <p:cNvSpPr txBox="1"/>
          <p:nvPr/>
        </p:nvSpPr>
        <p:spPr>
          <a:xfrm>
            <a:off x="1874520" y="3520440"/>
            <a:ext cx="3855568" cy="365760"/>
          </a:xfrm>
          <a:prstGeom prst="rect">
            <a:avLst/>
          </a:prstGeom>
          <a:noFill/>
          <a:ln/>
        </p:spPr>
        <p:txBody>
          <a:bodyPr wrap="square" lIns="0" tIns="0" rIns="0" bIns="0" rtlCol="0" anchor="t"/>
          <a:lstStyle/>
          <a:p>
            <a:pPr indent="0" marL="0">
              <a:buNone/>
            </a:pPr>
            <a:r>
              <a:rPr lang="en-US" sz="1800" b="1" dirty="0">
                <a:solidFill>
                  <a:schemeClr val="accent4"/>
                </a:solidFill>
              </a:rPr>
              <a:t>Rejeitadu</a:t>
            </a:r>
            <a:endParaRPr lang="en-US" sz="1800" dirty="0"/>
          </a:p>
        </p:txBody>
      </p:sp>
      <p:sp>
        <p:nvSpPr>
          <p:cNvPr id="26" name="Text 23"/>
          <p:cNvSpPr txBox="1"/>
          <p:nvPr/>
        </p:nvSpPr>
        <p:spPr>
          <a:xfrm>
            <a:off x="1874520" y="3931920"/>
            <a:ext cx="3855568" cy="731520"/>
          </a:xfrm>
          <a:prstGeom prst="rect">
            <a:avLst/>
          </a:prstGeom>
          <a:noFill/>
          <a:ln/>
        </p:spPr>
        <p:txBody>
          <a:bodyPr wrap="square" lIns="0" tIns="0" rIns="0" bIns="0" rtlCol="0" anchor="t"/>
          <a:lstStyle/>
          <a:p>
            <a:pPr indent="0" marL="0">
              <a:buNone/>
            </a:pPr>
            <a:r>
              <a:rPr lang="en-US" sz="1500" dirty="0">
                <a:solidFill>
                  <a:schemeClr val="tx1"/>
                </a:solidFill>
              </a:rPr>
              <a:t>Admin haruka fila fali ho nota. Investigadór hadi'a no haruka fali.</a:t>
            </a:r>
            <a:endParaRPr lang="en-US" sz="1500" dirty="0"/>
          </a:p>
        </p:txBody>
      </p:sp>
      <p:sp>
        <p:nvSpPr>
          <p:cNvPr id="27" name="fl-k-1"/>
          <p:cNvSpPr/>
          <p:nvPr/>
        </p:nvSpPr>
        <p:spPr>
          <a:xfrm>
            <a:off x="6233008" y="3337560"/>
            <a:ext cx="5410048" cy="1417320"/>
          </a:xfrm>
          <a:prstGeom prst="roundRect">
            <a:avLst>
              <a:gd name="adj" fmla="val 7742"/>
            </a:avLst>
          </a:prstGeom>
          <a:solidFill>
            <a:schemeClr val="bg2"/>
          </a:solidFill>
          <a:ln w="12700">
            <a:solidFill>
              <a:schemeClr val="bg2"/>
            </a:solidFill>
            <a:prstDash val="solid"/>
          </a:ln>
        </p:spPr>
      </p:sp>
      <p:sp>
        <p:nvSpPr>
          <p:cNvPr id="28" name="fl-ik-1-sirkulu"/>
          <p:cNvSpPr/>
          <p:nvPr/>
        </p:nvSpPr>
        <p:spPr>
          <a:xfrm>
            <a:off x="6507328" y="3611880"/>
            <a:ext cx="822960" cy="822960"/>
          </a:xfrm>
          <a:prstGeom prst="ellipse">
            <a:avLst/>
          </a:prstGeom>
          <a:solidFill>
            <a:schemeClr val="accent3"/>
          </a:solidFill>
          <a:ln w="12700">
            <a:solidFill>
              <a:schemeClr val="accent3"/>
            </a:solidFill>
            <a:prstDash val="solid"/>
          </a:ln>
        </p:spPr>
      </p:sp>
      <p:pic>
        <p:nvPicPr>
          <p:cNvPr id="29" name="fl-ik-1-ikone" descr="preencoded.png">    </p:cNvPr>
          <p:cNvPicPr>
            <a:picLocks noChangeAspect="1"/>
          </p:cNvPicPr>
          <p:nvPr/>
        </p:nvPicPr>
        <p:blipFill>
          <a:blip r:embed="rId2"/>
          <a:stretch>
            <a:fillRect/>
          </a:stretch>
        </p:blipFill>
        <p:spPr>
          <a:xfrm>
            <a:off x="6704838" y="3809390"/>
            <a:ext cx="427939" cy="427939"/>
          </a:xfrm>
          <a:prstGeom prst="rect">
            <a:avLst/>
          </a:prstGeom>
        </p:spPr>
      </p:pic>
      <p:sp>
        <p:nvSpPr>
          <p:cNvPr id="30" name="Text 26"/>
          <p:cNvSpPr txBox="1"/>
          <p:nvPr/>
        </p:nvSpPr>
        <p:spPr>
          <a:xfrm>
            <a:off x="7558888" y="3520440"/>
            <a:ext cx="3855568" cy="365760"/>
          </a:xfrm>
          <a:prstGeom prst="rect">
            <a:avLst/>
          </a:prstGeom>
          <a:noFill/>
          <a:ln/>
        </p:spPr>
        <p:txBody>
          <a:bodyPr wrap="square" lIns="0" tIns="0" rIns="0" bIns="0" rtlCol="0" anchor="t"/>
          <a:lstStyle/>
          <a:p>
            <a:pPr indent="0" marL="0">
              <a:buNone/>
            </a:pPr>
            <a:r>
              <a:rPr lang="en-US" sz="1800" b="1" dirty="0">
                <a:solidFill>
                  <a:schemeClr val="accent3"/>
                </a:solidFill>
              </a:rPr>
              <a:t>Follow-up</a:t>
            </a:r>
            <a:endParaRPr lang="en-US" sz="1800" dirty="0"/>
          </a:p>
        </p:txBody>
      </p:sp>
      <p:sp>
        <p:nvSpPr>
          <p:cNvPr id="31" name="Text 27"/>
          <p:cNvSpPr txBox="1"/>
          <p:nvPr/>
        </p:nvSpPr>
        <p:spPr>
          <a:xfrm>
            <a:off x="7558888" y="3931920"/>
            <a:ext cx="3855568" cy="731520"/>
          </a:xfrm>
          <a:prstGeom prst="rect">
            <a:avLst/>
          </a:prstGeom>
          <a:noFill/>
          <a:ln/>
        </p:spPr>
        <p:txBody>
          <a:bodyPr wrap="square" lIns="0" tIns="0" rIns="0" bIns="0" rtlCol="0" anchor="t"/>
          <a:lstStyle/>
          <a:p>
            <a:pPr indent="0" marL="0">
              <a:buNone/>
            </a:pPr>
            <a:r>
              <a:rPr lang="en-US" sz="1500" dirty="0">
                <a:solidFill>
                  <a:schemeClr val="tx1"/>
                </a:solidFill>
              </a:rPr>
              <a:t>Admin husu Investigadór tuun fali ba terrenu atu buka informasaun tan.</a:t>
            </a:r>
            <a:endParaRPr lang="en-US" sz="1500" dirty="0"/>
          </a:p>
        </p:txBody>
      </p:sp>
      <p:sp>
        <p:nvSpPr>
          <p:cNvPr id="32" name="fl-nota"/>
          <p:cNvSpPr/>
          <p:nvPr/>
        </p:nvSpPr>
        <p:spPr>
          <a:xfrm>
            <a:off x="548640" y="4983480"/>
            <a:ext cx="11094415" cy="1143000"/>
          </a:xfrm>
          <a:prstGeom prst="roundRect">
            <a:avLst>
              <a:gd name="adj" fmla="val 9600"/>
            </a:avLst>
          </a:prstGeom>
          <a:solidFill>
            <a:srgbClr val="F2F4F7"/>
          </a:solidFill>
          <a:ln w="12700">
            <a:solidFill>
              <a:srgbClr val="F2F4F7"/>
            </a:solidFill>
            <a:prstDash val="solid"/>
          </a:ln>
        </p:spPr>
      </p:sp>
      <p:sp>
        <p:nvSpPr>
          <p:cNvPr id="33" name="Text 29"/>
          <p:cNvSpPr txBox="1"/>
          <p:nvPr/>
        </p:nvSpPr>
        <p:spPr>
          <a:xfrm>
            <a:off x="822960" y="4983480"/>
            <a:ext cx="10545775" cy="1143000"/>
          </a:xfrm>
          <a:prstGeom prst="rect">
            <a:avLst/>
          </a:prstGeom>
          <a:noFill/>
          <a:ln/>
        </p:spPr>
        <p:txBody>
          <a:bodyPr wrap="square" lIns="0" tIns="0" rIns="0" bIns="0" rtlCol="0" anchor="ctr"/>
          <a:lstStyle/>
          <a:p>
            <a:pPr indent="0" marL="0">
              <a:buNone/>
            </a:pPr>
            <a:r>
              <a:rPr lang="en-US" sz="1500" b="1" dirty="0">
                <a:solidFill>
                  <a:schemeClr val="tx2"/>
                </a:solidFill>
              </a:rPr>
              <a:t>Status Dadus </a:t>
            </a:r>
            <a:pPr indent="0" marL="0">
              <a:buNone/>
            </a:pPr>
            <a:r>
              <a:rPr lang="en-US" sz="1500" dirty="0">
                <a:solidFill>
                  <a:schemeClr val="tx1"/>
                </a:solidFill>
              </a:rPr>
              <a:t>(leten) hatudu dadus nia dalan. </a:t>
            </a:r>
            <a:pPr indent="0" marL="0">
              <a:buNone/>
            </a:pPr>
            <a:r>
              <a:rPr lang="en-US" sz="1500" b="1" dirty="0">
                <a:solidFill>
                  <a:schemeClr val="tx2"/>
                </a:solidFill>
              </a:rPr>
              <a:t>Status Kazu </a:t>
            </a:r>
            <a:pPr indent="0" marL="0">
              <a:buNone/>
            </a:pPr>
            <a:r>
              <a:rPr lang="en-US" sz="1500" dirty="0">
                <a:solidFill>
                  <a:schemeClr val="tx1"/>
                </a:solidFill>
              </a:rPr>
              <a:t>(Abertu · Investigasaun · Aksaun Legál · Taka) hatudu prosesu kazu rasik; Admin mak troka.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Online ka offline: uza ida ne'ebé?</a:t>
            </a:r>
            <a:endParaRPr lang="en-US" sz="3000" dirty="0"/>
          </a:p>
        </p:txBody>
      </p:sp>
      <p:sp>
        <p:nvSpPr>
          <p:cNvPr id="3" name="oo-0"/>
          <p:cNvSpPr/>
          <p:nvPr/>
        </p:nvSpPr>
        <p:spPr>
          <a:xfrm>
            <a:off x="548640" y="1463040"/>
            <a:ext cx="5410048" cy="4663440"/>
          </a:xfrm>
          <a:prstGeom prst="roundRect">
            <a:avLst>
              <a:gd name="adj" fmla="val 2353"/>
            </a:avLst>
          </a:prstGeom>
          <a:solidFill>
            <a:srgbClr val="EEF3F9"/>
          </a:solidFill>
          <a:ln w="12700">
            <a:solidFill>
              <a:srgbClr val="EEF3F9"/>
            </a:solidFill>
            <a:prstDash val="solid"/>
          </a:ln>
        </p:spPr>
      </p:sp>
      <p:sp>
        <p:nvSpPr>
          <p:cNvPr id="4" name="oo-ik-0-sirkulu"/>
          <p:cNvSpPr/>
          <p:nvPr/>
        </p:nvSpPr>
        <p:spPr>
          <a:xfrm>
            <a:off x="868680" y="1737360"/>
            <a:ext cx="960120" cy="960120"/>
          </a:xfrm>
          <a:prstGeom prst="ellipse">
            <a:avLst/>
          </a:prstGeom>
          <a:solidFill>
            <a:schemeClr val="accent5"/>
          </a:solidFill>
          <a:ln w="12700">
            <a:solidFill>
              <a:schemeClr val="accent5"/>
            </a:solidFill>
            <a:prstDash val="solid"/>
          </a:ln>
        </p:spPr>
      </p:sp>
      <p:pic>
        <p:nvPicPr>
          <p:cNvPr id="5" name="oo-ik-0-ikone" descr="preencoded.png">    </p:cNvPr>
          <p:cNvPicPr>
            <a:picLocks noChangeAspect="1"/>
          </p:cNvPicPr>
          <p:nvPr/>
        </p:nvPicPr>
        <p:blipFill>
          <a:blip r:embed="rId1"/>
          <a:stretch>
            <a:fillRect/>
          </a:stretch>
        </p:blipFill>
        <p:spPr>
          <a:xfrm>
            <a:off x="1099109" y="1967789"/>
            <a:ext cx="499262" cy="499262"/>
          </a:xfrm>
          <a:prstGeom prst="rect">
            <a:avLst/>
          </a:prstGeom>
        </p:spPr>
      </p:pic>
      <p:sp>
        <p:nvSpPr>
          <p:cNvPr id="6" name="Text 3"/>
          <p:cNvSpPr txBox="1"/>
          <p:nvPr/>
        </p:nvSpPr>
        <p:spPr>
          <a:xfrm>
            <a:off x="2057400" y="1783080"/>
            <a:ext cx="3672688" cy="457200"/>
          </a:xfrm>
          <a:prstGeom prst="rect">
            <a:avLst/>
          </a:prstGeom>
          <a:noFill/>
          <a:ln/>
        </p:spPr>
        <p:txBody>
          <a:bodyPr wrap="square" lIns="0" tIns="0" rIns="0" bIns="0" rtlCol="0" anchor="t"/>
          <a:lstStyle/>
          <a:p>
            <a:pPr indent="0" marL="0">
              <a:buNone/>
            </a:pPr>
            <a:r>
              <a:rPr lang="en-US" sz="2300" b="1" dirty="0">
                <a:solidFill>
                  <a:schemeClr val="tx2"/>
                </a:solidFill>
              </a:rPr>
              <a:t>SIBAR-RbR online</a:t>
            </a:r>
            <a:endParaRPr lang="en-US" sz="2300" dirty="0"/>
          </a:p>
        </p:txBody>
      </p:sp>
      <p:sp>
        <p:nvSpPr>
          <p:cNvPr id="7" name="Text 4"/>
          <p:cNvSpPr txBox="1"/>
          <p:nvPr/>
        </p:nvSpPr>
        <p:spPr>
          <a:xfrm>
            <a:off x="2057400" y="2267712"/>
            <a:ext cx="3672688" cy="365760"/>
          </a:xfrm>
          <a:prstGeom prst="rect">
            <a:avLst/>
          </a:prstGeom>
          <a:noFill/>
          <a:ln/>
        </p:spPr>
        <p:txBody>
          <a:bodyPr wrap="square" lIns="0" tIns="0" rIns="0" bIns="0" rtlCol="0" anchor="t"/>
          <a:lstStyle/>
          <a:p>
            <a:pPr indent="0" marL="0">
              <a:buNone/>
            </a:pPr>
            <a:r>
              <a:rPr lang="en-US" sz="1400" b="1" dirty="0">
                <a:solidFill>
                  <a:schemeClr val="accent5"/>
                </a:solidFill>
              </a:rPr>
              <a:t>Komputadór ka HP ho internet</a:t>
            </a:r>
            <a:endParaRPr lang="en-US" sz="1400" dirty="0"/>
          </a:p>
        </p:txBody>
      </p:sp>
      <p:sp>
        <p:nvSpPr>
          <p:cNvPr id="8" name="Text 5"/>
          <p:cNvSpPr txBox="1"/>
          <p:nvPr/>
        </p:nvSpPr>
        <p:spPr>
          <a:xfrm>
            <a:off x="960120" y="3063240"/>
            <a:ext cx="4678528" cy="28346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Rejista kazu husi relatóriu ka dokumentu</a:t>
            </a:r>
            <a:endParaRPr lang="en-US" sz="1600" dirty="0"/>
          </a:p>
          <a:p>
            <a:pPr marL="342900" indent="-342900">
              <a:spcAft>
                <a:spcPts val="1200"/>
              </a:spcAft>
              <a:buSzPct val="100000"/>
              <a:buChar char="•"/>
            </a:pPr>
            <a:r>
              <a:rPr lang="en-US" sz="1600" dirty="0">
                <a:solidFill>
                  <a:schemeClr val="tx1"/>
                </a:solidFill>
              </a:rPr>
              <a:t>Hadi'a kazu rejeitadu</a:t>
            </a:r>
            <a:endParaRPr lang="en-US" sz="1600" dirty="0"/>
          </a:p>
          <a:p>
            <a:pPr marL="342900" indent="-342900">
              <a:spcAft>
                <a:spcPts val="1200"/>
              </a:spcAft>
              <a:buSzPct val="100000"/>
              <a:buChar char="•"/>
            </a:pPr>
            <a:r>
              <a:rPr lang="en-US" sz="1600" dirty="0">
                <a:solidFill>
                  <a:schemeClr val="tx1"/>
                </a:solidFill>
              </a:rPr>
              <a:t>Haree lista kazu no status</a:t>
            </a:r>
            <a:endParaRPr lang="en-US" sz="1600" dirty="0"/>
          </a:p>
          <a:p>
            <a:pPr marL="342900" indent="-342900">
              <a:spcAft>
                <a:spcPts val="1200"/>
              </a:spcAft>
              <a:buSzPct val="100000"/>
              <a:buChar char="•"/>
            </a:pPr>
            <a:r>
              <a:rPr lang="en-US" sz="1600" dirty="0">
                <a:solidFill>
                  <a:schemeClr val="tx1"/>
                </a:solidFill>
              </a:rPr>
              <a:t>Troka password no dadus konta</a:t>
            </a:r>
            <a:endParaRPr lang="en-US" sz="1600" dirty="0"/>
          </a:p>
        </p:txBody>
      </p:sp>
      <p:sp>
        <p:nvSpPr>
          <p:cNvPr id="9" name="oo-1"/>
          <p:cNvSpPr/>
          <p:nvPr/>
        </p:nvSpPr>
        <p:spPr>
          <a:xfrm>
            <a:off x="6233008" y="1463040"/>
            <a:ext cx="5410048" cy="4663440"/>
          </a:xfrm>
          <a:prstGeom prst="roundRect">
            <a:avLst>
              <a:gd name="adj" fmla="val 2353"/>
            </a:avLst>
          </a:prstGeom>
          <a:solidFill>
            <a:schemeClr val="bg2"/>
          </a:solidFill>
          <a:ln w="12700">
            <a:solidFill>
              <a:schemeClr val="bg2"/>
            </a:solidFill>
            <a:prstDash val="solid"/>
          </a:ln>
        </p:spPr>
      </p:sp>
      <p:sp>
        <p:nvSpPr>
          <p:cNvPr id="10" name="oo-ik-1-sirkulu"/>
          <p:cNvSpPr/>
          <p:nvPr/>
        </p:nvSpPr>
        <p:spPr>
          <a:xfrm>
            <a:off x="6553048" y="1737360"/>
            <a:ext cx="960120" cy="960120"/>
          </a:xfrm>
          <a:prstGeom prst="ellipse">
            <a:avLst/>
          </a:prstGeom>
          <a:solidFill>
            <a:schemeClr val="accent1"/>
          </a:solidFill>
          <a:ln w="12700">
            <a:solidFill>
              <a:schemeClr val="accent1"/>
            </a:solidFill>
            <a:prstDash val="solid"/>
          </a:ln>
        </p:spPr>
      </p:sp>
      <p:pic>
        <p:nvPicPr>
          <p:cNvPr id="11" name="oo-ik-1-ikone" descr="preencoded.png">    </p:cNvPr>
          <p:cNvPicPr>
            <a:picLocks noChangeAspect="1"/>
          </p:cNvPicPr>
          <p:nvPr/>
        </p:nvPicPr>
        <p:blipFill>
          <a:blip r:embed="rId2"/>
          <a:stretch>
            <a:fillRect/>
          </a:stretch>
        </p:blipFill>
        <p:spPr>
          <a:xfrm>
            <a:off x="6783476" y="1967789"/>
            <a:ext cx="499262" cy="499262"/>
          </a:xfrm>
          <a:prstGeom prst="rect">
            <a:avLst/>
          </a:prstGeom>
        </p:spPr>
      </p:pic>
      <p:sp>
        <p:nvSpPr>
          <p:cNvPr id="12" name="Text 8"/>
          <p:cNvSpPr txBox="1"/>
          <p:nvPr/>
        </p:nvSpPr>
        <p:spPr>
          <a:xfrm>
            <a:off x="7741768" y="1783080"/>
            <a:ext cx="3672688" cy="457200"/>
          </a:xfrm>
          <a:prstGeom prst="rect">
            <a:avLst/>
          </a:prstGeom>
          <a:noFill/>
          <a:ln/>
        </p:spPr>
        <p:txBody>
          <a:bodyPr wrap="square" lIns="0" tIns="0" rIns="0" bIns="0" rtlCol="0" anchor="t"/>
          <a:lstStyle/>
          <a:p>
            <a:pPr indent="0" marL="0">
              <a:buNone/>
            </a:pPr>
            <a:r>
              <a:rPr lang="en-US" sz="2300" b="1" dirty="0">
                <a:solidFill>
                  <a:schemeClr val="tx2"/>
                </a:solidFill>
              </a:rPr>
              <a:t>App offline</a:t>
            </a:r>
            <a:endParaRPr lang="en-US" sz="2300" dirty="0"/>
          </a:p>
        </p:txBody>
      </p:sp>
      <p:sp>
        <p:nvSpPr>
          <p:cNvPr id="13" name="Text 9"/>
          <p:cNvSpPr txBox="1"/>
          <p:nvPr/>
        </p:nvSpPr>
        <p:spPr>
          <a:xfrm>
            <a:off x="7741768" y="2267712"/>
            <a:ext cx="3672688" cy="365760"/>
          </a:xfrm>
          <a:prstGeom prst="rect">
            <a:avLst/>
          </a:prstGeom>
          <a:noFill/>
          <a:ln/>
        </p:spPr>
        <p:txBody>
          <a:bodyPr wrap="square" lIns="0" tIns="0" rIns="0" bIns="0" rtlCol="0" anchor="t"/>
          <a:lstStyle/>
          <a:p>
            <a:pPr indent="0" marL="0">
              <a:buNone/>
            </a:pPr>
            <a:r>
              <a:rPr lang="en-US" sz="1400" b="1" dirty="0">
                <a:solidFill>
                  <a:schemeClr val="accent1"/>
                </a:solidFill>
              </a:rPr>
              <a:t>HP iha terrenu, la presiza sinál</a:t>
            </a:r>
            <a:endParaRPr lang="en-US" sz="1400" dirty="0"/>
          </a:p>
        </p:txBody>
      </p:sp>
      <p:sp>
        <p:nvSpPr>
          <p:cNvPr id="14" name="Text 10"/>
          <p:cNvSpPr txBox="1"/>
          <p:nvPr/>
        </p:nvSpPr>
        <p:spPr>
          <a:xfrm>
            <a:off x="6644488" y="3063240"/>
            <a:ext cx="4678528" cy="28346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Rejista kazu iha fatin akontesimentu</a:t>
            </a:r>
            <a:endParaRPr lang="en-US" sz="1600" dirty="0"/>
          </a:p>
          <a:p>
            <a:pPr marL="342900" indent="-342900">
              <a:spcAft>
                <a:spcPts val="1200"/>
              </a:spcAft>
              <a:buSzPct val="100000"/>
              <a:buChar char="•"/>
            </a:pPr>
            <a:r>
              <a:rPr lang="en-US" sz="1600" dirty="0">
                <a:solidFill>
                  <a:schemeClr val="tx1"/>
                </a:solidFill>
              </a:rPr>
              <a:t>Foti GPS, foto no vídeo direta</a:t>
            </a:r>
            <a:endParaRPr lang="en-US" sz="1600" dirty="0"/>
          </a:p>
          <a:p>
            <a:pPr marL="342900" indent="-342900">
              <a:spcAft>
                <a:spcPts val="1200"/>
              </a:spcAft>
              <a:buSzPct val="100000"/>
              <a:buChar char="•"/>
            </a:pPr>
            <a:r>
              <a:rPr lang="en-US" sz="1600" dirty="0">
                <a:solidFill>
                  <a:schemeClr val="tx1"/>
                </a:solidFill>
              </a:rPr>
              <a:t>Dadus enkriptadu ho PIN iha HP</a:t>
            </a:r>
            <a:endParaRPr lang="en-US" sz="1600" dirty="0"/>
          </a:p>
          <a:p>
            <a:pPr marL="342900" indent="-342900">
              <a:spcAft>
                <a:spcPts val="1200"/>
              </a:spcAft>
              <a:buSzPct val="100000"/>
              <a:buChar char="•"/>
            </a:pPr>
            <a:r>
              <a:rPr lang="en-US" sz="1600" dirty="0">
                <a:solidFill>
                  <a:schemeClr val="tx1"/>
                </a:solidFill>
              </a:rPr>
              <a:t>Sinkron bainhira hetan sinál</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SIBAR-RbR online</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Login · varanda · formuláriu kazu · lista no status</a:t>
            </a:r>
            <a:endParaRPr lang="en-US" sz="2000" dirty="0"/>
          </a:p>
        </p:txBody>
      </p:sp>
      <p:sp>
        <p:nvSpPr>
          <p:cNvPr id="4" name="seksaun-n"/>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01</a:t>
            </a:r>
            <a:endParaRPr lang="en-US" sz="15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Login no password</a:t>
            </a:r>
            <a:endParaRPr lang="en-US" sz="3000" dirty="0"/>
          </a:p>
        </p:txBody>
      </p:sp>
      <p:sp>
        <p:nvSpPr>
          <p:cNvPr id="3" name="login-shot-moldura"/>
          <p:cNvSpPr/>
          <p:nvPr/>
        </p:nvSpPr>
        <p:spPr>
          <a:xfrm>
            <a:off x="493776" y="1408176"/>
            <a:ext cx="6144768" cy="3644158"/>
          </a:xfrm>
          <a:prstGeom prst="roundRect">
            <a:avLst>
              <a:gd name="adj" fmla="val 2007"/>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4" name="login-shot" descr="/tmp/claude-0/-home-user-sjamci/3266590f-78d1-5366-b61d-23553f70b1cc/scratchpad/tr/w_login.png">    </p:cNvPr>
          <p:cNvPicPr>
            <a:picLocks noChangeAspect="1"/>
          </p:cNvPicPr>
          <p:nvPr/>
        </p:nvPicPr>
        <p:blipFill>
          <a:blip r:embed="rId1"/>
          <a:stretch>
            <a:fillRect/>
          </a:stretch>
        </p:blipFill>
        <p:spPr>
          <a:xfrm>
            <a:off x="548640" y="1463040"/>
            <a:ext cx="6035040" cy="3534430"/>
          </a:xfrm>
          <a:prstGeom prst="rect">
            <a:avLst/>
          </a:prstGeom>
        </p:spPr>
      </p:pic>
      <p:sp>
        <p:nvSpPr>
          <p:cNvPr id="5" name="login-shot-c"/>
          <p:cNvSpPr txBox="1"/>
          <p:nvPr/>
        </p:nvSpPr>
        <p:spPr>
          <a:xfrm>
            <a:off x="274320" y="5107198"/>
            <a:ext cx="6583680" cy="274320"/>
          </a:xfrm>
          <a:prstGeom prst="rect">
            <a:avLst/>
          </a:prstGeom>
          <a:noFill/>
          <a:ln/>
        </p:spPr>
        <p:txBody>
          <a:bodyPr wrap="square" lIns="0" tIns="0" rIns="0" bIns="0" rtlCol="0" anchor="t"/>
          <a:lstStyle/>
          <a:p>
            <a:pPr algn="ctr" indent="0" marL="0">
              <a:buNone/>
            </a:pPr>
            <a:r>
              <a:rPr lang="en-US" sz="1100" i="1" dirty="0">
                <a:solidFill>
                  <a:srgbClr val="5E6B66"/>
                </a:solidFill>
              </a:rPr>
              <a:t>Pájina login SIBAR-RbR</a:t>
            </a:r>
            <a:endParaRPr lang="en-US" sz="1100" dirty="0"/>
          </a:p>
        </p:txBody>
      </p:sp>
      <p:sp>
        <p:nvSpPr>
          <p:cNvPr id="6" name="login-p-0"/>
          <p:cNvSpPr/>
          <p:nvPr/>
        </p:nvSpPr>
        <p:spPr>
          <a:xfrm>
            <a:off x="6949440" y="1554480"/>
            <a:ext cx="457200" cy="457200"/>
          </a:xfrm>
          <a:prstGeom prst="ellipse">
            <a:avLst/>
          </a:prstGeom>
          <a:solidFill>
            <a:schemeClr val="accent1"/>
          </a:solidFill>
          <a:ln w="12700">
            <a:solidFill>
              <a:schemeClr val="accent1"/>
            </a:solidFill>
            <a:prstDash val="solid"/>
          </a:ln>
        </p:spPr>
      </p:sp>
      <p:sp>
        <p:nvSpPr>
          <p:cNvPr id="7" name="login-p-0-n"/>
          <p:cNvSpPr txBox="1"/>
          <p:nvPr/>
        </p:nvSpPr>
        <p:spPr>
          <a:xfrm>
            <a:off x="6949440" y="155448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7635240" y="1517904"/>
            <a:ext cx="4007815" cy="1051560"/>
          </a:xfrm>
          <a:prstGeom prst="rect">
            <a:avLst/>
          </a:prstGeom>
          <a:noFill/>
          <a:ln/>
        </p:spPr>
        <p:txBody>
          <a:bodyPr wrap="square" lIns="0" tIns="0" rIns="0" bIns="0" rtlCol="0" anchor="t"/>
          <a:lstStyle/>
          <a:p>
            <a:pPr indent="0" marL="0">
              <a:buNone/>
            </a:pPr>
            <a:r>
              <a:rPr lang="en-US" sz="1600" b="1" dirty="0">
                <a:solidFill>
                  <a:schemeClr val="tx2"/>
                </a:solidFill>
              </a:rPr>
              <a:t>Simu email</a:t>
            </a:r>
            <a:endParaRPr lang="en-US" sz="1600" dirty="0"/>
          </a:p>
          <a:p>
            <a:pPr indent="0" marL="0">
              <a:buNone/>
            </a:pPr>
            <a:r>
              <a:rPr lang="en-US" sz="1450" dirty="0">
                <a:solidFill>
                  <a:schemeClr val="tx1"/>
                </a:solidFill>
              </a:rPr>
              <a:t>Admin kria konta: email ho password temporáriu.</a:t>
            </a:r>
            <a:endParaRPr lang="en-US" sz="1600" dirty="0"/>
          </a:p>
        </p:txBody>
      </p:sp>
      <p:sp>
        <p:nvSpPr>
          <p:cNvPr id="9" name="login-p-1"/>
          <p:cNvSpPr/>
          <p:nvPr/>
        </p:nvSpPr>
        <p:spPr>
          <a:xfrm>
            <a:off x="6949440" y="2651760"/>
            <a:ext cx="457200" cy="457200"/>
          </a:xfrm>
          <a:prstGeom prst="ellipse">
            <a:avLst/>
          </a:prstGeom>
          <a:solidFill>
            <a:schemeClr val="accent1"/>
          </a:solidFill>
          <a:ln w="12700">
            <a:solidFill>
              <a:schemeClr val="accent1"/>
            </a:solidFill>
            <a:prstDash val="solid"/>
          </a:ln>
        </p:spPr>
      </p:sp>
      <p:sp>
        <p:nvSpPr>
          <p:cNvPr id="10" name="login-p-1-n"/>
          <p:cNvSpPr txBox="1"/>
          <p:nvPr/>
        </p:nvSpPr>
        <p:spPr>
          <a:xfrm>
            <a:off x="6949440" y="265176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8"/>
          <p:cNvSpPr txBox="1"/>
          <p:nvPr/>
        </p:nvSpPr>
        <p:spPr>
          <a:xfrm>
            <a:off x="7635240" y="2615184"/>
            <a:ext cx="4007815" cy="1051560"/>
          </a:xfrm>
          <a:prstGeom prst="rect">
            <a:avLst/>
          </a:prstGeom>
          <a:noFill/>
          <a:ln/>
        </p:spPr>
        <p:txBody>
          <a:bodyPr wrap="square" lIns="0" tIns="0" rIns="0" bIns="0" rtlCol="0" anchor="t"/>
          <a:lstStyle/>
          <a:p>
            <a:pPr indent="0" marL="0">
              <a:buNone/>
            </a:pPr>
            <a:r>
              <a:rPr lang="en-US" sz="1600" b="1" dirty="0">
                <a:solidFill>
                  <a:schemeClr val="tx2"/>
                </a:solidFill>
              </a:rPr>
              <a:t>Login dahuluk</a:t>
            </a:r>
            <a:endParaRPr lang="en-US" sz="1600" dirty="0"/>
          </a:p>
          <a:p>
            <a:pPr indent="0" marL="0">
              <a:buNone/>
            </a:pPr>
            <a:r>
              <a:rPr lang="en-US" sz="1450" dirty="0">
                <a:solidFill>
                  <a:schemeClr val="tx1"/>
                </a:solidFill>
              </a:rPr>
              <a:t>Hatama email + password temporáriu.</a:t>
            </a:r>
            <a:endParaRPr lang="en-US" sz="1600" dirty="0"/>
          </a:p>
        </p:txBody>
      </p:sp>
      <p:sp>
        <p:nvSpPr>
          <p:cNvPr id="12" name="login-p-2"/>
          <p:cNvSpPr/>
          <p:nvPr/>
        </p:nvSpPr>
        <p:spPr>
          <a:xfrm>
            <a:off x="6949440" y="3749040"/>
            <a:ext cx="457200" cy="457200"/>
          </a:xfrm>
          <a:prstGeom prst="ellipse">
            <a:avLst/>
          </a:prstGeom>
          <a:solidFill>
            <a:schemeClr val="accent1"/>
          </a:solidFill>
          <a:ln w="12700">
            <a:solidFill>
              <a:schemeClr val="accent1"/>
            </a:solidFill>
            <a:prstDash val="solid"/>
          </a:ln>
        </p:spPr>
      </p:sp>
      <p:sp>
        <p:nvSpPr>
          <p:cNvPr id="13" name="login-p-2-n"/>
          <p:cNvSpPr txBox="1"/>
          <p:nvPr/>
        </p:nvSpPr>
        <p:spPr>
          <a:xfrm>
            <a:off x="6949440" y="37490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11"/>
          <p:cNvSpPr txBox="1"/>
          <p:nvPr/>
        </p:nvSpPr>
        <p:spPr>
          <a:xfrm>
            <a:off x="7635240" y="3712464"/>
            <a:ext cx="4007815" cy="1051560"/>
          </a:xfrm>
          <a:prstGeom prst="rect">
            <a:avLst/>
          </a:prstGeom>
          <a:noFill/>
          <a:ln/>
        </p:spPr>
        <p:txBody>
          <a:bodyPr wrap="square" lIns="0" tIns="0" rIns="0" bIns="0" rtlCol="0" anchor="t"/>
          <a:lstStyle/>
          <a:p>
            <a:pPr indent="0" marL="0">
              <a:buNone/>
            </a:pPr>
            <a:r>
              <a:rPr lang="en-US" sz="1600" b="1" dirty="0">
                <a:solidFill>
                  <a:schemeClr val="tx2"/>
                </a:solidFill>
              </a:rPr>
              <a:t>Troka password</a:t>
            </a:r>
            <a:endParaRPr lang="en-US" sz="1600" dirty="0"/>
          </a:p>
          <a:p>
            <a:pPr indent="0" marL="0">
              <a:buNone/>
            </a:pPr>
            <a:r>
              <a:rPr lang="en-US" sz="1450" dirty="0">
                <a:solidFill>
                  <a:schemeClr val="tx1"/>
                </a:solidFill>
              </a:rPr>
              <a:t>Sistema obriga troka kedas. Uza password forte.</a:t>
            </a:r>
            <a:endParaRPr lang="en-US" sz="1600" dirty="0"/>
          </a:p>
        </p:txBody>
      </p:sp>
      <p:sp>
        <p:nvSpPr>
          <p:cNvPr id="15" name="login-p-3"/>
          <p:cNvSpPr/>
          <p:nvPr/>
        </p:nvSpPr>
        <p:spPr>
          <a:xfrm>
            <a:off x="6949440" y="4846320"/>
            <a:ext cx="457200" cy="457200"/>
          </a:xfrm>
          <a:prstGeom prst="ellipse">
            <a:avLst/>
          </a:prstGeom>
          <a:solidFill>
            <a:schemeClr val="accent1"/>
          </a:solidFill>
          <a:ln w="12700">
            <a:solidFill>
              <a:schemeClr val="accent1"/>
            </a:solidFill>
            <a:prstDash val="solid"/>
          </a:ln>
        </p:spPr>
      </p:sp>
      <p:sp>
        <p:nvSpPr>
          <p:cNvPr id="16" name="login-p-3-n"/>
          <p:cNvSpPr txBox="1"/>
          <p:nvPr/>
        </p:nvSpPr>
        <p:spPr>
          <a:xfrm>
            <a:off x="6949440" y="484632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Text 14"/>
          <p:cNvSpPr txBox="1"/>
          <p:nvPr/>
        </p:nvSpPr>
        <p:spPr>
          <a:xfrm>
            <a:off x="7635240" y="4809744"/>
            <a:ext cx="4007815" cy="1051560"/>
          </a:xfrm>
          <a:prstGeom prst="rect">
            <a:avLst/>
          </a:prstGeom>
          <a:noFill/>
          <a:ln/>
        </p:spPr>
        <p:txBody>
          <a:bodyPr wrap="square" lIns="0" tIns="0" rIns="0" bIns="0" rtlCol="0" anchor="t"/>
          <a:lstStyle/>
          <a:p>
            <a:pPr indent="0" marL="0">
              <a:buNone/>
            </a:pPr>
            <a:r>
              <a:rPr lang="en-US" sz="1600" b="1" dirty="0">
                <a:solidFill>
                  <a:schemeClr val="tx2"/>
                </a:solidFill>
              </a:rPr>
              <a:t>Sala dala 5</a:t>
            </a:r>
            <a:endParaRPr lang="en-US" sz="1600" dirty="0"/>
          </a:p>
          <a:p>
            <a:pPr indent="0" marL="0">
              <a:buNone/>
            </a:pPr>
            <a:r>
              <a:rPr lang="en-US" sz="1450" dirty="0">
                <a:solidFill>
                  <a:schemeClr val="tx1"/>
                </a:solidFill>
              </a:rPr>
              <a:t>Konta xave minutu 30. Haluha? Klik "Haluha password?".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Varanda: hatene ita-nia knaar</a:t>
            </a:r>
            <a:endParaRPr lang="en-US" sz="3000" dirty="0"/>
          </a:p>
        </p:txBody>
      </p:sp>
      <p:sp>
        <p:nvSpPr>
          <p:cNvPr id="3" name="home-shot-moldura"/>
          <p:cNvSpPr/>
          <p:nvPr/>
        </p:nvSpPr>
        <p:spPr>
          <a:xfrm>
            <a:off x="493776" y="1408176"/>
            <a:ext cx="6876288" cy="4072574"/>
          </a:xfrm>
          <a:prstGeom prst="roundRect">
            <a:avLst>
              <a:gd name="adj" fmla="val 1796"/>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4" name="home-shot" descr="/tmp/claude-0/-home-user-sjamci/3266590f-78d1-5366-b61d-23553f70b1cc/scratchpad/tr/w_home.png">    </p:cNvPr>
          <p:cNvPicPr>
            <a:picLocks noChangeAspect="1"/>
          </p:cNvPicPr>
          <p:nvPr/>
        </p:nvPicPr>
        <p:blipFill>
          <a:blip r:embed="rId1"/>
          <a:stretch>
            <a:fillRect/>
          </a:stretch>
        </p:blipFill>
        <p:spPr>
          <a:xfrm>
            <a:off x="548640" y="1463040"/>
            <a:ext cx="6766560" cy="3962846"/>
          </a:xfrm>
          <a:prstGeom prst="rect">
            <a:avLst/>
          </a:prstGeom>
        </p:spPr>
      </p:pic>
      <p:sp>
        <p:nvSpPr>
          <p:cNvPr id="5" name="home-shot-c"/>
          <p:cNvSpPr txBox="1"/>
          <p:nvPr/>
        </p:nvSpPr>
        <p:spPr>
          <a:xfrm>
            <a:off x="274320" y="5535614"/>
            <a:ext cx="7315200" cy="274320"/>
          </a:xfrm>
          <a:prstGeom prst="rect">
            <a:avLst/>
          </a:prstGeom>
          <a:noFill/>
          <a:ln/>
        </p:spPr>
        <p:txBody>
          <a:bodyPr wrap="square" lIns="0" tIns="0" rIns="0" bIns="0" rtlCol="0" anchor="t"/>
          <a:lstStyle/>
          <a:p>
            <a:pPr algn="ctr" indent="0" marL="0">
              <a:buNone/>
            </a:pPr>
            <a:r>
              <a:rPr lang="en-US" sz="1100" i="1" dirty="0">
                <a:solidFill>
                  <a:srgbClr val="5E6B66"/>
                </a:solidFill>
              </a:rPr>
              <a:t>Varanda Investigadór</a:t>
            </a:r>
            <a:endParaRPr lang="en-US" sz="1100" dirty="0"/>
          </a:p>
        </p:txBody>
      </p:sp>
      <p:sp>
        <p:nvSpPr>
          <p:cNvPr id="6" name="Text 3"/>
          <p:cNvSpPr txBox="1"/>
          <p:nvPr/>
        </p:nvSpPr>
        <p:spPr>
          <a:xfrm>
            <a:off x="7726680" y="1554480"/>
            <a:ext cx="3916375" cy="4480560"/>
          </a:xfrm>
          <a:prstGeom prst="rect">
            <a:avLst/>
          </a:prstGeom>
          <a:noFill/>
          <a:ln/>
        </p:spPr>
        <p:txBody>
          <a:bodyPr wrap="square" lIns="0" tIns="0" rIns="0" bIns="0" rtlCol="0" anchor="t"/>
          <a:lstStyle/>
          <a:p>
            <a:pPr marL="342900" indent="-342900">
              <a:spcAft>
                <a:spcPts val="1000"/>
              </a:spcAft>
              <a:buSzPct val="100000"/>
              <a:buChar char="•"/>
            </a:pPr>
            <a:r>
              <a:rPr lang="en-US" sz="1550" b="1" dirty="0">
                <a:solidFill>
                  <a:schemeClr val="tx2"/>
                </a:solidFill>
              </a:rPr>
              <a:t>Autorizasaun offline</a:t>
            </a:r>
            <a:pPr indent="0" marL="0">
              <a:spcAft>
                <a:spcPts val="1000"/>
              </a:spcAft>
              <a:buNone/>
            </a:pPr>
            <a:r>
              <a:rPr lang="en-US" sz="1550" dirty="0">
                <a:solidFill>
                  <a:schemeClr val="tx1"/>
                </a:solidFill>
              </a:rPr>
              <a:t> ativu ka lae, no to'o bainhira.</a:t>
            </a:r>
            <a:endParaRPr lang="en-US" sz="1550" dirty="0"/>
          </a:p>
          <a:p>
            <a:pPr marL="342900" indent="-342900">
              <a:spcAft>
                <a:spcPts val="1000"/>
              </a:spcAft>
              <a:buSzPct val="100000"/>
              <a:buChar char="•"/>
            </a:pPr>
            <a:r>
              <a:rPr lang="en-US" sz="1550" b="1" dirty="0">
                <a:solidFill>
                  <a:schemeClr val="tx2"/>
                </a:solidFill>
              </a:rPr>
              <a:t>Rascunho</a:t>
            </a:r>
            <a:pPr indent="0" marL="0">
              <a:spcAft>
                <a:spcPts val="1000"/>
              </a:spcAft>
              <a:buNone/>
            </a:pPr>
            <a:r>
              <a:rPr lang="en-US" sz="1550" dirty="0">
                <a:solidFill>
                  <a:schemeClr val="tx1"/>
                </a:solidFill>
              </a:rPr>
              <a:t> kazu seidauk haruka.</a:t>
            </a:r>
            <a:endParaRPr lang="en-US" sz="1550" dirty="0"/>
          </a:p>
          <a:p>
            <a:pPr marL="342900" indent="-342900">
              <a:spcAft>
                <a:spcPts val="1000"/>
              </a:spcAft>
              <a:buSzPct val="100000"/>
              <a:buChar char="•"/>
            </a:pPr>
            <a:r>
              <a:rPr lang="en-US" sz="1550" b="1" dirty="0">
                <a:solidFill>
                  <a:schemeClr val="tx2"/>
                </a:solidFill>
              </a:rPr>
              <a:t>Haruka ona</a:t>
            </a:r>
            <a:pPr indent="0" marL="0">
              <a:spcAft>
                <a:spcPts val="1000"/>
              </a:spcAft>
              <a:buNone/>
            </a:pPr>
            <a:r>
              <a:rPr lang="en-US" sz="1550" dirty="0">
                <a:solidFill>
                  <a:schemeClr val="tx1"/>
                </a:solidFill>
              </a:rPr>
              <a:t> hein ka iha verifikasaun.</a:t>
            </a:r>
            <a:endParaRPr lang="en-US" sz="1550" dirty="0"/>
          </a:p>
          <a:p>
            <a:pPr marL="342900" indent="-342900">
              <a:spcAft>
                <a:spcPts val="1000"/>
              </a:spcAft>
              <a:buSzPct val="100000"/>
              <a:buChar char="•"/>
            </a:pPr>
            <a:r>
              <a:rPr lang="en-US" sz="1550" b="1" dirty="0">
                <a:solidFill>
                  <a:schemeClr val="tx2"/>
                </a:solidFill>
              </a:rPr>
              <a:t>Rejeitadu</a:t>
            </a:r>
            <a:pPr indent="0" marL="0">
              <a:spcAft>
                <a:spcPts val="1000"/>
              </a:spcAft>
              <a:buNone/>
            </a:pPr>
            <a:r>
              <a:rPr lang="en-US" sz="1550" dirty="0">
                <a:solidFill>
                  <a:schemeClr val="tx1"/>
                </a:solidFill>
              </a:rPr>
              <a:t> tenke hadi'a: loke no lee nota Admin.</a:t>
            </a:r>
            <a:endParaRPr lang="en-US" sz="1550" dirty="0"/>
          </a:p>
          <a:p>
            <a:pPr marL="342900" indent="-342900">
              <a:spcAft>
                <a:spcPts val="1000"/>
              </a:spcAft>
              <a:buSzPct val="100000"/>
              <a:buChar char="•"/>
            </a:pPr>
            <a:r>
              <a:rPr lang="en-US" sz="1550" b="1" dirty="0">
                <a:solidFill>
                  <a:schemeClr val="tx2"/>
                </a:solidFill>
              </a:rPr>
              <a:t>Menu Kazu</a:t>
            </a:r>
            <a:pPr indent="0" marL="0">
              <a:spcAft>
                <a:spcPts val="1000"/>
              </a:spcAft>
              <a:buNone/>
            </a:pPr>
            <a:r>
              <a:rPr lang="en-US" sz="1550" dirty="0">
                <a:solidFill>
                  <a:schemeClr val="tx1"/>
                </a:solidFill>
              </a:rPr>
              <a:t> Lista Kazu · Kazu Foun · App Offline.</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Formuláriu kazu: seksaun 8</a:t>
            </a:r>
            <a:endParaRPr lang="en-US" sz="3000" dirty="0"/>
          </a:p>
        </p:txBody>
      </p:sp>
      <p:sp>
        <p:nvSpPr>
          <p:cNvPr id="3" name="sek-0"/>
          <p:cNvSpPr/>
          <p:nvPr/>
        </p:nvSpPr>
        <p:spPr>
          <a:xfrm>
            <a:off x="548640" y="1463040"/>
            <a:ext cx="3108960" cy="1024128"/>
          </a:xfrm>
          <a:prstGeom prst="roundRect">
            <a:avLst>
              <a:gd name="adj" fmla="val 10714"/>
            </a:avLst>
          </a:prstGeom>
          <a:solidFill>
            <a:schemeClr val="bg2"/>
          </a:solidFill>
          <a:ln w="12700">
            <a:solidFill>
              <a:schemeClr val="bg2"/>
            </a:solidFill>
            <a:prstDash val="solid"/>
          </a:ln>
        </p:spPr>
      </p:sp>
      <p:sp>
        <p:nvSpPr>
          <p:cNvPr id="4" name="sek-n-0"/>
          <p:cNvSpPr/>
          <p:nvPr/>
        </p:nvSpPr>
        <p:spPr>
          <a:xfrm>
            <a:off x="731520" y="1719072"/>
            <a:ext cx="512064" cy="512064"/>
          </a:xfrm>
          <a:prstGeom prst="ellipse">
            <a:avLst/>
          </a:prstGeom>
          <a:solidFill>
            <a:schemeClr val="accent1"/>
          </a:solidFill>
          <a:ln w="12700">
            <a:solidFill>
              <a:schemeClr val="accent1"/>
            </a:solidFill>
            <a:prstDash val="solid"/>
          </a:ln>
        </p:spPr>
      </p:sp>
      <p:sp>
        <p:nvSpPr>
          <p:cNvPr id="5" name="sek-n-0-n"/>
          <p:cNvSpPr txBox="1"/>
          <p:nvPr/>
        </p:nvSpPr>
        <p:spPr>
          <a:xfrm>
            <a:off x="731520" y="1719072"/>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417320" y="1609344"/>
            <a:ext cx="2148840" cy="365760"/>
          </a:xfrm>
          <a:prstGeom prst="rect">
            <a:avLst/>
          </a:prstGeom>
          <a:noFill/>
          <a:ln/>
        </p:spPr>
        <p:txBody>
          <a:bodyPr wrap="square" lIns="0" tIns="0" rIns="0" bIns="0" rtlCol="0" anchor="t"/>
          <a:lstStyle/>
          <a:p>
            <a:pPr indent="0" marL="0">
              <a:buNone/>
            </a:pPr>
            <a:r>
              <a:rPr lang="en-US" sz="1500" b="1" dirty="0">
                <a:solidFill>
                  <a:schemeClr val="tx2"/>
                </a:solidFill>
              </a:rPr>
              <a:t>Identifikasaun</a:t>
            </a:r>
            <a:endParaRPr lang="en-US" sz="1500" dirty="0"/>
          </a:p>
        </p:txBody>
      </p:sp>
      <p:sp>
        <p:nvSpPr>
          <p:cNvPr id="7" name="Text 5"/>
          <p:cNvSpPr txBox="1"/>
          <p:nvPr/>
        </p:nvSpPr>
        <p:spPr>
          <a:xfrm>
            <a:off x="1417320" y="1975104"/>
            <a:ext cx="2148840" cy="411480"/>
          </a:xfrm>
          <a:prstGeom prst="rect">
            <a:avLst/>
          </a:prstGeom>
          <a:noFill/>
          <a:ln/>
        </p:spPr>
        <p:txBody>
          <a:bodyPr wrap="square" lIns="0" tIns="0" rIns="0" bIns="0" rtlCol="0" anchor="t"/>
          <a:lstStyle/>
          <a:p>
            <a:pPr indent="0" marL="0">
              <a:buNone/>
            </a:pPr>
            <a:r>
              <a:rPr lang="en-US" sz="1300" dirty="0">
                <a:solidFill>
                  <a:schemeClr val="tx1"/>
                </a:solidFill>
              </a:rPr>
              <a:t>Data simu, naran, tipu kazu</a:t>
            </a:r>
            <a:endParaRPr lang="en-US" sz="1300" dirty="0"/>
          </a:p>
        </p:txBody>
      </p:sp>
      <p:sp>
        <p:nvSpPr>
          <p:cNvPr id="8" name="sek-1"/>
          <p:cNvSpPr/>
          <p:nvPr/>
        </p:nvSpPr>
        <p:spPr>
          <a:xfrm>
            <a:off x="3794760" y="1463040"/>
            <a:ext cx="3108960" cy="1024128"/>
          </a:xfrm>
          <a:prstGeom prst="roundRect">
            <a:avLst>
              <a:gd name="adj" fmla="val 10714"/>
            </a:avLst>
          </a:prstGeom>
          <a:solidFill>
            <a:schemeClr val="bg2"/>
          </a:solidFill>
          <a:ln w="12700">
            <a:solidFill>
              <a:schemeClr val="bg2"/>
            </a:solidFill>
            <a:prstDash val="solid"/>
          </a:ln>
        </p:spPr>
      </p:sp>
      <p:sp>
        <p:nvSpPr>
          <p:cNvPr id="9" name="sek-n-1"/>
          <p:cNvSpPr/>
          <p:nvPr/>
        </p:nvSpPr>
        <p:spPr>
          <a:xfrm>
            <a:off x="3977640" y="1719072"/>
            <a:ext cx="512064" cy="512064"/>
          </a:xfrm>
          <a:prstGeom prst="ellipse">
            <a:avLst/>
          </a:prstGeom>
          <a:solidFill>
            <a:schemeClr val="accent1"/>
          </a:solidFill>
          <a:ln w="12700">
            <a:solidFill>
              <a:schemeClr val="accent1"/>
            </a:solidFill>
            <a:prstDash val="solid"/>
          </a:ln>
        </p:spPr>
      </p:sp>
      <p:sp>
        <p:nvSpPr>
          <p:cNvPr id="10" name="sek-n-1-n"/>
          <p:cNvSpPr txBox="1"/>
          <p:nvPr/>
        </p:nvSpPr>
        <p:spPr>
          <a:xfrm>
            <a:off x="3977640" y="1719072"/>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9"/>
          <p:cNvSpPr txBox="1"/>
          <p:nvPr/>
        </p:nvSpPr>
        <p:spPr>
          <a:xfrm>
            <a:off x="4663440" y="1609344"/>
            <a:ext cx="2148840" cy="365760"/>
          </a:xfrm>
          <a:prstGeom prst="rect">
            <a:avLst/>
          </a:prstGeom>
          <a:noFill/>
          <a:ln/>
        </p:spPr>
        <p:txBody>
          <a:bodyPr wrap="square" lIns="0" tIns="0" rIns="0" bIns="0" rtlCol="0" anchor="t"/>
          <a:lstStyle/>
          <a:p>
            <a:pPr indent="0" marL="0">
              <a:buNone/>
            </a:pPr>
            <a:r>
              <a:rPr lang="en-US" sz="1500" b="1" dirty="0">
                <a:solidFill>
                  <a:schemeClr val="tx2"/>
                </a:solidFill>
              </a:rPr>
              <a:t>Fatin</a:t>
            </a:r>
            <a:endParaRPr lang="en-US" sz="1500" dirty="0"/>
          </a:p>
        </p:txBody>
      </p:sp>
      <p:sp>
        <p:nvSpPr>
          <p:cNvPr id="12" name="Text 10"/>
          <p:cNvSpPr txBox="1"/>
          <p:nvPr/>
        </p:nvSpPr>
        <p:spPr>
          <a:xfrm>
            <a:off x="4663440" y="1975104"/>
            <a:ext cx="2148840" cy="411480"/>
          </a:xfrm>
          <a:prstGeom prst="rect">
            <a:avLst/>
          </a:prstGeom>
          <a:noFill/>
          <a:ln/>
        </p:spPr>
        <p:txBody>
          <a:bodyPr wrap="square" lIns="0" tIns="0" rIns="0" bIns="0" rtlCol="0" anchor="t"/>
          <a:lstStyle/>
          <a:p>
            <a:pPr indent="0" marL="0">
              <a:buNone/>
            </a:pPr>
            <a:r>
              <a:rPr lang="en-US" sz="1300" dirty="0">
                <a:solidFill>
                  <a:schemeClr val="tx1"/>
                </a:solidFill>
              </a:rPr>
              <a:t>Munisípiu to'o aldeia, GPS</a:t>
            </a:r>
            <a:endParaRPr lang="en-US" sz="1300" dirty="0"/>
          </a:p>
        </p:txBody>
      </p:sp>
      <p:sp>
        <p:nvSpPr>
          <p:cNvPr id="13" name="sek-2"/>
          <p:cNvSpPr/>
          <p:nvPr/>
        </p:nvSpPr>
        <p:spPr>
          <a:xfrm>
            <a:off x="548640" y="2633472"/>
            <a:ext cx="3108960" cy="1024128"/>
          </a:xfrm>
          <a:prstGeom prst="roundRect">
            <a:avLst>
              <a:gd name="adj" fmla="val 10714"/>
            </a:avLst>
          </a:prstGeom>
          <a:solidFill>
            <a:schemeClr val="bg2"/>
          </a:solidFill>
          <a:ln w="12700">
            <a:solidFill>
              <a:schemeClr val="bg2"/>
            </a:solidFill>
            <a:prstDash val="solid"/>
          </a:ln>
        </p:spPr>
      </p:sp>
      <p:sp>
        <p:nvSpPr>
          <p:cNvPr id="14" name="sek-n-2"/>
          <p:cNvSpPr/>
          <p:nvPr/>
        </p:nvSpPr>
        <p:spPr>
          <a:xfrm>
            <a:off x="731520" y="2889504"/>
            <a:ext cx="512064" cy="512064"/>
          </a:xfrm>
          <a:prstGeom prst="ellipse">
            <a:avLst/>
          </a:prstGeom>
          <a:solidFill>
            <a:schemeClr val="accent1"/>
          </a:solidFill>
          <a:ln w="12700">
            <a:solidFill>
              <a:schemeClr val="accent1"/>
            </a:solidFill>
            <a:prstDash val="solid"/>
          </a:ln>
        </p:spPr>
      </p:sp>
      <p:sp>
        <p:nvSpPr>
          <p:cNvPr id="15" name="sek-n-2-n"/>
          <p:cNvSpPr txBox="1"/>
          <p:nvPr/>
        </p:nvSpPr>
        <p:spPr>
          <a:xfrm>
            <a:off x="731520" y="2889504"/>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417320" y="2779776"/>
            <a:ext cx="2148840" cy="365760"/>
          </a:xfrm>
          <a:prstGeom prst="rect">
            <a:avLst/>
          </a:prstGeom>
          <a:noFill/>
          <a:ln/>
        </p:spPr>
        <p:txBody>
          <a:bodyPr wrap="square" lIns="0" tIns="0" rIns="0" bIns="0" rtlCol="0" anchor="t"/>
          <a:lstStyle/>
          <a:p>
            <a:pPr indent="0" marL="0">
              <a:buNone/>
            </a:pPr>
            <a:r>
              <a:rPr lang="en-US" sz="1500" b="1" dirty="0">
                <a:solidFill>
                  <a:schemeClr val="tx2"/>
                </a:solidFill>
              </a:rPr>
              <a:t>Populasaun afetada</a:t>
            </a:r>
            <a:endParaRPr lang="en-US" sz="1500" dirty="0"/>
          </a:p>
        </p:txBody>
      </p:sp>
      <p:sp>
        <p:nvSpPr>
          <p:cNvPr id="17" name="Text 15"/>
          <p:cNvSpPr txBox="1"/>
          <p:nvPr/>
        </p:nvSpPr>
        <p:spPr>
          <a:xfrm>
            <a:off x="1417320" y="3145536"/>
            <a:ext cx="2148840" cy="411480"/>
          </a:xfrm>
          <a:prstGeom prst="rect">
            <a:avLst/>
          </a:prstGeom>
          <a:noFill/>
          <a:ln/>
        </p:spPr>
        <p:txBody>
          <a:bodyPr wrap="square" lIns="0" tIns="0" rIns="0" bIns="0" rtlCol="0" anchor="t"/>
          <a:lstStyle/>
          <a:p>
            <a:pPr indent="0" marL="0">
              <a:buNone/>
            </a:pPr>
            <a:r>
              <a:rPr lang="en-US" sz="1300" dirty="0">
                <a:solidFill>
                  <a:schemeClr val="tx1"/>
                </a:solidFill>
              </a:rPr>
              <a:t>Uma-kain, mane, feto</a:t>
            </a:r>
            <a:endParaRPr lang="en-US" sz="1300" dirty="0"/>
          </a:p>
        </p:txBody>
      </p:sp>
      <p:sp>
        <p:nvSpPr>
          <p:cNvPr id="18" name="sek-3"/>
          <p:cNvSpPr/>
          <p:nvPr/>
        </p:nvSpPr>
        <p:spPr>
          <a:xfrm>
            <a:off x="3794760" y="2633472"/>
            <a:ext cx="3108960" cy="1024128"/>
          </a:xfrm>
          <a:prstGeom prst="roundRect">
            <a:avLst>
              <a:gd name="adj" fmla="val 10714"/>
            </a:avLst>
          </a:prstGeom>
          <a:solidFill>
            <a:schemeClr val="bg2"/>
          </a:solidFill>
          <a:ln w="12700">
            <a:solidFill>
              <a:schemeClr val="bg2"/>
            </a:solidFill>
            <a:prstDash val="solid"/>
          </a:ln>
        </p:spPr>
      </p:sp>
      <p:sp>
        <p:nvSpPr>
          <p:cNvPr id="19" name="sek-n-3"/>
          <p:cNvSpPr/>
          <p:nvPr/>
        </p:nvSpPr>
        <p:spPr>
          <a:xfrm>
            <a:off x="3977640" y="2889504"/>
            <a:ext cx="512064" cy="512064"/>
          </a:xfrm>
          <a:prstGeom prst="ellipse">
            <a:avLst/>
          </a:prstGeom>
          <a:solidFill>
            <a:schemeClr val="accent1"/>
          </a:solidFill>
          <a:ln w="12700">
            <a:solidFill>
              <a:schemeClr val="accent1"/>
            </a:solidFill>
            <a:prstDash val="solid"/>
          </a:ln>
        </p:spPr>
      </p:sp>
      <p:sp>
        <p:nvSpPr>
          <p:cNvPr id="20" name="sek-n-3-n"/>
          <p:cNvSpPr txBox="1"/>
          <p:nvPr/>
        </p:nvSpPr>
        <p:spPr>
          <a:xfrm>
            <a:off x="3977640" y="2889504"/>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9"/>
          <p:cNvSpPr txBox="1"/>
          <p:nvPr/>
        </p:nvSpPr>
        <p:spPr>
          <a:xfrm>
            <a:off x="4663440" y="2779776"/>
            <a:ext cx="2148840" cy="365760"/>
          </a:xfrm>
          <a:prstGeom prst="rect">
            <a:avLst/>
          </a:prstGeom>
          <a:noFill/>
          <a:ln/>
        </p:spPr>
        <p:txBody>
          <a:bodyPr wrap="square" lIns="0" tIns="0" rIns="0" bIns="0" rtlCol="0" anchor="t"/>
          <a:lstStyle/>
          <a:p>
            <a:pPr indent="0" marL="0">
              <a:buNone/>
            </a:pPr>
            <a:r>
              <a:rPr lang="en-US" sz="1500" b="1" dirty="0">
                <a:solidFill>
                  <a:schemeClr val="tx2"/>
                </a:solidFill>
              </a:rPr>
              <a:t>Fokal Point</a:t>
            </a:r>
            <a:endParaRPr lang="en-US" sz="1500" dirty="0"/>
          </a:p>
        </p:txBody>
      </p:sp>
      <p:sp>
        <p:nvSpPr>
          <p:cNvPr id="22" name="Text 20"/>
          <p:cNvSpPr txBox="1"/>
          <p:nvPr/>
        </p:nvSpPr>
        <p:spPr>
          <a:xfrm>
            <a:off x="4663440" y="3145536"/>
            <a:ext cx="2148840" cy="411480"/>
          </a:xfrm>
          <a:prstGeom prst="rect">
            <a:avLst/>
          </a:prstGeom>
          <a:noFill/>
          <a:ln/>
        </p:spPr>
        <p:txBody>
          <a:bodyPr wrap="square" lIns="0" tIns="0" rIns="0" bIns="0" rtlCol="0" anchor="t"/>
          <a:lstStyle/>
          <a:p>
            <a:pPr indent="0" marL="0">
              <a:buNone/>
            </a:pPr>
            <a:r>
              <a:rPr lang="en-US" sz="1300" dirty="0">
                <a:solidFill>
                  <a:schemeClr val="tx1"/>
                </a:solidFill>
              </a:rPr>
              <a:t>Organizasaun, portavós</a:t>
            </a:r>
            <a:endParaRPr lang="en-US" sz="1300" dirty="0"/>
          </a:p>
        </p:txBody>
      </p:sp>
      <p:sp>
        <p:nvSpPr>
          <p:cNvPr id="23" name="sek-4"/>
          <p:cNvSpPr/>
          <p:nvPr/>
        </p:nvSpPr>
        <p:spPr>
          <a:xfrm>
            <a:off x="548640" y="3803904"/>
            <a:ext cx="3108960" cy="1024128"/>
          </a:xfrm>
          <a:prstGeom prst="roundRect">
            <a:avLst>
              <a:gd name="adj" fmla="val 10714"/>
            </a:avLst>
          </a:prstGeom>
          <a:solidFill>
            <a:schemeClr val="bg2"/>
          </a:solidFill>
          <a:ln w="12700">
            <a:solidFill>
              <a:schemeClr val="bg2"/>
            </a:solidFill>
            <a:prstDash val="solid"/>
          </a:ln>
        </p:spPr>
      </p:sp>
      <p:sp>
        <p:nvSpPr>
          <p:cNvPr id="24" name="sek-n-4"/>
          <p:cNvSpPr/>
          <p:nvPr/>
        </p:nvSpPr>
        <p:spPr>
          <a:xfrm>
            <a:off x="731520" y="4059936"/>
            <a:ext cx="512064" cy="512064"/>
          </a:xfrm>
          <a:prstGeom prst="ellipse">
            <a:avLst/>
          </a:prstGeom>
          <a:solidFill>
            <a:schemeClr val="accent1"/>
          </a:solidFill>
          <a:ln w="12700">
            <a:solidFill>
              <a:schemeClr val="accent1"/>
            </a:solidFill>
            <a:prstDash val="solid"/>
          </a:ln>
        </p:spPr>
      </p:sp>
      <p:sp>
        <p:nvSpPr>
          <p:cNvPr id="25" name="sek-n-4-n"/>
          <p:cNvSpPr txBox="1"/>
          <p:nvPr/>
        </p:nvSpPr>
        <p:spPr>
          <a:xfrm>
            <a:off x="731520" y="4059936"/>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6" name="Text 24"/>
          <p:cNvSpPr txBox="1"/>
          <p:nvPr/>
        </p:nvSpPr>
        <p:spPr>
          <a:xfrm>
            <a:off x="1417320" y="3950208"/>
            <a:ext cx="2148840" cy="365760"/>
          </a:xfrm>
          <a:prstGeom prst="rect">
            <a:avLst/>
          </a:prstGeom>
          <a:noFill/>
          <a:ln/>
        </p:spPr>
        <p:txBody>
          <a:bodyPr wrap="square" lIns="0" tIns="0" rIns="0" bIns="0" rtlCol="0" anchor="t"/>
          <a:lstStyle/>
          <a:p>
            <a:pPr indent="0" marL="0">
              <a:buNone/>
            </a:pPr>
            <a:r>
              <a:rPr lang="en-US" sz="1500" b="1" dirty="0">
                <a:solidFill>
                  <a:schemeClr val="tx2"/>
                </a:solidFill>
              </a:rPr>
              <a:t>Tribunál</a:t>
            </a:r>
            <a:endParaRPr lang="en-US" sz="1500" dirty="0"/>
          </a:p>
        </p:txBody>
      </p:sp>
      <p:sp>
        <p:nvSpPr>
          <p:cNvPr id="27" name="Text 25"/>
          <p:cNvSpPr txBox="1"/>
          <p:nvPr/>
        </p:nvSpPr>
        <p:spPr>
          <a:xfrm>
            <a:off x="1417320" y="4315968"/>
            <a:ext cx="2148840" cy="411480"/>
          </a:xfrm>
          <a:prstGeom prst="rect">
            <a:avLst/>
          </a:prstGeom>
          <a:noFill/>
          <a:ln/>
        </p:spPr>
        <p:txBody>
          <a:bodyPr wrap="square" lIns="0" tIns="0" rIns="0" bIns="0" rtlCol="0" anchor="t"/>
          <a:lstStyle/>
          <a:p>
            <a:pPr indent="0" marL="0">
              <a:buNone/>
            </a:pPr>
            <a:r>
              <a:rPr lang="en-US" sz="1300" dirty="0">
                <a:solidFill>
                  <a:schemeClr val="tx1"/>
                </a:solidFill>
              </a:rPr>
              <a:t>Rejistu no notifikasaun</a:t>
            </a:r>
            <a:endParaRPr lang="en-US" sz="1300" dirty="0"/>
          </a:p>
        </p:txBody>
      </p:sp>
      <p:sp>
        <p:nvSpPr>
          <p:cNvPr id="28" name="sek-5"/>
          <p:cNvSpPr/>
          <p:nvPr/>
        </p:nvSpPr>
        <p:spPr>
          <a:xfrm>
            <a:off x="3794760" y="3803904"/>
            <a:ext cx="3108960" cy="1024128"/>
          </a:xfrm>
          <a:prstGeom prst="roundRect">
            <a:avLst>
              <a:gd name="adj" fmla="val 10714"/>
            </a:avLst>
          </a:prstGeom>
          <a:solidFill>
            <a:schemeClr val="bg2"/>
          </a:solidFill>
          <a:ln w="12700">
            <a:solidFill>
              <a:schemeClr val="bg2"/>
            </a:solidFill>
            <a:prstDash val="solid"/>
          </a:ln>
        </p:spPr>
      </p:sp>
      <p:sp>
        <p:nvSpPr>
          <p:cNvPr id="29" name="sek-n-5"/>
          <p:cNvSpPr/>
          <p:nvPr/>
        </p:nvSpPr>
        <p:spPr>
          <a:xfrm>
            <a:off x="3977640" y="4059936"/>
            <a:ext cx="512064" cy="512064"/>
          </a:xfrm>
          <a:prstGeom prst="ellipse">
            <a:avLst/>
          </a:prstGeom>
          <a:solidFill>
            <a:schemeClr val="accent1"/>
          </a:solidFill>
          <a:ln w="12700">
            <a:solidFill>
              <a:schemeClr val="accent1"/>
            </a:solidFill>
            <a:prstDash val="solid"/>
          </a:ln>
        </p:spPr>
      </p:sp>
      <p:sp>
        <p:nvSpPr>
          <p:cNvPr id="30" name="sek-n-5-n"/>
          <p:cNvSpPr txBox="1"/>
          <p:nvPr/>
        </p:nvSpPr>
        <p:spPr>
          <a:xfrm>
            <a:off x="3977640" y="4059936"/>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1" name="Text 29"/>
          <p:cNvSpPr txBox="1"/>
          <p:nvPr/>
        </p:nvSpPr>
        <p:spPr>
          <a:xfrm>
            <a:off x="4663440" y="3950208"/>
            <a:ext cx="2148840" cy="365760"/>
          </a:xfrm>
          <a:prstGeom prst="rect">
            <a:avLst/>
          </a:prstGeom>
          <a:noFill/>
          <a:ln/>
        </p:spPr>
        <p:txBody>
          <a:bodyPr wrap="square" lIns="0" tIns="0" rIns="0" bIns="0" rtlCol="0" anchor="t"/>
          <a:lstStyle/>
          <a:p>
            <a:pPr indent="0" marL="0">
              <a:buNone/>
            </a:pPr>
            <a:r>
              <a:rPr lang="en-US" sz="1500" b="1" dirty="0">
                <a:solidFill>
                  <a:schemeClr val="tx2"/>
                </a:solidFill>
              </a:rPr>
              <a:t>Eviksaun</a:t>
            </a:r>
            <a:endParaRPr lang="en-US" sz="1500" dirty="0"/>
          </a:p>
        </p:txBody>
      </p:sp>
      <p:sp>
        <p:nvSpPr>
          <p:cNvPr id="32" name="Text 30"/>
          <p:cNvSpPr txBox="1"/>
          <p:nvPr/>
        </p:nvSpPr>
        <p:spPr>
          <a:xfrm>
            <a:off x="4663440" y="4315968"/>
            <a:ext cx="2148840" cy="411480"/>
          </a:xfrm>
          <a:prstGeom prst="rect">
            <a:avLst/>
          </a:prstGeom>
          <a:noFill/>
          <a:ln/>
        </p:spPr>
        <p:txBody>
          <a:bodyPr wrap="square" lIns="0" tIns="0" rIns="0" bIns="0" rtlCol="0" anchor="t"/>
          <a:lstStyle/>
          <a:p>
            <a:pPr indent="0" marL="0">
              <a:buNone/>
            </a:pPr>
            <a:r>
              <a:rPr lang="en-US" sz="1300" dirty="0">
                <a:solidFill>
                  <a:schemeClr val="tx1"/>
                </a:solidFill>
              </a:rPr>
              <a:t>Akontese ona? Status</a:t>
            </a:r>
            <a:endParaRPr lang="en-US" sz="1300" dirty="0"/>
          </a:p>
        </p:txBody>
      </p:sp>
      <p:sp>
        <p:nvSpPr>
          <p:cNvPr id="33" name="sek-6"/>
          <p:cNvSpPr/>
          <p:nvPr/>
        </p:nvSpPr>
        <p:spPr>
          <a:xfrm>
            <a:off x="548640" y="4974336"/>
            <a:ext cx="3108960" cy="1024128"/>
          </a:xfrm>
          <a:prstGeom prst="roundRect">
            <a:avLst>
              <a:gd name="adj" fmla="val 10714"/>
            </a:avLst>
          </a:prstGeom>
          <a:solidFill>
            <a:schemeClr val="bg2"/>
          </a:solidFill>
          <a:ln w="12700">
            <a:solidFill>
              <a:schemeClr val="bg2"/>
            </a:solidFill>
            <a:prstDash val="solid"/>
          </a:ln>
        </p:spPr>
      </p:sp>
      <p:sp>
        <p:nvSpPr>
          <p:cNvPr id="34" name="sek-n-6"/>
          <p:cNvSpPr/>
          <p:nvPr/>
        </p:nvSpPr>
        <p:spPr>
          <a:xfrm>
            <a:off x="731520" y="5230368"/>
            <a:ext cx="512064" cy="512064"/>
          </a:xfrm>
          <a:prstGeom prst="ellipse">
            <a:avLst/>
          </a:prstGeom>
          <a:solidFill>
            <a:schemeClr val="accent1"/>
          </a:solidFill>
          <a:ln w="12700">
            <a:solidFill>
              <a:schemeClr val="accent1"/>
            </a:solidFill>
            <a:prstDash val="solid"/>
          </a:ln>
        </p:spPr>
      </p:sp>
      <p:sp>
        <p:nvSpPr>
          <p:cNvPr id="35" name="sek-n-6-n"/>
          <p:cNvSpPr txBox="1"/>
          <p:nvPr/>
        </p:nvSpPr>
        <p:spPr>
          <a:xfrm>
            <a:off x="731520" y="5230368"/>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6" name="Text 34"/>
          <p:cNvSpPr txBox="1"/>
          <p:nvPr/>
        </p:nvSpPr>
        <p:spPr>
          <a:xfrm>
            <a:off x="1417320" y="5120640"/>
            <a:ext cx="2148840" cy="365760"/>
          </a:xfrm>
          <a:prstGeom prst="rect">
            <a:avLst/>
          </a:prstGeom>
          <a:noFill/>
          <a:ln/>
        </p:spPr>
        <p:txBody>
          <a:bodyPr wrap="square" lIns="0" tIns="0" rIns="0" bIns="0" rtlCol="0" anchor="t"/>
          <a:lstStyle/>
          <a:p>
            <a:pPr indent="0" marL="0">
              <a:buNone/>
            </a:pPr>
            <a:r>
              <a:rPr lang="en-US" sz="1500" b="1" dirty="0">
                <a:solidFill>
                  <a:schemeClr val="tx2"/>
                </a:solidFill>
              </a:rPr>
              <a:t>Adisionál</a:t>
            </a:r>
            <a:endParaRPr lang="en-US" sz="1500" dirty="0"/>
          </a:p>
        </p:txBody>
      </p:sp>
      <p:sp>
        <p:nvSpPr>
          <p:cNvPr id="37" name="Text 35"/>
          <p:cNvSpPr txBox="1"/>
          <p:nvPr/>
        </p:nvSpPr>
        <p:spPr>
          <a:xfrm>
            <a:off x="1417320" y="5486400"/>
            <a:ext cx="2148840" cy="411480"/>
          </a:xfrm>
          <a:prstGeom prst="rect">
            <a:avLst/>
          </a:prstGeom>
          <a:noFill/>
          <a:ln/>
        </p:spPr>
        <p:txBody>
          <a:bodyPr wrap="square" lIns="0" tIns="0" rIns="0" bIns="0" rtlCol="0" anchor="t"/>
          <a:lstStyle/>
          <a:p>
            <a:pPr indent="0" marL="0">
              <a:buNone/>
            </a:pPr>
            <a:r>
              <a:rPr lang="en-US" sz="1300" dirty="0">
                <a:solidFill>
                  <a:schemeClr val="tx1"/>
                </a:solidFill>
              </a:rPr>
              <a:t>Data, tipu rai, entidade, estragu</a:t>
            </a:r>
            <a:endParaRPr lang="en-US" sz="1300" dirty="0"/>
          </a:p>
        </p:txBody>
      </p:sp>
      <p:sp>
        <p:nvSpPr>
          <p:cNvPr id="38" name="sek-7"/>
          <p:cNvSpPr/>
          <p:nvPr/>
        </p:nvSpPr>
        <p:spPr>
          <a:xfrm>
            <a:off x="3794760" y="4974336"/>
            <a:ext cx="3108960" cy="1024128"/>
          </a:xfrm>
          <a:prstGeom prst="roundRect">
            <a:avLst>
              <a:gd name="adj" fmla="val 10714"/>
            </a:avLst>
          </a:prstGeom>
          <a:solidFill>
            <a:schemeClr val="bg2"/>
          </a:solidFill>
          <a:ln w="12700">
            <a:solidFill>
              <a:schemeClr val="bg2"/>
            </a:solidFill>
            <a:prstDash val="solid"/>
          </a:ln>
        </p:spPr>
      </p:sp>
      <p:sp>
        <p:nvSpPr>
          <p:cNvPr id="39" name="sek-n-7"/>
          <p:cNvSpPr/>
          <p:nvPr/>
        </p:nvSpPr>
        <p:spPr>
          <a:xfrm>
            <a:off x="3977640" y="5230368"/>
            <a:ext cx="512064" cy="512064"/>
          </a:xfrm>
          <a:prstGeom prst="ellipse">
            <a:avLst/>
          </a:prstGeom>
          <a:solidFill>
            <a:schemeClr val="accent3"/>
          </a:solidFill>
          <a:ln w="12700">
            <a:solidFill>
              <a:schemeClr val="accent3"/>
            </a:solidFill>
            <a:prstDash val="solid"/>
          </a:ln>
        </p:spPr>
      </p:sp>
      <p:sp>
        <p:nvSpPr>
          <p:cNvPr id="40" name="sek-n-7-n"/>
          <p:cNvSpPr txBox="1"/>
          <p:nvPr/>
        </p:nvSpPr>
        <p:spPr>
          <a:xfrm>
            <a:off x="3977640" y="5230368"/>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1" name="Text 39"/>
          <p:cNvSpPr txBox="1"/>
          <p:nvPr/>
        </p:nvSpPr>
        <p:spPr>
          <a:xfrm>
            <a:off x="4663440" y="5120640"/>
            <a:ext cx="2148840" cy="365760"/>
          </a:xfrm>
          <a:prstGeom prst="rect">
            <a:avLst/>
          </a:prstGeom>
          <a:noFill/>
          <a:ln/>
        </p:spPr>
        <p:txBody>
          <a:bodyPr wrap="square" lIns="0" tIns="0" rIns="0" bIns="0" rtlCol="0" anchor="t"/>
          <a:lstStyle/>
          <a:p>
            <a:pPr indent="0" marL="0">
              <a:buNone/>
            </a:pPr>
            <a:r>
              <a:rPr lang="en-US" sz="1500" b="1" dirty="0">
                <a:solidFill>
                  <a:schemeClr val="tx2"/>
                </a:solidFill>
              </a:rPr>
              <a:t>Evidénsia</a:t>
            </a:r>
            <a:endParaRPr lang="en-US" sz="1500" dirty="0"/>
          </a:p>
        </p:txBody>
      </p:sp>
      <p:sp>
        <p:nvSpPr>
          <p:cNvPr id="42" name="Text 40"/>
          <p:cNvSpPr txBox="1"/>
          <p:nvPr/>
        </p:nvSpPr>
        <p:spPr>
          <a:xfrm>
            <a:off x="4663440" y="5486400"/>
            <a:ext cx="2148840" cy="411480"/>
          </a:xfrm>
          <a:prstGeom prst="rect">
            <a:avLst/>
          </a:prstGeom>
          <a:noFill/>
          <a:ln/>
        </p:spPr>
        <p:txBody>
          <a:bodyPr wrap="square" lIns="0" tIns="0" rIns="0" bIns="0" rtlCol="0" anchor="t"/>
          <a:lstStyle/>
          <a:p>
            <a:pPr indent="0" marL="0">
              <a:buNone/>
            </a:pPr>
            <a:r>
              <a:rPr lang="en-US" sz="1300" dirty="0">
                <a:solidFill>
                  <a:schemeClr val="tx1"/>
                </a:solidFill>
              </a:rPr>
              <a:t>Foto, vídeo, konsentimentu</a:t>
            </a:r>
            <a:endParaRPr lang="en-US" sz="1300" dirty="0"/>
          </a:p>
        </p:txBody>
      </p:sp>
      <p:sp>
        <p:nvSpPr>
          <p:cNvPr id="43" name="form-shot-moldura"/>
          <p:cNvSpPr/>
          <p:nvPr/>
        </p:nvSpPr>
        <p:spPr>
          <a:xfrm>
            <a:off x="7214616" y="1408176"/>
            <a:ext cx="4483303" cy="2671119"/>
          </a:xfrm>
          <a:prstGeom prst="roundRect">
            <a:avLst>
              <a:gd name="adj" fmla="val 2739"/>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44" name="form-shot" descr="/tmp/claude-0/-home-user-sjamci/3266590f-78d1-5366-b61d-23553f70b1cc/scratchpad/tr/w_form.png">    </p:cNvPr>
          <p:cNvPicPr>
            <a:picLocks noChangeAspect="1"/>
          </p:cNvPicPr>
          <p:nvPr/>
        </p:nvPicPr>
        <p:blipFill>
          <a:blip r:embed="rId1"/>
          <a:stretch>
            <a:fillRect/>
          </a:stretch>
        </p:blipFill>
        <p:spPr>
          <a:xfrm>
            <a:off x="7269480" y="1463040"/>
            <a:ext cx="4373575" cy="2561391"/>
          </a:xfrm>
          <a:prstGeom prst="rect">
            <a:avLst/>
          </a:prstGeom>
        </p:spPr>
      </p:pic>
      <p:sp>
        <p:nvSpPr>
          <p:cNvPr id="45" name="form-shot-c"/>
          <p:cNvSpPr txBox="1"/>
          <p:nvPr/>
        </p:nvSpPr>
        <p:spPr>
          <a:xfrm>
            <a:off x="6995160" y="4134159"/>
            <a:ext cx="4922215" cy="274320"/>
          </a:xfrm>
          <a:prstGeom prst="rect">
            <a:avLst/>
          </a:prstGeom>
          <a:noFill/>
          <a:ln/>
        </p:spPr>
        <p:txBody>
          <a:bodyPr wrap="square" lIns="0" tIns="0" rIns="0" bIns="0" rtlCol="0" anchor="t"/>
          <a:lstStyle/>
          <a:p>
            <a:pPr algn="ctr" indent="0" marL="0">
              <a:buNone/>
            </a:pPr>
            <a:r>
              <a:rPr lang="en-US" sz="1100" i="1" dirty="0">
                <a:solidFill>
                  <a:srgbClr val="5E6B66"/>
                </a:solidFill>
              </a:rPr>
              <a:t>Kazu Foun → seksaun 1</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Lista kazu no detalla</a:t>
            </a:r>
            <a:endParaRPr lang="en-US" sz="3000" dirty="0"/>
          </a:p>
        </p:txBody>
      </p:sp>
      <p:sp>
        <p:nvSpPr>
          <p:cNvPr id="3" name="lista-shot-moldura"/>
          <p:cNvSpPr/>
          <p:nvPr/>
        </p:nvSpPr>
        <p:spPr>
          <a:xfrm>
            <a:off x="493776" y="1408176"/>
            <a:ext cx="5504688" cy="3269295"/>
          </a:xfrm>
          <a:prstGeom prst="roundRect">
            <a:avLst>
              <a:gd name="adj" fmla="val 2238"/>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4" name="lista-shot" descr="/tmp/claude-0/-home-user-sjamci/3266590f-78d1-5366-b61d-23553f70b1cc/scratchpad/tr/w_lista.png">    </p:cNvPr>
          <p:cNvPicPr>
            <a:picLocks noChangeAspect="1"/>
          </p:cNvPicPr>
          <p:nvPr/>
        </p:nvPicPr>
        <p:blipFill>
          <a:blip r:embed="rId1"/>
          <a:stretch>
            <a:fillRect/>
          </a:stretch>
        </p:blipFill>
        <p:spPr>
          <a:xfrm>
            <a:off x="548640" y="1463040"/>
            <a:ext cx="5394960" cy="3159567"/>
          </a:xfrm>
          <a:prstGeom prst="rect">
            <a:avLst/>
          </a:prstGeom>
        </p:spPr>
      </p:pic>
      <p:sp>
        <p:nvSpPr>
          <p:cNvPr id="5" name="lista-shot-c"/>
          <p:cNvSpPr txBox="1"/>
          <p:nvPr/>
        </p:nvSpPr>
        <p:spPr>
          <a:xfrm>
            <a:off x="274320" y="4732335"/>
            <a:ext cx="5943600" cy="274320"/>
          </a:xfrm>
          <a:prstGeom prst="rect">
            <a:avLst/>
          </a:prstGeom>
          <a:noFill/>
          <a:ln/>
        </p:spPr>
        <p:txBody>
          <a:bodyPr wrap="square" lIns="0" tIns="0" rIns="0" bIns="0" rtlCol="0" anchor="t"/>
          <a:lstStyle/>
          <a:p>
            <a:pPr algn="ctr" indent="0" marL="0">
              <a:buNone/>
            </a:pPr>
            <a:r>
              <a:rPr lang="en-US" sz="1100" i="1" dirty="0">
                <a:solidFill>
                  <a:srgbClr val="5E6B66"/>
                </a:solidFill>
              </a:rPr>
              <a:t>Lista Kazu: buka no filtra</a:t>
            </a:r>
            <a:endParaRPr lang="en-US" sz="1100" dirty="0"/>
          </a:p>
        </p:txBody>
      </p:sp>
      <p:sp>
        <p:nvSpPr>
          <p:cNvPr id="6" name="detail-shot-moldura"/>
          <p:cNvSpPr/>
          <p:nvPr/>
        </p:nvSpPr>
        <p:spPr>
          <a:xfrm>
            <a:off x="6208776" y="1408176"/>
            <a:ext cx="5504688" cy="3269295"/>
          </a:xfrm>
          <a:prstGeom prst="roundRect">
            <a:avLst>
              <a:gd name="adj" fmla="val 2238"/>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7" name="detail-shot" descr="/tmp/claude-0/-home-user-sjamci/3266590f-78d1-5366-b61d-23553f70b1cc/scratchpad/tr/w_detail.png">    </p:cNvPr>
          <p:cNvPicPr>
            <a:picLocks noChangeAspect="1"/>
          </p:cNvPicPr>
          <p:nvPr/>
        </p:nvPicPr>
        <p:blipFill>
          <a:blip r:embed="rId2"/>
          <a:stretch>
            <a:fillRect/>
          </a:stretch>
        </p:blipFill>
        <p:spPr>
          <a:xfrm>
            <a:off x="6263640" y="1463040"/>
            <a:ext cx="5394960" cy="3159567"/>
          </a:xfrm>
          <a:prstGeom prst="rect">
            <a:avLst/>
          </a:prstGeom>
        </p:spPr>
      </p:pic>
      <p:sp>
        <p:nvSpPr>
          <p:cNvPr id="8" name="detail-shot-c"/>
          <p:cNvSpPr txBox="1"/>
          <p:nvPr/>
        </p:nvSpPr>
        <p:spPr>
          <a:xfrm>
            <a:off x="5989320" y="4732335"/>
            <a:ext cx="5943600" cy="274320"/>
          </a:xfrm>
          <a:prstGeom prst="rect">
            <a:avLst/>
          </a:prstGeom>
          <a:noFill/>
          <a:ln/>
        </p:spPr>
        <p:txBody>
          <a:bodyPr wrap="square" lIns="0" tIns="0" rIns="0" bIns="0" rtlCol="0" anchor="t"/>
          <a:lstStyle/>
          <a:p>
            <a:pPr algn="ctr" indent="0" marL="0">
              <a:buNone/>
            </a:pPr>
            <a:r>
              <a:rPr lang="en-US" sz="1100" i="1" dirty="0">
                <a:solidFill>
                  <a:srgbClr val="5E6B66"/>
                </a:solidFill>
              </a:rPr>
              <a:t>Detalla: status, dadus no istória</a:t>
            </a:r>
            <a:endParaRPr lang="en-US" sz="1100" dirty="0"/>
          </a:p>
        </p:txBody>
      </p:sp>
      <p:sp>
        <p:nvSpPr>
          <p:cNvPr id="9" name="Text 5"/>
          <p:cNvSpPr txBox="1"/>
          <p:nvPr/>
        </p:nvSpPr>
        <p:spPr>
          <a:xfrm>
            <a:off x="548640" y="5074920"/>
            <a:ext cx="11094415" cy="1188720"/>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chemeClr val="tx2"/>
                </a:solidFill>
              </a:rPr>
              <a:t>Buka</a:t>
            </a:r>
            <a:pPr indent="0" marL="0">
              <a:spcAft>
                <a:spcPts val="400"/>
              </a:spcAft>
              <a:buNone/>
            </a:pPr>
            <a:r>
              <a:rPr lang="en-US" sz="1500" dirty="0">
                <a:solidFill>
                  <a:schemeClr val="tx1"/>
                </a:solidFill>
              </a:rPr>
              <a:t> ho ID, títulu ka suku; filtra tuir status no tipu.</a:t>
            </a:r>
            <a:endParaRPr lang="en-US" sz="1500" dirty="0"/>
          </a:p>
          <a:p>
            <a:pPr marL="342900" indent="-342900">
              <a:spcAft>
                <a:spcPts val="400"/>
              </a:spcAft>
              <a:buSzPct val="100000"/>
              <a:buChar char="•"/>
            </a:pPr>
            <a:r>
              <a:rPr lang="en-US" sz="1500" b="1" dirty="0">
                <a:solidFill>
                  <a:schemeClr val="tx2"/>
                </a:solidFill>
              </a:rPr>
              <a:t>Detalla</a:t>
            </a:r>
            <a:pPr indent="0" marL="0">
              <a:spcAft>
                <a:spcPts val="400"/>
              </a:spcAft>
              <a:buNone/>
            </a:pPr>
            <a:r>
              <a:rPr lang="en-US" sz="1500" dirty="0">
                <a:solidFill>
                  <a:schemeClr val="tx1"/>
                </a:solidFill>
              </a:rPr>
              <a:t> hatudu Status Dadus, Status Kazu, Urjente no istória mudansa.</a:t>
            </a:r>
            <a:endParaRPr lang="en-US" sz="1500" dirty="0"/>
          </a:p>
          <a:p>
            <a:pPr marL="342900" indent="-342900">
              <a:spcAft>
                <a:spcPts val="400"/>
              </a:spcAft>
              <a:buSzPct val="100000"/>
              <a:buChar char="•"/>
            </a:pPr>
            <a:r>
              <a:rPr lang="en-US" sz="1500" b="1" dirty="0">
                <a:solidFill>
                  <a:schemeClr val="tx2"/>
                </a:solidFill>
              </a:rPr>
              <a:t>Edita</a:t>
            </a:r>
            <a:pPr indent="0" marL="0">
              <a:spcAft>
                <a:spcPts val="400"/>
              </a:spcAft>
              <a:buNone/>
            </a:pPr>
            <a:r>
              <a:rPr lang="en-US" sz="1500" dirty="0">
                <a:solidFill>
                  <a:schemeClr val="tx1"/>
                </a:solidFill>
              </a:rPr>
              <a:t> de'it bainhira status Rascunho, Rejeitadu ka Follow-up.</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App offline iha HP</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Login ho PIN · rejista kazu · GPS · foto · sinkron</a:t>
            </a:r>
            <a:endParaRPr lang="en-US" sz="2000" dirty="0"/>
          </a:p>
        </p:txBody>
      </p:sp>
      <p:sp>
        <p:nvSpPr>
          <p:cNvPr id="4" name="seksaun-n"/>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02</a:t>
            </a:r>
            <a:endParaRPr lang="en-US" sz="15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Antes ba terrenu: lista verifikasaun</a:t>
            </a:r>
            <a:endParaRPr lang="en-US" sz="3000" dirty="0"/>
          </a:p>
        </p:txBody>
      </p:sp>
      <p:sp>
        <p:nvSpPr>
          <p:cNvPr id="3" name="chk-0"/>
          <p:cNvSpPr/>
          <p:nvPr/>
        </p:nvSpPr>
        <p:spPr>
          <a:xfrm>
            <a:off x="548640" y="1463040"/>
            <a:ext cx="3423818" cy="2148840"/>
          </a:xfrm>
          <a:prstGeom prst="roundRect">
            <a:avLst>
              <a:gd name="adj" fmla="val 5106"/>
            </a:avLst>
          </a:prstGeom>
          <a:solidFill>
            <a:schemeClr val="bg2"/>
          </a:solidFill>
          <a:ln w="12700">
            <a:solidFill>
              <a:schemeClr val="bg2"/>
            </a:solidFill>
            <a:prstDash val="solid"/>
          </a:ln>
        </p:spPr>
      </p:sp>
      <p:sp>
        <p:nvSpPr>
          <p:cNvPr id="4" name="chk-ik-0-sirkulu"/>
          <p:cNvSpPr/>
          <p:nvPr/>
        </p:nvSpPr>
        <p:spPr>
          <a:xfrm>
            <a:off x="822960" y="1737360"/>
            <a:ext cx="777240" cy="777240"/>
          </a:xfrm>
          <a:prstGeom prst="ellipse">
            <a:avLst/>
          </a:prstGeom>
          <a:solidFill>
            <a:schemeClr val="accent1"/>
          </a:solidFill>
          <a:ln w="12700">
            <a:solidFill>
              <a:schemeClr val="accent1"/>
            </a:solidFill>
            <a:prstDash val="solid"/>
          </a:ln>
        </p:spPr>
      </p:sp>
      <p:pic>
        <p:nvPicPr>
          <p:cNvPr id="5" name="chk-ik-0-ikone" descr="preencoded.png">    </p:cNvPr>
          <p:cNvPicPr>
            <a:picLocks noChangeAspect="1"/>
          </p:cNvPicPr>
          <p:nvPr/>
        </p:nvPicPr>
        <p:blipFill>
          <a:blip r:embed="rId1"/>
          <a:stretch>
            <a:fillRect/>
          </a:stretch>
        </p:blipFill>
        <p:spPr>
          <a:xfrm>
            <a:off x="1009498" y="1923898"/>
            <a:ext cx="404165" cy="404165"/>
          </a:xfrm>
          <a:prstGeom prst="rect">
            <a:avLst/>
          </a:prstGeom>
        </p:spPr>
      </p:pic>
      <p:sp>
        <p:nvSpPr>
          <p:cNvPr id="6" name="Text 3"/>
          <p:cNvSpPr txBox="1"/>
          <p:nvPr/>
        </p:nvSpPr>
        <p:spPr>
          <a:xfrm>
            <a:off x="1783080" y="1783080"/>
            <a:ext cx="2006498" cy="731520"/>
          </a:xfrm>
          <a:prstGeom prst="rect">
            <a:avLst/>
          </a:prstGeom>
          <a:noFill/>
          <a:ln/>
        </p:spPr>
        <p:txBody>
          <a:bodyPr wrap="square" lIns="0" tIns="0" rIns="0" bIns="0" rtlCol="0" anchor="ctr"/>
          <a:lstStyle/>
          <a:p>
            <a:pPr indent="0" marL="0">
              <a:buNone/>
            </a:pPr>
            <a:r>
              <a:rPr lang="en-US" sz="1700" b="1" dirty="0">
                <a:solidFill>
                  <a:schemeClr val="tx2"/>
                </a:solidFill>
              </a:rPr>
              <a:t>Autorizasaun ativu</a:t>
            </a:r>
            <a:endParaRPr lang="en-US" sz="1700" dirty="0"/>
          </a:p>
        </p:txBody>
      </p:sp>
      <p:sp>
        <p:nvSpPr>
          <p:cNvPr id="7" name="Text 4"/>
          <p:cNvSpPr txBox="1"/>
          <p:nvPr/>
        </p:nvSpPr>
        <p:spPr>
          <a:xfrm>
            <a:off x="822960" y="2697480"/>
            <a:ext cx="2875178" cy="822960"/>
          </a:xfrm>
          <a:prstGeom prst="rect">
            <a:avLst/>
          </a:prstGeom>
          <a:noFill/>
          <a:ln/>
        </p:spPr>
        <p:txBody>
          <a:bodyPr wrap="square" lIns="0" tIns="0" rIns="0" bIns="0" rtlCol="0" anchor="t"/>
          <a:lstStyle/>
          <a:p>
            <a:pPr indent="0" marL="0">
              <a:buNone/>
            </a:pPr>
            <a:r>
              <a:rPr lang="en-US" sz="1450" dirty="0">
                <a:solidFill>
                  <a:schemeClr val="tx1"/>
                </a:solidFill>
              </a:rPr>
              <a:t>Admin fó autorizasaun offline (loron 7). Haree iha Varanda.</a:t>
            </a:r>
            <a:endParaRPr lang="en-US" sz="1450" dirty="0"/>
          </a:p>
        </p:txBody>
      </p:sp>
      <p:sp>
        <p:nvSpPr>
          <p:cNvPr id="8" name="chk-1"/>
          <p:cNvSpPr/>
          <p:nvPr/>
        </p:nvSpPr>
        <p:spPr>
          <a:xfrm>
            <a:off x="4246778" y="1463040"/>
            <a:ext cx="3423818" cy="2148840"/>
          </a:xfrm>
          <a:prstGeom prst="roundRect">
            <a:avLst>
              <a:gd name="adj" fmla="val 5106"/>
            </a:avLst>
          </a:prstGeom>
          <a:solidFill>
            <a:schemeClr val="bg2"/>
          </a:solidFill>
          <a:ln w="12700">
            <a:solidFill>
              <a:schemeClr val="bg2"/>
            </a:solidFill>
            <a:prstDash val="solid"/>
          </a:ln>
        </p:spPr>
      </p:sp>
      <p:sp>
        <p:nvSpPr>
          <p:cNvPr id="9" name="chk-ik-1-sirkulu"/>
          <p:cNvSpPr/>
          <p:nvPr/>
        </p:nvSpPr>
        <p:spPr>
          <a:xfrm>
            <a:off x="4521098" y="1737360"/>
            <a:ext cx="777240" cy="777240"/>
          </a:xfrm>
          <a:prstGeom prst="ellipse">
            <a:avLst/>
          </a:prstGeom>
          <a:solidFill>
            <a:schemeClr val="accent5"/>
          </a:solidFill>
          <a:ln w="12700">
            <a:solidFill>
              <a:schemeClr val="accent5"/>
            </a:solidFill>
            <a:prstDash val="solid"/>
          </a:ln>
        </p:spPr>
      </p:sp>
      <p:pic>
        <p:nvPicPr>
          <p:cNvPr id="10" name="chk-ik-1-ikone" descr="preencoded.png">    </p:cNvPr>
          <p:cNvPicPr>
            <a:picLocks noChangeAspect="1"/>
          </p:cNvPicPr>
          <p:nvPr/>
        </p:nvPicPr>
        <p:blipFill>
          <a:blip r:embed="rId2"/>
          <a:stretch>
            <a:fillRect/>
          </a:stretch>
        </p:blipFill>
        <p:spPr>
          <a:xfrm>
            <a:off x="4707636" y="1923898"/>
            <a:ext cx="404165" cy="404165"/>
          </a:xfrm>
          <a:prstGeom prst="rect">
            <a:avLst/>
          </a:prstGeom>
        </p:spPr>
      </p:pic>
      <p:sp>
        <p:nvSpPr>
          <p:cNvPr id="11" name="Text 7"/>
          <p:cNvSpPr txBox="1"/>
          <p:nvPr/>
        </p:nvSpPr>
        <p:spPr>
          <a:xfrm>
            <a:off x="5481218" y="1783080"/>
            <a:ext cx="2006498" cy="731520"/>
          </a:xfrm>
          <a:prstGeom prst="rect">
            <a:avLst/>
          </a:prstGeom>
          <a:noFill/>
          <a:ln/>
        </p:spPr>
        <p:txBody>
          <a:bodyPr wrap="square" lIns="0" tIns="0" rIns="0" bIns="0" rtlCol="0" anchor="ctr"/>
          <a:lstStyle/>
          <a:p>
            <a:pPr indent="0" marL="0">
              <a:buNone/>
            </a:pPr>
            <a:r>
              <a:rPr lang="en-US" sz="1700" b="1" dirty="0">
                <a:solidFill>
                  <a:schemeClr val="tx2"/>
                </a:solidFill>
              </a:rPr>
              <a:t>Email husi Admin</a:t>
            </a:r>
            <a:endParaRPr lang="en-US" sz="1700" dirty="0"/>
          </a:p>
        </p:txBody>
      </p:sp>
      <p:sp>
        <p:nvSpPr>
          <p:cNvPr id="12" name="Text 8"/>
          <p:cNvSpPr txBox="1"/>
          <p:nvPr/>
        </p:nvSpPr>
        <p:spPr>
          <a:xfrm>
            <a:off x="4521098" y="2697480"/>
            <a:ext cx="2875178" cy="822960"/>
          </a:xfrm>
          <a:prstGeom prst="rect">
            <a:avLst/>
          </a:prstGeom>
          <a:noFill/>
          <a:ln/>
        </p:spPr>
        <p:txBody>
          <a:bodyPr wrap="square" lIns="0" tIns="0" rIns="0" bIns="0" rtlCol="0" anchor="t"/>
          <a:lstStyle/>
          <a:p>
            <a:pPr indent="0" marL="0">
              <a:buNone/>
            </a:pPr>
            <a:r>
              <a:rPr lang="en-US" sz="1450" dirty="0">
                <a:solidFill>
                  <a:schemeClr val="tx1"/>
                </a:solidFill>
              </a:rPr>
              <a:t>Username, password no PIN app (númeru 6).</a:t>
            </a:r>
            <a:endParaRPr lang="en-US" sz="1450" dirty="0"/>
          </a:p>
        </p:txBody>
      </p:sp>
      <p:sp>
        <p:nvSpPr>
          <p:cNvPr id="13" name="chk-2"/>
          <p:cNvSpPr/>
          <p:nvPr/>
        </p:nvSpPr>
        <p:spPr>
          <a:xfrm>
            <a:off x="7944917" y="1463040"/>
            <a:ext cx="3423818" cy="2148840"/>
          </a:xfrm>
          <a:prstGeom prst="roundRect">
            <a:avLst>
              <a:gd name="adj" fmla="val 5106"/>
            </a:avLst>
          </a:prstGeom>
          <a:solidFill>
            <a:schemeClr val="bg2"/>
          </a:solidFill>
          <a:ln w="12700">
            <a:solidFill>
              <a:schemeClr val="bg2"/>
            </a:solidFill>
            <a:prstDash val="solid"/>
          </a:ln>
        </p:spPr>
      </p:sp>
      <p:sp>
        <p:nvSpPr>
          <p:cNvPr id="14" name="chk-ik-2-sirkulu"/>
          <p:cNvSpPr/>
          <p:nvPr/>
        </p:nvSpPr>
        <p:spPr>
          <a:xfrm>
            <a:off x="8219237" y="1737360"/>
            <a:ext cx="777240" cy="777240"/>
          </a:xfrm>
          <a:prstGeom prst="ellipse">
            <a:avLst/>
          </a:prstGeom>
          <a:solidFill>
            <a:schemeClr val="accent6"/>
          </a:solidFill>
          <a:ln w="12700">
            <a:solidFill>
              <a:schemeClr val="accent6"/>
            </a:solidFill>
            <a:prstDash val="solid"/>
          </a:ln>
        </p:spPr>
      </p:sp>
      <p:pic>
        <p:nvPicPr>
          <p:cNvPr id="15" name="chk-ik-2-ikone" descr="preencoded.png">    </p:cNvPr>
          <p:cNvPicPr>
            <a:picLocks noChangeAspect="1"/>
          </p:cNvPicPr>
          <p:nvPr/>
        </p:nvPicPr>
        <p:blipFill>
          <a:blip r:embed="rId3"/>
          <a:stretch>
            <a:fillRect/>
          </a:stretch>
        </p:blipFill>
        <p:spPr>
          <a:xfrm>
            <a:off x="8405774" y="1923898"/>
            <a:ext cx="404165" cy="404165"/>
          </a:xfrm>
          <a:prstGeom prst="rect">
            <a:avLst/>
          </a:prstGeom>
        </p:spPr>
      </p:pic>
      <p:sp>
        <p:nvSpPr>
          <p:cNvPr id="16" name="Text 11"/>
          <p:cNvSpPr txBox="1"/>
          <p:nvPr/>
        </p:nvSpPr>
        <p:spPr>
          <a:xfrm>
            <a:off x="9179357" y="1783080"/>
            <a:ext cx="2006498" cy="731520"/>
          </a:xfrm>
          <a:prstGeom prst="rect">
            <a:avLst/>
          </a:prstGeom>
          <a:noFill/>
          <a:ln/>
        </p:spPr>
        <p:txBody>
          <a:bodyPr wrap="square" lIns="0" tIns="0" rIns="0" bIns="0" rtlCol="0" anchor="ctr"/>
          <a:lstStyle/>
          <a:p>
            <a:pPr indent="0" marL="0">
              <a:buNone/>
            </a:pPr>
            <a:r>
              <a:rPr lang="en-US" sz="1700" b="1" dirty="0">
                <a:solidFill>
                  <a:schemeClr val="tx2"/>
                </a:solidFill>
              </a:rPr>
              <a:t>Login dala ida ho internet</a:t>
            </a:r>
            <a:endParaRPr lang="en-US" sz="1700" dirty="0"/>
          </a:p>
        </p:txBody>
      </p:sp>
      <p:sp>
        <p:nvSpPr>
          <p:cNvPr id="17" name="Text 12"/>
          <p:cNvSpPr txBox="1"/>
          <p:nvPr/>
        </p:nvSpPr>
        <p:spPr>
          <a:xfrm>
            <a:off x="8219237" y="2697480"/>
            <a:ext cx="2875178" cy="822960"/>
          </a:xfrm>
          <a:prstGeom prst="rect">
            <a:avLst/>
          </a:prstGeom>
          <a:noFill/>
          <a:ln/>
        </p:spPr>
        <p:txBody>
          <a:bodyPr wrap="square" lIns="0" tIns="0" rIns="0" bIns="0" rtlCol="0" anchor="t"/>
          <a:lstStyle/>
          <a:p>
            <a:pPr indent="0" marL="0">
              <a:buNone/>
            </a:pPr>
            <a:r>
              <a:rPr lang="en-US" sz="1450" dirty="0">
                <a:solidFill>
                  <a:schemeClr val="tx1"/>
                </a:solidFill>
              </a:rPr>
              <a:t>Loke App Offline iha eskritóriu, login, no koko.</a:t>
            </a:r>
            <a:endParaRPr lang="en-US" sz="1450" dirty="0"/>
          </a:p>
        </p:txBody>
      </p:sp>
      <p:sp>
        <p:nvSpPr>
          <p:cNvPr id="18" name="chk-3"/>
          <p:cNvSpPr/>
          <p:nvPr/>
        </p:nvSpPr>
        <p:spPr>
          <a:xfrm>
            <a:off x="548640" y="3840480"/>
            <a:ext cx="3423818" cy="2148840"/>
          </a:xfrm>
          <a:prstGeom prst="roundRect">
            <a:avLst>
              <a:gd name="adj" fmla="val 5106"/>
            </a:avLst>
          </a:prstGeom>
          <a:solidFill>
            <a:schemeClr val="bg2"/>
          </a:solidFill>
          <a:ln w="12700">
            <a:solidFill>
              <a:schemeClr val="bg2"/>
            </a:solidFill>
            <a:prstDash val="solid"/>
          </a:ln>
        </p:spPr>
      </p:sp>
      <p:sp>
        <p:nvSpPr>
          <p:cNvPr id="19" name="chk-ik-3-sirkulu"/>
          <p:cNvSpPr/>
          <p:nvPr/>
        </p:nvSpPr>
        <p:spPr>
          <a:xfrm>
            <a:off x="822960" y="4114800"/>
            <a:ext cx="777240" cy="777240"/>
          </a:xfrm>
          <a:prstGeom prst="ellipse">
            <a:avLst/>
          </a:prstGeom>
          <a:solidFill>
            <a:schemeClr val="accent4"/>
          </a:solidFill>
          <a:ln w="12700">
            <a:solidFill>
              <a:schemeClr val="accent4"/>
            </a:solidFill>
            <a:prstDash val="solid"/>
          </a:ln>
        </p:spPr>
      </p:sp>
      <p:pic>
        <p:nvPicPr>
          <p:cNvPr id="20" name="chk-ik-3-ikone" descr="preencoded.png">    </p:cNvPr>
          <p:cNvPicPr>
            <a:picLocks noChangeAspect="1"/>
          </p:cNvPicPr>
          <p:nvPr/>
        </p:nvPicPr>
        <p:blipFill>
          <a:blip r:embed="rId4"/>
          <a:stretch>
            <a:fillRect/>
          </a:stretch>
        </p:blipFill>
        <p:spPr>
          <a:xfrm>
            <a:off x="1009498" y="4301338"/>
            <a:ext cx="404165" cy="404165"/>
          </a:xfrm>
          <a:prstGeom prst="rect">
            <a:avLst/>
          </a:prstGeom>
        </p:spPr>
      </p:pic>
      <p:sp>
        <p:nvSpPr>
          <p:cNvPr id="21" name="Text 15"/>
          <p:cNvSpPr txBox="1"/>
          <p:nvPr/>
        </p:nvSpPr>
        <p:spPr>
          <a:xfrm>
            <a:off x="1783080" y="4160520"/>
            <a:ext cx="2006498" cy="731520"/>
          </a:xfrm>
          <a:prstGeom prst="rect">
            <a:avLst/>
          </a:prstGeom>
          <a:noFill/>
          <a:ln/>
        </p:spPr>
        <p:txBody>
          <a:bodyPr wrap="square" lIns="0" tIns="0" rIns="0" bIns="0" rtlCol="0" anchor="ctr"/>
          <a:lstStyle/>
          <a:p>
            <a:pPr indent="0" marL="0">
              <a:buNone/>
            </a:pPr>
            <a:r>
              <a:rPr lang="en-US" sz="1700" b="1" dirty="0">
                <a:solidFill>
                  <a:schemeClr val="tx2"/>
                </a:solidFill>
              </a:rPr>
              <a:t>GPS ativu</a:t>
            </a:r>
            <a:endParaRPr lang="en-US" sz="1700" dirty="0"/>
          </a:p>
        </p:txBody>
      </p:sp>
      <p:sp>
        <p:nvSpPr>
          <p:cNvPr id="22" name="Text 16"/>
          <p:cNvSpPr txBox="1"/>
          <p:nvPr/>
        </p:nvSpPr>
        <p:spPr>
          <a:xfrm>
            <a:off x="822960" y="5074920"/>
            <a:ext cx="2875178" cy="822960"/>
          </a:xfrm>
          <a:prstGeom prst="rect">
            <a:avLst/>
          </a:prstGeom>
          <a:noFill/>
          <a:ln/>
        </p:spPr>
        <p:txBody>
          <a:bodyPr wrap="square" lIns="0" tIns="0" rIns="0" bIns="0" rtlCol="0" anchor="t"/>
          <a:lstStyle/>
          <a:p>
            <a:pPr indent="0" marL="0">
              <a:buNone/>
            </a:pPr>
            <a:r>
              <a:rPr lang="en-US" sz="1450" dirty="0">
                <a:solidFill>
                  <a:schemeClr val="tx1"/>
                </a:solidFill>
              </a:rPr>
              <a:t>Fó permisaun lokalizasaun ba browser.</a:t>
            </a:r>
            <a:endParaRPr lang="en-US" sz="1450" dirty="0"/>
          </a:p>
        </p:txBody>
      </p:sp>
      <p:sp>
        <p:nvSpPr>
          <p:cNvPr id="23" name="chk-4"/>
          <p:cNvSpPr/>
          <p:nvPr/>
        </p:nvSpPr>
        <p:spPr>
          <a:xfrm>
            <a:off x="4246778" y="3840480"/>
            <a:ext cx="3423818" cy="2148840"/>
          </a:xfrm>
          <a:prstGeom prst="roundRect">
            <a:avLst>
              <a:gd name="adj" fmla="val 5106"/>
            </a:avLst>
          </a:prstGeom>
          <a:solidFill>
            <a:schemeClr val="bg2"/>
          </a:solidFill>
          <a:ln w="12700">
            <a:solidFill>
              <a:schemeClr val="bg2"/>
            </a:solidFill>
            <a:prstDash val="solid"/>
          </a:ln>
        </p:spPr>
      </p:sp>
      <p:sp>
        <p:nvSpPr>
          <p:cNvPr id="24" name="chk-ik-4-sirkulu"/>
          <p:cNvSpPr/>
          <p:nvPr/>
        </p:nvSpPr>
        <p:spPr>
          <a:xfrm>
            <a:off x="4521098" y="4114800"/>
            <a:ext cx="777240" cy="777240"/>
          </a:xfrm>
          <a:prstGeom prst="ellipse">
            <a:avLst/>
          </a:prstGeom>
          <a:solidFill>
            <a:schemeClr val="accent3"/>
          </a:solidFill>
          <a:ln w="12700">
            <a:solidFill>
              <a:schemeClr val="accent3"/>
            </a:solidFill>
            <a:prstDash val="solid"/>
          </a:ln>
        </p:spPr>
      </p:sp>
      <p:pic>
        <p:nvPicPr>
          <p:cNvPr id="25" name="chk-ik-4-ikone" descr="preencoded.png">    </p:cNvPr>
          <p:cNvPicPr>
            <a:picLocks noChangeAspect="1"/>
          </p:cNvPicPr>
          <p:nvPr/>
        </p:nvPicPr>
        <p:blipFill>
          <a:blip r:embed="rId5"/>
          <a:stretch>
            <a:fillRect/>
          </a:stretch>
        </p:blipFill>
        <p:spPr>
          <a:xfrm>
            <a:off x="4707636" y="4301338"/>
            <a:ext cx="404165" cy="404165"/>
          </a:xfrm>
          <a:prstGeom prst="rect">
            <a:avLst/>
          </a:prstGeom>
        </p:spPr>
      </p:pic>
      <p:sp>
        <p:nvSpPr>
          <p:cNvPr id="26" name="Text 19"/>
          <p:cNvSpPr txBox="1"/>
          <p:nvPr/>
        </p:nvSpPr>
        <p:spPr>
          <a:xfrm>
            <a:off x="5481218" y="4160520"/>
            <a:ext cx="2006498" cy="731520"/>
          </a:xfrm>
          <a:prstGeom prst="rect">
            <a:avLst/>
          </a:prstGeom>
          <a:noFill/>
          <a:ln/>
        </p:spPr>
        <p:txBody>
          <a:bodyPr wrap="square" lIns="0" tIns="0" rIns="0" bIns="0" rtlCol="0" anchor="ctr"/>
          <a:lstStyle/>
          <a:p>
            <a:pPr indent="0" marL="0">
              <a:buNone/>
            </a:pPr>
            <a:r>
              <a:rPr lang="en-US" sz="1700" b="1" dirty="0">
                <a:solidFill>
                  <a:schemeClr val="tx2"/>
                </a:solidFill>
              </a:rPr>
              <a:t>Bateria no espasu</a:t>
            </a:r>
            <a:endParaRPr lang="en-US" sz="1700" dirty="0"/>
          </a:p>
        </p:txBody>
      </p:sp>
      <p:sp>
        <p:nvSpPr>
          <p:cNvPr id="27" name="Text 20"/>
          <p:cNvSpPr txBox="1"/>
          <p:nvPr/>
        </p:nvSpPr>
        <p:spPr>
          <a:xfrm>
            <a:off x="4521098" y="5074920"/>
            <a:ext cx="2875178" cy="822960"/>
          </a:xfrm>
          <a:prstGeom prst="rect">
            <a:avLst/>
          </a:prstGeom>
          <a:noFill/>
          <a:ln/>
        </p:spPr>
        <p:txBody>
          <a:bodyPr wrap="square" lIns="0" tIns="0" rIns="0" bIns="0" rtlCol="0" anchor="t"/>
          <a:lstStyle/>
          <a:p>
            <a:pPr indent="0" marL="0">
              <a:buNone/>
            </a:pPr>
            <a:r>
              <a:rPr lang="en-US" sz="1450" dirty="0">
                <a:solidFill>
                  <a:schemeClr val="tx1"/>
                </a:solidFill>
              </a:rPr>
              <a:t>Karga HP; espasu ba foto no vídeo.</a:t>
            </a:r>
            <a:endParaRPr lang="en-US" sz="1450" dirty="0"/>
          </a:p>
        </p:txBody>
      </p:sp>
      <p:sp>
        <p:nvSpPr>
          <p:cNvPr id="28" name="chk-5"/>
          <p:cNvSpPr/>
          <p:nvPr/>
        </p:nvSpPr>
        <p:spPr>
          <a:xfrm>
            <a:off x="7944917" y="3840480"/>
            <a:ext cx="3423818" cy="2148840"/>
          </a:xfrm>
          <a:prstGeom prst="roundRect">
            <a:avLst>
              <a:gd name="adj" fmla="val 5106"/>
            </a:avLst>
          </a:prstGeom>
          <a:solidFill>
            <a:schemeClr val="bg2"/>
          </a:solidFill>
          <a:ln w="12700">
            <a:solidFill>
              <a:schemeClr val="bg2"/>
            </a:solidFill>
            <a:prstDash val="solid"/>
          </a:ln>
        </p:spPr>
      </p:sp>
      <p:sp>
        <p:nvSpPr>
          <p:cNvPr id="29" name="chk-ik-5-sirkulu"/>
          <p:cNvSpPr/>
          <p:nvPr/>
        </p:nvSpPr>
        <p:spPr>
          <a:xfrm>
            <a:off x="8219237" y="4114800"/>
            <a:ext cx="777240" cy="777240"/>
          </a:xfrm>
          <a:prstGeom prst="ellipse">
            <a:avLst/>
          </a:prstGeom>
          <a:solidFill>
            <a:schemeClr val="tx2"/>
          </a:solidFill>
          <a:ln w="12700">
            <a:solidFill>
              <a:schemeClr val="tx2"/>
            </a:solidFill>
            <a:prstDash val="solid"/>
          </a:ln>
        </p:spPr>
      </p:sp>
      <p:pic>
        <p:nvPicPr>
          <p:cNvPr id="30" name="chk-ik-5-ikone" descr="preencoded.png">    </p:cNvPr>
          <p:cNvPicPr>
            <a:picLocks noChangeAspect="1"/>
          </p:cNvPicPr>
          <p:nvPr/>
        </p:nvPicPr>
        <p:blipFill>
          <a:blip r:embed="rId6"/>
          <a:stretch>
            <a:fillRect/>
          </a:stretch>
        </p:blipFill>
        <p:spPr>
          <a:xfrm>
            <a:off x="8405774" y="4301338"/>
            <a:ext cx="404165" cy="404165"/>
          </a:xfrm>
          <a:prstGeom prst="rect">
            <a:avLst/>
          </a:prstGeom>
        </p:spPr>
      </p:pic>
      <p:sp>
        <p:nvSpPr>
          <p:cNvPr id="31" name="Text 23"/>
          <p:cNvSpPr txBox="1"/>
          <p:nvPr/>
        </p:nvSpPr>
        <p:spPr>
          <a:xfrm>
            <a:off x="9179357" y="4160520"/>
            <a:ext cx="2006498" cy="731520"/>
          </a:xfrm>
          <a:prstGeom prst="rect">
            <a:avLst/>
          </a:prstGeom>
          <a:noFill/>
          <a:ln/>
        </p:spPr>
        <p:txBody>
          <a:bodyPr wrap="square" lIns="0" tIns="0" rIns="0" bIns="0" rtlCol="0" anchor="ctr"/>
          <a:lstStyle/>
          <a:p>
            <a:pPr indent="0" marL="0">
              <a:buNone/>
            </a:pPr>
            <a:r>
              <a:rPr lang="en-US" sz="1700" b="1" dirty="0">
                <a:solidFill>
                  <a:schemeClr val="tx2"/>
                </a:solidFill>
              </a:rPr>
              <a:t>Browser foun</a:t>
            </a:r>
            <a:endParaRPr lang="en-US" sz="1700" dirty="0"/>
          </a:p>
        </p:txBody>
      </p:sp>
      <p:sp>
        <p:nvSpPr>
          <p:cNvPr id="32" name="Text 24"/>
          <p:cNvSpPr txBox="1"/>
          <p:nvPr/>
        </p:nvSpPr>
        <p:spPr>
          <a:xfrm>
            <a:off x="8219237" y="5074920"/>
            <a:ext cx="2875178" cy="822960"/>
          </a:xfrm>
          <a:prstGeom prst="rect">
            <a:avLst/>
          </a:prstGeom>
          <a:noFill/>
          <a:ln/>
        </p:spPr>
        <p:txBody>
          <a:bodyPr wrap="square" lIns="0" tIns="0" rIns="0" bIns="0" rtlCol="0" anchor="t"/>
          <a:lstStyle/>
          <a:p>
            <a:pPr indent="0" marL="0">
              <a:buNone/>
            </a:pPr>
            <a:r>
              <a:rPr lang="en-US" sz="1450" dirty="0">
                <a:solidFill>
                  <a:schemeClr val="tx1"/>
                </a:solidFill>
              </a:rPr>
              <a:t>Chrome (Android) ka Safari (iPhone).</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Login app dahuluk: username, password no PIN</a:t>
            </a:r>
            <a:endParaRPr lang="en-US" sz="3000" dirty="0"/>
          </a:p>
        </p:txBody>
      </p:sp>
      <p:sp>
        <p:nvSpPr>
          <p:cNvPr id="3" name="mlogin-shot-moldura"/>
          <p:cNvSpPr/>
          <p:nvPr/>
        </p:nvSpPr>
        <p:spPr>
          <a:xfrm>
            <a:off x="526355" y="1362456"/>
            <a:ext cx="2422011" cy="4544568"/>
          </a:xfrm>
          <a:prstGeom prst="roundRect">
            <a:avLst>
              <a:gd name="adj" fmla="val 3020"/>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4" name="mlogin-shot" descr="/tmp/claude-0/-home-user-sjamci/3266590f-78d1-5366-b61d-23553f70b1cc/scratchpad/tr/m_login_t.png">    </p:cNvPr>
          <p:cNvPicPr>
            <a:picLocks noChangeAspect="1"/>
          </p:cNvPicPr>
          <p:nvPr/>
        </p:nvPicPr>
        <p:blipFill>
          <a:blip r:embed="rId1"/>
          <a:stretch>
            <a:fillRect/>
          </a:stretch>
        </p:blipFill>
        <p:spPr>
          <a:xfrm>
            <a:off x="581219" y="1417320"/>
            <a:ext cx="2312283" cy="4434840"/>
          </a:xfrm>
          <a:prstGeom prst="rect">
            <a:avLst/>
          </a:prstGeom>
        </p:spPr>
      </p:pic>
      <p:sp>
        <p:nvSpPr>
          <p:cNvPr id="5" name="mpin-shot-moldura"/>
          <p:cNvSpPr/>
          <p:nvPr/>
        </p:nvSpPr>
        <p:spPr>
          <a:xfrm>
            <a:off x="3191256" y="1362456"/>
            <a:ext cx="2487168" cy="2913888"/>
          </a:xfrm>
          <a:prstGeom prst="roundRect">
            <a:avLst>
              <a:gd name="adj" fmla="val 2941"/>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6" name="mpin-shot" descr="/tmp/claude-0/-home-user-sjamci/3266590f-78d1-5366-b61d-23553f70b1cc/scratchpad/tr/m_pin_c.png">    </p:cNvPr>
          <p:cNvPicPr>
            <a:picLocks noChangeAspect="1"/>
          </p:cNvPicPr>
          <p:nvPr/>
        </p:nvPicPr>
        <p:blipFill>
          <a:blip r:embed="rId2"/>
          <a:stretch>
            <a:fillRect/>
          </a:stretch>
        </p:blipFill>
        <p:spPr>
          <a:xfrm>
            <a:off x="3246120" y="1417320"/>
            <a:ext cx="2377440" cy="2804160"/>
          </a:xfrm>
          <a:prstGeom prst="rect">
            <a:avLst/>
          </a:prstGeom>
        </p:spPr>
      </p:pic>
      <p:sp>
        <p:nvSpPr>
          <p:cNvPr id="7" name="Text 3"/>
          <p:cNvSpPr txBox="1"/>
          <p:nvPr/>
        </p:nvSpPr>
        <p:spPr>
          <a:xfrm>
            <a:off x="548640" y="6053328"/>
            <a:ext cx="2377440" cy="274320"/>
          </a:xfrm>
          <a:prstGeom prst="rect">
            <a:avLst/>
          </a:prstGeom>
          <a:noFill/>
          <a:ln/>
        </p:spPr>
        <p:txBody>
          <a:bodyPr wrap="square" lIns="0" tIns="0" rIns="0" bIns="0" rtlCol="0" anchor="t"/>
          <a:lstStyle/>
          <a:p>
            <a:pPr algn="ctr" indent="0" marL="0">
              <a:buNone/>
            </a:pPr>
            <a:r>
              <a:rPr lang="en-US" sz="1100" i="1" dirty="0">
                <a:solidFill>
                  <a:srgbClr val="5E6B66"/>
                </a:solidFill>
              </a:rPr>
              <a:t>Login dahuluk</a:t>
            </a:r>
            <a:endParaRPr lang="en-US" sz="1100" dirty="0"/>
          </a:p>
        </p:txBody>
      </p:sp>
      <p:sp>
        <p:nvSpPr>
          <p:cNvPr id="8" name="Text 4"/>
          <p:cNvSpPr txBox="1"/>
          <p:nvPr/>
        </p:nvSpPr>
        <p:spPr>
          <a:xfrm>
            <a:off x="3246120" y="6053328"/>
            <a:ext cx="2377440" cy="274320"/>
          </a:xfrm>
          <a:prstGeom prst="rect">
            <a:avLst/>
          </a:prstGeom>
          <a:noFill/>
          <a:ln/>
        </p:spPr>
        <p:txBody>
          <a:bodyPr wrap="square" lIns="0" tIns="0" rIns="0" bIns="0" rtlCol="0" anchor="t"/>
          <a:lstStyle/>
          <a:p>
            <a:pPr algn="ctr" indent="0" marL="0">
              <a:buNone/>
            </a:pPr>
            <a:r>
              <a:rPr lang="en-US" sz="1100" i="1" dirty="0">
                <a:solidFill>
                  <a:srgbClr val="5E6B66"/>
                </a:solidFill>
              </a:rPr>
              <a:t>Loke tuir mai: PIN de'it</a:t>
            </a:r>
            <a:endParaRPr lang="en-US" sz="1100" dirty="0"/>
          </a:p>
        </p:txBody>
      </p:sp>
      <p:sp>
        <p:nvSpPr>
          <p:cNvPr id="9" name="pin-p-0"/>
          <p:cNvSpPr/>
          <p:nvPr/>
        </p:nvSpPr>
        <p:spPr>
          <a:xfrm>
            <a:off x="6172200" y="1508760"/>
            <a:ext cx="457200" cy="457200"/>
          </a:xfrm>
          <a:prstGeom prst="ellipse">
            <a:avLst/>
          </a:prstGeom>
          <a:solidFill>
            <a:schemeClr val="accent1"/>
          </a:solidFill>
          <a:ln w="12700">
            <a:solidFill>
              <a:schemeClr val="accent1"/>
            </a:solidFill>
            <a:prstDash val="solid"/>
          </a:ln>
        </p:spPr>
      </p:sp>
      <p:sp>
        <p:nvSpPr>
          <p:cNvPr id="10" name="pin-p-0-n"/>
          <p:cNvSpPr txBox="1"/>
          <p:nvPr/>
        </p:nvSpPr>
        <p:spPr>
          <a:xfrm>
            <a:off x="6172200" y="150876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Text 7"/>
          <p:cNvSpPr txBox="1"/>
          <p:nvPr/>
        </p:nvSpPr>
        <p:spPr>
          <a:xfrm>
            <a:off x="6858000" y="1472184"/>
            <a:ext cx="4785055" cy="1051560"/>
          </a:xfrm>
          <a:prstGeom prst="rect">
            <a:avLst/>
          </a:prstGeom>
          <a:noFill/>
          <a:ln/>
        </p:spPr>
        <p:txBody>
          <a:bodyPr wrap="square" lIns="0" tIns="0" rIns="0" bIns="0" rtlCol="0" anchor="t"/>
          <a:lstStyle/>
          <a:p>
            <a:pPr indent="0" marL="0">
              <a:buNone/>
            </a:pPr>
            <a:r>
              <a:rPr lang="en-US" sz="1600" b="1" dirty="0">
                <a:solidFill>
                  <a:schemeClr val="tx2"/>
                </a:solidFill>
              </a:rPr>
              <a:t>Loke App Offline</a:t>
            </a:r>
            <a:endParaRPr lang="en-US" sz="1600" dirty="0"/>
          </a:p>
          <a:p>
            <a:pPr indent="0" marL="0">
              <a:buNone/>
            </a:pPr>
            <a:r>
              <a:rPr lang="en-US" sz="1450" dirty="0">
                <a:solidFill>
                  <a:schemeClr val="tx1"/>
                </a:solidFill>
              </a:rPr>
              <a:t>Menu Kazu → App Offline (ka link iha email).</a:t>
            </a:r>
            <a:endParaRPr lang="en-US" sz="1600" dirty="0"/>
          </a:p>
        </p:txBody>
      </p:sp>
      <p:sp>
        <p:nvSpPr>
          <p:cNvPr id="12" name="pin-p-1"/>
          <p:cNvSpPr/>
          <p:nvPr/>
        </p:nvSpPr>
        <p:spPr>
          <a:xfrm>
            <a:off x="6172200" y="2606040"/>
            <a:ext cx="457200" cy="457200"/>
          </a:xfrm>
          <a:prstGeom prst="ellipse">
            <a:avLst/>
          </a:prstGeom>
          <a:solidFill>
            <a:schemeClr val="accent1"/>
          </a:solidFill>
          <a:ln w="12700">
            <a:solidFill>
              <a:schemeClr val="accent1"/>
            </a:solidFill>
            <a:prstDash val="solid"/>
          </a:ln>
        </p:spPr>
      </p:sp>
      <p:sp>
        <p:nvSpPr>
          <p:cNvPr id="13" name="pin-p-1-n"/>
          <p:cNvSpPr txBox="1"/>
          <p:nvPr/>
        </p:nvSpPr>
        <p:spPr>
          <a:xfrm>
            <a:off x="6172200" y="260604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4" name="Text 10"/>
          <p:cNvSpPr txBox="1"/>
          <p:nvPr/>
        </p:nvSpPr>
        <p:spPr>
          <a:xfrm>
            <a:off x="6858000" y="2569464"/>
            <a:ext cx="4785055" cy="1051560"/>
          </a:xfrm>
          <a:prstGeom prst="rect">
            <a:avLst/>
          </a:prstGeom>
          <a:noFill/>
          <a:ln/>
        </p:spPr>
        <p:txBody>
          <a:bodyPr wrap="square" lIns="0" tIns="0" rIns="0" bIns="0" rtlCol="0" anchor="t"/>
          <a:lstStyle/>
          <a:p>
            <a:pPr indent="0" marL="0">
              <a:buNone/>
            </a:pPr>
            <a:r>
              <a:rPr lang="en-US" sz="1600" b="1" dirty="0">
                <a:solidFill>
                  <a:schemeClr val="tx2"/>
                </a:solidFill>
              </a:rPr>
              <a:t>Hatama dadus husi email</a:t>
            </a:r>
            <a:endParaRPr lang="en-US" sz="1600" dirty="0"/>
          </a:p>
          <a:p>
            <a:pPr indent="0" marL="0">
              <a:buNone/>
            </a:pPr>
            <a:r>
              <a:rPr lang="en-US" sz="1450" dirty="0">
                <a:solidFill>
                  <a:schemeClr val="tx1"/>
                </a:solidFill>
              </a:rPr>
              <a:t>Email, password no PIN númeru 6.</a:t>
            </a:r>
            <a:endParaRPr lang="en-US" sz="1600" dirty="0"/>
          </a:p>
        </p:txBody>
      </p:sp>
      <p:sp>
        <p:nvSpPr>
          <p:cNvPr id="15" name="pin-p-2"/>
          <p:cNvSpPr/>
          <p:nvPr/>
        </p:nvSpPr>
        <p:spPr>
          <a:xfrm>
            <a:off x="6172200" y="3703320"/>
            <a:ext cx="457200" cy="457200"/>
          </a:xfrm>
          <a:prstGeom prst="ellipse">
            <a:avLst/>
          </a:prstGeom>
          <a:solidFill>
            <a:schemeClr val="accent1"/>
          </a:solidFill>
          <a:ln w="12700">
            <a:solidFill>
              <a:schemeClr val="accent1"/>
            </a:solidFill>
            <a:prstDash val="solid"/>
          </a:ln>
        </p:spPr>
      </p:sp>
      <p:sp>
        <p:nvSpPr>
          <p:cNvPr id="16" name="pin-p-2-n"/>
          <p:cNvSpPr txBox="1"/>
          <p:nvPr/>
        </p:nvSpPr>
        <p:spPr>
          <a:xfrm>
            <a:off x="6172200" y="370332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7" name="Text 13"/>
          <p:cNvSpPr txBox="1"/>
          <p:nvPr/>
        </p:nvSpPr>
        <p:spPr>
          <a:xfrm>
            <a:off x="6858000" y="3666744"/>
            <a:ext cx="4785055" cy="1051560"/>
          </a:xfrm>
          <a:prstGeom prst="rect">
            <a:avLst/>
          </a:prstGeom>
          <a:noFill/>
          <a:ln/>
        </p:spPr>
        <p:txBody>
          <a:bodyPr wrap="square" lIns="0" tIns="0" rIns="0" bIns="0" rtlCol="0" anchor="t"/>
          <a:lstStyle/>
          <a:p>
            <a:pPr indent="0" marL="0">
              <a:buNone/>
            </a:pPr>
            <a:r>
              <a:rPr lang="en-US" sz="1600" b="1" dirty="0">
                <a:solidFill>
                  <a:schemeClr val="tx2"/>
                </a:solidFill>
              </a:rPr>
              <a:t>App rai dadus enkriptadu</a:t>
            </a:r>
            <a:endParaRPr lang="en-US" sz="1600" dirty="0"/>
          </a:p>
          <a:p>
            <a:pPr indent="0" marL="0">
              <a:buNone/>
            </a:pPr>
            <a:r>
              <a:rPr lang="en-US" sz="1450" dirty="0">
                <a:solidFill>
                  <a:schemeClr val="tx1"/>
                </a:solidFill>
              </a:rPr>
              <a:t>PIN mak xave. Server verifika PIN dala ida.</a:t>
            </a:r>
            <a:endParaRPr lang="en-US" sz="1600" dirty="0"/>
          </a:p>
        </p:txBody>
      </p:sp>
      <p:sp>
        <p:nvSpPr>
          <p:cNvPr id="18" name="pin-p-3"/>
          <p:cNvSpPr/>
          <p:nvPr/>
        </p:nvSpPr>
        <p:spPr>
          <a:xfrm>
            <a:off x="6172200" y="4800600"/>
            <a:ext cx="457200" cy="457200"/>
          </a:xfrm>
          <a:prstGeom prst="ellipse">
            <a:avLst/>
          </a:prstGeom>
          <a:solidFill>
            <a:schemeClr val="accent1"/>
          </a:solidFill>
          <a:ln w="12700">
            <a:solidFill>
              <a:schemeClr val="accent1"/>
            </a:solidFill>
            <a:prstDash val="solid"/>
          </a:ln>
        </p:spPr>
      </p:sp>
      <p:sp>
        <p:nvSpPr>
          <p:cNvPr id="19" name="pin-p-3-n"/>
          <p:cNvSpPr txBox="1"/>
          <p:nvPr/>
        </p:nvSpPr>
        <p:spPr>
          <a:xfrm>
            <a:off x="6172200" y="4800600"/>
            <a:ext cx="457200" cy="45720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0" name="Text 16"/>
          <p:cNvSpPr txBox="1"/>
          <p:nvPr/>
        </p:nvSpPr>
        <p:spPr>
          <a:xfrm>
            <a:off x="6858000" y="4764024"/>
            <a:ext cx="4785055" cy="1051560"/>
          </a:xfrm>
          <a:prstGeom prst="rect">
            <a:avLst/>
          </a:prstGeom>
          <a:noFill/>
          <a:ln/>
        </p:spPr>
        <p:txBody>
          <a:bodyPr wrap="square" lIns="0" tIns="0" rIns="0" bIns="0" rtlCol="0" anchor="t"/>
          <a:lstStyle/>
          <a:p>
            <a:pPr indent="0" marL="0">
              <a:buNone/>
            </a:pPr>
            <a:r>
              <a:rPr lang="en-US" sz="1600" b="1" dirty="0">
                <a:solidFill>
                  <a:schemeClr val="tx2"/>
                </a:solidFill>
              </a:rPr>
              <a:t>Loron tuir mai</a:t>
            </a:r>
            <a:endParaRPr lang="en-US" sz="1600" dirty="0"/>
          </a:p>
          <a:p>
            <a:pPr indent="0" marL="0">
              <a:buNone/>
            </a:pPr>
            <a:r>
              <a:rPr lang="en-US" sz="1450" dirty="0">
                <a:solidFill>
                  <a:schemeClr val="tx1"/>
                </a:solidFill>
              </a:rPr>
              <a:t>Loke app → tama PIN de'it, la presiza internet.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Varanda app</a:t>
            </a:r>
            <a:endParaRPr lang="en-US" sz="3000" dirty="0"/>
          </a:p>
        </p:txBody>
      </p:sp>
      <p:sp>
        <p:nvSpPr>
          <p:cNvPr id="3" name="mhome-shot-moldura"/>
          <p:cNvSpPr/>
          <p:nvPr/>
        </p:nvSpPr>
        <p:spPr>
          <a:xfrm>
            <a:off x="493776" y="1362456"/>
            <a:ext cx="2944368" cy="3162417"/>
          </a:xfrm>
          <a:prstGeom prst="roundRect">
            <a:avLst>
              <a:gd name="adj" fmla="val 2484"/>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4" name="mhome-shot" descr="/tmp/claude-0/-home-user-sjamci/3266590f-78d1-5366-b61d-23553f70b1cc/scratchpad/tr/m_home_c.png">    </p:cNvPr>
          <p:cNvPicPr>
            <a:picLocks noChangeAspect="1"/>
          </p:cNvPicPr>
          <p:nvPr/>
        </p:nvPicPr>
        <p:blipFill>
          <a:blip r:embed="rId1"/>
          <a:stretch>
            <a:fillRect/>
          </a:stretch>
        </p:blipFill>
        <p:spPr>
          <a:xfrm>
            <a:off x="548640" y="1417320"/>
            <a:ext cx="2834640" cy="3052689"/>
          </a:xfrm>
          <a:prstGeom prst="rect">
            <a:avLst/>
          </a:prstGeom>
        </p:spPr>
      </p:pic>
      <p:sp>
        <p:nvSpPr>
          <p:cNvPr id="5" name="vb-0-sirkulu"/>
          <p:cNvSpPr/>
          <p:nvPr/>
        </p:nvSpPr>
        <p:spPr>
          <a:xfrm>
            <a:off x="3977640" y="1463040"/>
            <a:ext cx="658368" cy="658368"/>
          </a:xfrm>
          <a:prstGeom prst="ellipse">
            <a:avLst/>
          </a:prstGeom>
          <a:solidFill>
            <a:schemeClr val="accent1"/>
          </a:solidFill>
          <a:ln w="12700">
            <a:solidFill>
              <a:schemeClr val="accent1"/>
            </a:solidFill>
            <a:prstDash val="solid"/>
          </a:ln>
        </p:spPr>
      </p:sp>
      <p:pic>
        <p:nvPicPr>
          <p:cNvPr id="6" name="vb-0-ikone" descr="preencoded.png">    </p:cNvPr>
          <p:cNvPicPr>
            <a:picLocks noChangeAspect="1"/>
          </p:cNvPicPr>
          <p:nvPr/>
        </p:nvPicPr>
        <p:blipFill>
          <a:blip r:embed="rId2"/>
          <a:stretch>
            <a:fillRect/>
          </a:stretch>
        </p:blipFill>
        <p:spPr>
          <a:xfrm>
            <a:off x="4135648" y="1621048"/>
            <a:ext cx="342351" cy="342351"/>
          </a:xfrm>
          <a:prstGeom prst="rect">
            <a:avLst/>
          </a:prstGeom>
        </p:spPr>
      </p:pic>
      <p:sp>
        <p:nvSpPr>
          <p:cNvPr id="7" name="Text 3"/>
          <p:cNvSpPr txBox="1"/>
          <p:nvPr/>
        </p:nvSpPr>
        <p:spPr>
          <a:xfrm>
            <a:off x="4846320" y="1444752"/>
            <a:ext cx="6766560" cy="365760"/>
          </a:xfrm>
          <a:prstGeom prst="rect">
            <a:avLst/>
          </a:prstGeom>
          <a:noFill/>
          <a:ln/>
        </p:spPr>
        <p:txBody>
          <a:bodyPr wrap="square" lIns="0" tIns="0" rIns="0" bIns="0" rtlCol="0" anchor="t"/>
          <a:lstStyle/>
          <a:p>
            <a:pPr indent="0" marL="0">
              <a:buNone/>
            </a:pPr>
            <a:r>
              <a:rPr lang="en-US" sz="1700" b="1" dirty="0">
                <a:solidFill>
                  <a:schemeClr val="tx2"/>
                </a:solidFill>
              </a:rPr>
              <a:t>Kazu Foun</a:t>
            </a:r>
            <a:endParaRPr lang="en-US" sz="1700" dirty="0"/>
          </a:p>
        </p:txBody>
      </p:sp>
      <p:sp>
        <p:nvSpPr>
          <p:cNvPr id="8" name="Text 4"/>
          <p:cNvSpPr txBox="1"/>
          <p:nvPr/>
        </p:nvSpPr>
        <p:spPr>
          <a:xfrm>
            <a:off x="4846320" y="1810512"/>
            <a:ext cx="6766560" cy="365760"/>
          </a:xfrm>
          <a:prstGeom prst="rect">
            <a:avLst/>
          </a:prstGeom>
          <a:noFill/>
          <a:ln/>
        </p:spPr>
        <p:txBody>
          <a:bodyPr wrap="square" lIns="0" tIns="0" rIns="0" bIns="0" rtlCol="0" anchor="t"/>
          <a:lstStyle/>
          <a:p>
            <a:pPr indent="0" marL="0">
              <a:buNone/>
            </a:pPr>
            <a:r>
              <a:rPr lang="en-US" sz="1500" dirty="0">
                <a:solidFill>
                  <a:schemeClr val="tx1"/>
                </a:solidFill>
              </a:rPr>
              <a:t>Hahú rejista kazu (pasu 8).</a:t>
            </a:r>
            <a:endParaRPr lang="en-US" sz="1500" dirty="0"/>
          </a:p>
        </p:txBody>
      </p:sp>
      <p:sp>
        <p:nvSpPr>
          <p:cNvPr id="9" name="vb-1-sirkulu"/>
          <p:cNvSpPr/>
          <p:nvPr/>
        </p:nvSpPr>
        <p:spPr>
          <a:xfrm>
            <a:off x="3977640" y="2404872"/>
            <a:ext cx="658368" cy="658368"/>
          </a:xfrm>
          <a:prstGeom prst="ellipse">
            <a:avLst/>
          </a:prstGeom>
          <a:solidFill>
            <a:schemeClr val="accent5"/>
          </a:solidFill>
          <a:ln w="12700">
            <a:solidFill>
              <a:schemeClr val="accent5"/>
            </a:solidFill>
            <a:prstDash val="solid"/>
          </a:ln>
        </p:spPr>
      </p:sp>
      <p:pic>
        <p:nvPicPr>
          <p:cNvPr id="10" name="vb-1-ikone" descr="preencoded.png">    </p:cNvPr>
          <p:cNvPicPr>
            <a:picLocks noChangeAspect="1"/>
          </p:cNvPicPr>
          <p:nvPr/>
        </p:nvPicPr>
        <p:blipFill>
          <a:blip r:embed="rId3"/>
          <a:stretch>
            <a:fillRect/>
          </a:stretch>
        </p:blipFill>
        <p:spPr>
          <a:xfrm>
            <a:off x="4135648" y="2562880"/>
            <a:ext cx="342351" cy="342351"/>
          </a:xfrm>
          <a:prstGeom prst="rect">
            <a:avLst/>
          </a:prstGeom>
        </p:spPr>
      </p:pic>
      <p:sp>
        <p:nvSpPr>
          <p:cNvPr id="11" name="Text 6"/>
          <p:cNvSpPr txBox="1"/>
          <p:nvPr/>
        </p:nvSpPr>
        <p:spPr>
          <a:xfrm>
            <a:off x="4846320" y="2386584"/>
            <a:ext cx="6766560" cy="365760"/>
          </a:xfrm>
          <a:prstGeom prst="rect">
            <a:avLst/>
          </a:prstGeom>
          <a:noFill/>
          <a:ln/>
        </p:spPr>
        <p:txBody>
          <a:bodyPr wrap="square" lIns="0" tIns="0" rIns="0" bIns="0" rtlCol="0" anchor="t"/>
          <a:lstStyle/>
          <a:p>
            <a:pPr indent="0" marL="0">
              <a:buNone/>
            </a:pPr>
            <a:r>
              <a:rPr lang="en-US" sz="1700" b="1" dirty="0">
                <a:solidFill>
                  <a:schemeClr val="tx2"/>
                </a:solidFill>
              </a:rPr>
              <a:t>Sinkron</a:t>
            </a:r>
            <a:endParaRPr lang="en-US" sz="1700" dirty="0"/>
          </a:p>
        </p:txBody>
      </p:sp>
      <p:sp>
        <p:nvSpPr>
          <p:cNvPr id="12" name="Text 7"/>
          <p:cNvSpPr txBox="1"/>
          <p:nvPr/>
        </p:nvSpPr>
        <p:spPr>
          <a:xfrm>
            <a:off x="4846320" y="2752344"/>
            <a:ext cx="6766560" cy="365760"/>
          </a:xfrm>
          <a:prstGeom prst="rect">
            <a:avLst/>
          </a:prstGeom>
          <a:noFill/>
          <a:ln/>
        </p:spPr>
        <p:txBody>
          <a:bodyPr wrap="square" lIns="0" tIns="0" rIns="0" bIns="0" rtlCol="0" anchor="t"/>
          <a:lstStyle/>
          <a:p>
            <a:pPr indent="0" marL="0">
              <a:buNone/>
            </a:pPr>
            <a:r>
              <a:rPr lang="en-US" sz="1500" dirty="0">
                <a:solidFill>
                  <a:schemeClr val="tx1"/>
                </a:solidFill>
              </a:rPr>
              <a:t>Haruka kazu prontu ba server bainhira iha sinál.</a:t>
            </a:r>
            <a:endParaRPr lang="en-US" sz="1500" dirty="0"/>
          </a:p>
        </p:txBody>
      </p:sp>
      <p:sp>
        <p:nvSpPr>
          <p:cNvPr id="13" name="vb-2-sirkulu"/>
          <p:cNvSpPr/>
          <p:nvPr/>
        </p:nvSpPr>
        <p:spPr>
          <a:xfrm>
            <a:off x="3977640" y="3346704"/>
            <a:ext cx="658368" cy="658368"/>
          </a:xfrm>
          <a:prstGeom prst="ellipse">
            <a:avLst/>
          </a:prstGeom>
          <a:solidFill>
            <a:schemeClr val="accent6"/>
          </a:solidFill>
          <a:ln w="12700">
            <a:solidFill>
              <a:schemeClr val="accent6"/>
            </a:solidFill>
            <a:prstDash val="solid"/>
          </a:ln>
        </p:spPr>
      </p:sp>
      <p:pic>
        <p:nvPicPr>
          <p:cNvPr id="14" name="vb-2-ikone" descr="preencoded.png">    </p:cNvPr>
          <p:cNvPicPr>
            <a:picLocks noChangeAspect="1"/>
          </p:cNvPicPr>
          <p:nvPr/>
        </p:nvPicPr>
        <p:blipFill>
          <a:blip r:embed="rId4"/>
          <a:stretch>
            <a:fillRect/>
          </a:stretch>
        </p:blipFill>
        <p:spPr>
          <a:xfrm>
            <a:off x="4135648" y="3504712"/>
            <a:ext cx="342351" cy="342351"/>
          </a:xfrm>
          <a:prstGeom prst="rect">
            <a:avLst/>
          </a:prstGeom>
        </p:spPr>
      </p:pic>
      <p:sp>
        <p:nvSpPr>
          <p:cNvPr id="15" name="Text 9"/>
          <p:cNvSpPr txBox="1"/>
          <p:nvPr/>
        </p:nvSpPr>
        <p:spPr>
          <a:xfrm>
            <a:off x="4846320" y="3328416"/>
            <a:ext cx="6766560" cy="365760"/>
          </a:xfrm>
          <a:prstGeom prst="rect">
            <a:avLst/>
          </a:prstGeom>
          <a:noFill/>
          <a:ln/>
        </p:spPr>
        <p:txBody>
          <a:bodyPr wrap="square" lIns="0" tIns="0" rIns="0" bIns="0" rtlCol="0" anchor="t"/>
          <a:lstStyle/>
          <a:p>
            <a:pPr indent="0" marL="0">
              <a:buNone/>
            </a:pPr>
            <a:r>
              <a:rPr lang="en-US" sz="1700" b="1" dirty="0">
                <a:solidFill>
                  <a:schemeClr val="tx2"/>
                </a:solidFill>
              </a:rPr>
              <a:t>Kazu iha HP</a:t>
            </a:r>
            <a:endParaRPr lang="en-US" sz="1700" dirty="0"/>
          </a:p>
        </p:txBody>
      </p:sp>
      <p:sp>
        <p:nvSpPr>
          <p:cNvPr id="16" name="Text 10"/>
          <p:cNvSpPr txBox="1"/>
          <p:nvPr/>
        </p:nvSpPr>
        <p:spPr>
          <a:xfrm>
            <a:off x="4846320" y="3694176"/>
            <a:ext cx="6766560" cy="365760"/>
          </a:xfrm>
          <a:prstGeom prst="rect">
            <a:avLst/>
          </a:prstGeom>
          <a:noFill/>
          <a:ln/>
        </p:spPr>
        <p:txBody>
          <a:bodyPr wrap="square" lIns="0" tIns="0" rIns="0" bIns="0" rtlCol="0" anchor="t"/>
          <a:lstStyle/>
          <a:p>
            <a:pPr indent="0" marL="0">
              <a:buNone/>
            </a:pPr>
            <a:r>
              <a:rPr lang="en-US" sz="1500" dirty="0">
                <a:solidFill>
                  <a:schemeClr val="tx1"/>
                </a:solidFill>
              </a:rPr>
              <a:t>Rascunho no kazu hein sinkron.</a:t>
            </a:r>
            <a:endParaRPr lang="en-US" sz="1500" dirty="0"/>
          </a:p>
        </p:txBody>
      </p:sp>
      <p:sp>
        <p:nvSpPr>
          <p:cNvPr id="17" name="vb-3-sirkulu"/>
          <p:cNvSpPr/>
          <p:nvPr/>
        </p:nvSpPr>
        <p:spPr>
          <a:xfrm>
            <a:off x="3977640" y="4288536"/>
            <a:ext cx="658368" cy="658368"/>
          </a:xfrm>
          <a:prstGeom prst="ellipse">
            <a:avLst/>
          </a:prstGeom>
          <a:solidFill>
            <a:schemeClr val="tx2"/>
          </a:solidFill>
          <a:ln w="12700">
            <a:solidFill>
              <a:schemeClr val="tx2"/>
            </a:solidFill>
            <a:prstDash val="solid"/>
          </a:ln>
        </p:spPr>
      </p:sp>
      <p:pic>
        <p:nvPicPr>
          <p:cNvPr id="18" name="vb-3-ikone" descr="preencoded.png">    </p:cNvPr>
          <p:cNvPicPr>
            <a:picLocks noChangeAspect="1"/>
          </p:cNvPicPr>
          <p:nvPr/>
        </p:nvPicPr>
        <p:blipFill>
          <a:blip r:embed="rId5"/>
          <a:stretch>
            <a:fillRect/>
          </a:stretch>
        </p:blipFill>
        <p:spPr>
          <a:xfrm>
            <a:off x="4135648" y="4446544"/>
            <a:ext cx="342351" cy="342351"/>
          </a:xfrm>
          <a:prstGeom prst="rect">
            <a:avLst/>
          </a:prstGeom>
        </p:spPr>
      </p:pic>
      <p:sp>
        <p:nvSpPr>
          <p:cNvPr id="19" name="Text 12"/>
          <p:cNvSpPr txBox="1"/>
          <p:nvPr/>
        </p:nvSpPr>
        <p:spPr>
          <a:xfrm>
            <a:off x="4846320" y="4270248"/>
            <a:ext cx="6766560" cy="365760"/>
          </a:xfrm>
          <a:prstGeom prst="rect">
            <a:avLst/>
          </a:prstGeom>
          <a:noFill/>
          <a:ln/>
        </p:spPr>
        <p:txBody>
          <a:bodyPr wrap="square" lIns="0" tIns="0" rIns="0" bIns="0" rtlCol="0" anchor="t"/>
          <a:lstStyle/>
          <a:p>
            <a:pPr indent="0" marL="0">
              <a:buNone/>
            </a:pPr>
            <a:r>
              <a:rPr lang="en-US" sz="1700" b="1" dirty="0">
                <a:solidFill>
                  <a:schemeClr val="tx2"/>
                </a:solidFill>
              </a:rPr>
              <a:t>Butaun xave</a:t>
            </a:r>
            <a:endParaRPr lang="en-US" sz="1700" dirty="0"/>
          </a:p>
        </p:txBody>
      </p:sp>
      <p:sp>
        <p:nvSpPr>
          <p:cNvPr id="20" name="Text 13"/>
          <p:cNvSpPr txBox="1"/>
          <p:nvPr/>
        </p:nvSpPr>
        <p:spPr>
          <a:xfrm>
            <a:off x="4846320" y="4636008"/>
            <a:ext cx="6766560" cy="365760"/>
          </a:xfrm>
          <a:prstGeom prst="rect">
            <a:avLst/>
          </a:prstGeom>
          <a:noFill/>
          <a:ln/>
        </p:spPr>
        <p:txBody>
          <a:bodyPr wrap="square" lIns="0" tIns="0" rIns="0" bIns="0" rtlCol="0" anchor="t"/>
          <a:lstStyle/>
          <a:p>
            <a:pPr indent="0" marL="0">
              <a:buNone/>
            </a:pPr>
            <a:r>
              <a:rPr lang="en-US" sz="1500" dirty="0">
                <a:solidFill>
                  <a:schemeClr val="tx1"/>
                </a:solidFill>
              </a:rPr>
              <a:t>Xave app agora; mós xave automátiku hafoin minutu 5.</a:t>
            </a:r>
            <a:endParaRPr lang="en-US" sz="1500" dirty="0"/>
          </a:p>
        </p:txBody>
      </p:sp>
      <p:sp>
        <p:nvSpPr>
          <p:cNvPr id="21" name="vb-4-sirkulu"/>
          <p:cNvSpPr/>
          <p:nvPr/>
        </p:nvSpPr>
        <p:spPr>
          <a:xfrm>
            <a:off x="3977640" y="5230368"/>
            <a:ext cx="658368" cy="658368"/>
          </a:xfrm>
          <a:prstGeom prst="ellipse">
            <a:avLst/>
          </a:prstGeom>
          <a:solidFill>
            <a:schemeClr val="accent4"/>
          </a:solidFill>
          <a:ln w="12700">
            <a:solidFill>
              <a:schemeClr val="accent4"/>
            </a:solidFill>
            <a:prstDash val="solid"/>
          </a:ln>
        </p:spPr>
      </p:sp>
      <p:pic>
        <p:nvPicPr>
          <p:cNvPr id="22" name="vb-4-ikone" descr="preencoded.png">    </p:cNvPr>
          <p:cNvPicPr>
            <a:picLocks noChangeAspect="1"/>
          </p:cNvPicPr>
          <p:nvPr/>
        </p:nvPicPr>
        <p:blipFill>
          <a:blip r:embed="rId6"/>
          <a:stretch>
            <a:fillRect/>
          </a:stretch>
        </p:blipFill>
        <p:spPr>
          <a:xfrm>
            <a:off x="4135648" y="5388376"/>
            <a:ext cx="342351" cy="342351"/>
          </a:xfrm>
          <a:prstGeom prst="rect">
            <a:avLst/>
          </a:prstGeom>
        </p:spPr>
      </p:pic>
      <p:sp>
        <p:nvSpPr>
          <p:cNvPr id="23" name="Text 15"/>
          <p:cNvSpPr txBox="1"/>
          <p:nvPr/>
        </p:nvSpPr>
        <p:spPr>
          <a:xfrm>
            <a:off x="4846320" y="5212080"/>
            <a:ext cx="6766560" cy="365760"/>
          </a:xfrm>
          <a:prstGeom prst="rect">
            <a:avLst/>
          </a:prstGeom>
          <a:noFill/>
          <a:ln/>
        </p:spPr>
        <p:txBody>
          <a:bodyPr wrap="square" lIns="0" tIns="0" rIns="0" bIns="0" rtlCol="0" anchor="t"/>
          <a:lstStyle/>
          <a:p>
            <a:pPr indent="0" marL="0">
              <a:buNone/>
            </a:pPr>
            <a:r>
              <a:rPr lang="en-US" sz="1700" b="1" dirty="0">
                <a:solidFill>
                  <a:schemeClr val="tx2"/>
                </a:solidFill>
              </a:rPr>
              <a:t>Sai / troka utilizador</a:t>
            </a:r>
            <a:endParaRPr lang="en-US" sz="1700" dirty="0"/>
          </a:p>
        </p:txBody>
      </p:sp>
      <p:sp>
        <p:nvSpPr>
          <p:cNvPr id="24" name="Text 16"/>
          <p:cNvSpPr txBox="1"/>
          <p:nvPr/>
        </p:nvSpPr>
        <p:spPr>
          <a:xfrm>
            <a:off x="4846320" y="5577840"/>
            <a:ext cx="6766560" cy="365760"/>
          </a:xfrm>
          <a:prstGeom prst="rect">
            <a:avLst/>
          </a:prstGeom>
          <a:noFill/>
          <a:ln/>
        </p:spPr>
        <p:txBody>
          <a:bodyPr wrap="square" lIns="0" tIns="0" rIns="0" bIns="0" rtlCol="0" anchor="t"/>
          <a:lstStyle/>
          <a:p>
            <a:pPr indent="0" marL="0">
              <a:buNone/>
            </a:pPr>
            <a:r>
              <a:rPr lang="en-US" sz="1500" dirty="0">
                <a:solidFill>
                  <a:schemeClr val="tx1"/>
                </a:solidFill>
              </a:rPr>
              <a:t>Hamoos dadus HP. Sinkron uluk!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Pasu 1–2: identifikasaun no fatin (GPS)</a:t>
            </a:r>
            <a:endParaRPr lang="en-US" sz="3000" dirty="0"/>
          </a:p>
        </p:txBody>
      </p:sp>
      <p:sp>
        <p:nvSpPr>
          <p:cNvPr id="3" name="f1-shot-moldura"/>
          <p:cNvSpPr/>
          <p:nvPr/>
        </p:nvSpPr>
        <p:spPr>
          <a:xfrm>
            <a:off x="493776" y="1362456"/>
            <a:ext cx="2350008" cy="4406470"/>
          </a:xfrm>
          <a:prstGeom prst="roundRect">
            <a:avLst>
              <a:gd name="adj" fmla="val 3113"/>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4" name="f1-shot" descr="/tmp/claude-0/-home-user-sjamci/3266590f-78d1-5366-b61d-23553f70b1cc/scratchpad/tr/m_form1_t.png">    </p:cNvPr>
          <p:cNvPicPr>
            <a:picLocks noChangeAspect="1"/>
          </p:cNvPicPr>
          <p:nvPr/>
        </p:nvPicPr>
        <p:blipFill>
          <a:blip r:embed="rId1"/>
          <a:stretch>
            <a:fillRect/>
          </a:stretch>
        </p:blipFill>
        <p:spPr>
          <a:xfrm>
            <a:off x="548640" y="1417320"/>
            <a:ext cx="2240280" cy="4296742"/>
          </a:xfrm>
          <a:prstGeom prst="rect">
            <a:avLst/>
          </a:prstGeom>
        </p:spPr>
      </p:pic>
      <p:sp>
        <p:nvSpPr>
          <p:cNvPr id="5" name="f2-shot-moldura"/>
          <p:cNvSpPr/>
          <p:nvPr/>
        </p:nvSpPr>
        <p:spPr>
          <a:xfrm>
            <a:off x="3008376" y="1362456"/>
            <a:ext cx="2350008" cy="4406470"/>
          </a:xfrm>
          <a:prstGeom prst="roundRect">
            <a:avLst>
              <a:gd name="adj" fmla="val 3113"/>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6" name="f2-shot" descr="/tmp/claude-0/-home-user-sjamci/3266590f-78d1-5366-b61d-23553f70b1cc/scratchpad/tr/m_form2_t.png">    </p:cNvPr>
          <p:cNvPicPr>
            <a:picLocks noChangeAspect="1"/>
          </p:cNvPicPr>
          <p:nvPr/>
        </p:nvPicPr>
        <p:blipFill>
          <a:blip r:embed="rId2"/>
          <a:stretch>
            <a:fillRect/>
          </a:stretch>
        </p:blipFill>
        <p:spPr>
          <a:xfrm>
            <a:off x="3063240" y="1417320"/>
            <a:ext cx="2240280" cy="4296742"/>
          </a:xfrm>
          <a:prstGeom prst="rect">
            <a:avLst/>
          </a:prstGeom>
        </p:spPr>
      </p:pic>
      <p:sp>
        <p:nvSpPr>
          <p:cNvPr id="7" name="Text 3"/>
          <p:cNvSpPr txBox="1"/>
          <p:nvPr/>
        </p:nvSpPr>
        <p:spPr>
          <a:xfrm>
            <a:off x="5806440" y="1508760"/>
            <a:ext cx="5836615" cy="411480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chemeClr val="tx2"/>
                </a:solidFill>
              </a:rPr>
              <a:t>Data simu</a:t>
            </a:r>
            <a:pPr indent="0" marL="0">
              <a:spcAft>
                <a:spcPts val="1200"/>
              </a:spcAft>
              <a:buNone/>
            </a:pPr>
            <a:r>
              <a:rPr lang="en-US" sz="1600" dirty="0">
                <a:solidFill>
                  <a:schemeClr val="tx1"/>
                </a:solidFill>
              </a:rPr>
              <a:t> ka tinan simu kazu iha RbR (obrigatóriu).</a:t>
            </a:r>
            <a:endParaRPr lang="en-US" sz="1600" dirty="0"/>
          </a:p>
          <a:p>
            <a:pPr marL="342900" indent="-342900">
              <a:spcAft>
                <a:spcPts val="1200"/>
              </a:spcAft>
              <a:buSzPct val="100000"/>
              <a:buChar char="•"/>
            </a:pPr>
            <a:r>
              <a:rPr lang="en-US" sz="1600" b="1" dirty="0">
                <a:solidFill>
                  <a:schemeClr val="tx2"/>
                </a:solidFill>
              </a:rPr>
              <a:t>Tipu kazu</a:t>
            </a:r>
            <a:pPr indent="0" marL="0">
              <a:spcAft>
                <a:spcPts val="1200"/>
              </a:spcAft>
              <a:buNone/>
            </a:pPr>
            <a:r>
              <a:rPr lang="en-US" sz="1600" dirty="0">
                <a:solidFill>
                  <a:schemeClr val="tx1"/>
                </a:solidFill>
              </a:rPr>
              <a:t> hili ida ka liu; "Seluk" → esplika.</a:t>
            </a:r>
            <a:endParaRPr lang="en-US" sz="1600" dirty="0"/>
          </a:p>
          <a:p>
            <a:pPr marL="342900" indent="-342900">
              <a:spcAft>
                <a:spcPts val="1200"/>
              </a:spcAft>
              <a:buSzPct val="100000"/>
              <a:buChar char="•"/>
            </a:pPr>
            <a:r>
              <a:rPr lang="en-US" sz="1600" b="1" dirty="0">
                <a:solidFill>
                  <a:schemeClr val="tx2"/>
                </a:solidFill>
              </a:rPr>
              <a:t>Fatin</a:t>
            </a:r>
            <a:pPr indent="0" marL="0">
              <a:spcAft>
                <a:spcPts val="1200"/>
              </a:spcAft>
              <a:buNone/>
            </a:pPr>
            <a:r>
              <a:rPr lang="en-US" sz="1600" dirty="0">
                <a:solidFill>
                  <a:schemeClr val="tx1"/>
                </a:solidFill>
              </a:rPr>
              <a:t> munisípiu, postu, suku, aldeia.</a:t>
            </a:r>
            <a:endParaRPr lang="en-US" sz="1600" dirty="0"/>
          </a:p>
          <a:p>
            <a:pPr marL="342900" indent="-342900">
              <a:spcAft>
                <a:spcPts val="1200"/>
              </a:spcAft>
              <a:buSzPct val="100000"/>
              <a:buChar char="•"/>
            </a:pPr>
            <a:r>
              <a:rPr lang="en-US" sz="1600" b="1" dirty="0">
                <a:solidFill>
                  <a:schemeClr val="tx2"/>
                </a:solidFill>
              </a:rPr>
              <a:t>Foti GPS</a:t>
            </a:r>
            <a:pPr indent="0" marL="0">
              <a:spcAft>
                <a:spcPts val="1200"/>
              </a:spcAft>
              <a:buNone/>
            </a:pPr>
            <a:r>
              <a:rPr lang="en-US" sz="1600" dirty="0">
                <a:solidFill>
                  <a:schemeClr val="tx1"/>
                </a:solidFill>
              </a:rPr>
              <a:t> iha fatin akontesimentu. Akurasia tenke ≤ 50 m.</a:t>
            </a:r>
            <a:endParaRPr lang="en-US" sz="1600" dirty="0"/>
          </a:p>
          <a:p>
            <a:pPr marL="342900" indent="-342900">
              <a:spcAft>
                <a:spcPts val="1200"/>
              </a:spcAft>
              <a:buSzPct val="100000"/>
              <a:buChar char="•"/>
            </a:pPr>
            <a:r>
              <a:rPr lang="en-US" sz="1600" b="1" dirty="0">
                <a:solidFill>
                  <a:schemeClr val="tx2"/>
                </a:solidFill>
              </a:rPr>
              <a:t>Poligon (opsionál)</a:t>
            </a:r>
            <a:pPr indent="0" marL="0">
              <a:spcAft>
                <a:spcPts val="1200"/>
              </a:spcAft>
              <a:buNone/>
            </a:pPr>
            <a:r>
              <a:rPr lang="en-US" sz="1600" dirty="0">
                <a:solidFill>
                  <a:schemeClr val="tx1"/>
                </a:solidFill>
              </a:rPr>
              <a:t> la'o haleu rai atu kalkula luan.</a:t>
            </a:r>
            <a:endParaRPr lang="en-US" sz="1600" dirty="0"/>
          </a:p>
        </p:txBody>
      </p:sp>
      <p:sp>
        <p:nvSpPr>
          <p:cNvPr id="8" name="f12-nota"/>
          <p:cNvSpPr/>
          <p:nvPr/>
        </p:nvSpPr>
        <p:spPr>
          <a:xfrm>
            <a:off x="5806440" y="5440680"/>
            <a:ext cx="5836615" cy="731520"/>
          </a:xfrm>
          <a:prstGeom prst="roundRect">
            <a:avLst>
              <a:gd name="adj" fmla="val 15000"/>
            </a:avLst>
          </a:prstGeom>
          <a:solidFill>
            <a:schemeClr val="bg2"/>
          </a:solidFill>
          <a:ln w="12700">
            <a:solidFill>
              <a:schemeClr val="bg2"/>
            </a:solidFill>
            <a:prstDash val="solid"/>
          </a:ln>
        </p:spPr>
      </p:sp>
      <p:sp>
        <p:nvSpPr>
          <p:cNvPr id="9" name="Text 5"/>
          <p:cNvSpPr txBox="1"/>
          <p:nvPr/>
        </p:nvSpPr>
        <p:spPr>
          <a:xfrm>
            <a:off x="5989320" y="5440680"/>
            <a:ext cx="5470855" cy="731520"/>
          </a:xfrm>
          <a:prstGeom prst="rect">
            <a:avLst/>
          </a:prstGeom>
          <a:noFill/>
          <a:ln/>
        </p:spPr>
        <p:txBody>
          <a:bodyPr wrap="square" lIns="0" tIns="0" rIns="0" bIns="0" rtlCol="0" anchor="ctr"/>
          <a:lstStyle/>
          <a:p>
            <a:pPr indent="0" marL="0">
              <a:buNone/>
            </a:pPr>
            <a:r>
              <a:rPr lang="en-US" sz="1400" b="1" dirty="0">
                <a:solidFill>
                  <a:schemeClr val="tx2"/>
                </a:solidFill>
              </a:rPr>
              <a:t>GPS la to'o 50 m? Sai husi uma laran, hein segundu 30, klik Foti GPS fali.</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Pasu 3–6: ema afetadu to'o eviksaun</a:t>
            </a:r>
            <a:endParaRPr lang="en-US" sz="3000" dirty="0"/>
          </a:p>
        </p:txBody>
      </p:sp>
      <p:sp>
        <p:nvSpPr>
          <p:cNvPr id="3" name="f36-0-moldura"/>
          <p:cNvSpPr/>
          <p:nvPr/>
        </p:nvSpPr>
        <p:spPr>
          <a:xfrm>
            <a:off x="493776" y="1362456"/>
            <a:ext cx="2715768" cy="2782590"/>
          </a:xfrm>
          <a:prstGeom prst="roundRect">
            <a:avLst>
              <a:gd name="adj" fmla="val 2694"/>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4" name="f36-0" descr="/tmp/claude-0/-home-user-sjamci/3266590f-78d1-5366-b61d-23553f70b1cc/scratchpad/tr/m_form3_c.png">    </p:cNvPr>
          <p:cNvPicPr>
            <a:picLocks noChangeAspect="1"/>
          </p:cNvPicPr>
          <p:nvPr/>
        </p:nvPicPr>
        <p:blipFill>
          <a:blip r:embed="rId1"/>
          <a:stretch>
            <a:fillRect/>
          </a:stretch>
        </p:blipFill>
        <p:spPr>
          <a:xfrm>
            <a:off x="548640" y="1417320"/>
            <a:ext cx="2606040" cy="2672862"/>
          </a:xfrm>
          <a:prstGeom prst="rect">
            <a:avLst/>
          </a:prstGeom>
        </p:spPr>
      </p:pic>
      <p:sp>
        <p:nvSpPr>
          <p:cNvPr id="5" name="f36-0-c"/>
          <p:cNvSpPr txBox="1"/>
          <p:nvPr/>
        </p:nvSpPr>
        <p:spPr>
          <a:xfrm>
            <a:off x="274320" y="4199910"/>
            <a:ext cx="3154680" cy="274320"/>
          </a:xfrm>
          <a:prstGeom prst="rect">
            <a:avLst/>
          </a:prstGeom>
          <a:noFill/>
          <a:ln/>
        </p:spPr>
        <p:txBody>
          <a:bodyPr wrap="square" lIns="0" tIns="0" rIns="0" bIns="0" rtlCol="0" anchor="t"/>
          <a:lstStyle/>
          <a:p>
            <a:pPr algn="ctr" indent="0" marL="0">
              <a:buNone/>
            </a:pPr>
            <a:r>
              <a:rPr lang="en-US" sz="1100" i="1" dirty="0">
                <a:solidFill>
                  <a:srgbClr val="5E6B66"/>
                </a:solidFill>
              </a:rPr>
              <a:t>3 · Populasaun afetada</a:t>
            </a:r>
            <a:endParaRPr lang="en-US" sz="1100" dirty="0"/>
          </a:p>
        </p:txBody>
      </p:sp>
      <p:sp>
        <p:nvSpPr>
          <p:cNvPr id="6" name="f36-1-moldura"/>
          <p:cNvSpPr/>
          <p:nvPr/>
        </p:nvSpPr>
        <p:spPr>
          <a:xfrm>
            <a:off x="3300984" y="1362456"/>
            <a:ext cx="2715768" cy="2515303"/>
          </a:xfrm>
          <a:prstGeom prst="roundRect">
            <a:avLst>
              <a:gd name="adj" fmla="val 2908"/>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7" name="f36-1" descr="/tmp/claude-0/-home-user-sjamci/3266590f-78d1-5366-b61d-23553f70b1cc/scratchpad/tr/m_form4_c.png">    </p:cNvPr>
          <p:cNvPicPr>
            <a:picLocks noChangeAspect="1"/>
          </p:cNvPicPr>
          <p:nvPr/>
        </p:nvPicPr>
        <p:blipFill>
          <a:blip r:embed="rId2"/>
          <a:stretch>
            <a:fillRect/>
          </a:stretch>
        </p:blipFill>
        <p:spPr>
          <a:xfrm>
            <a:off x="3355848" y="1417320"/>
            <a:ext cx="2606040" cy="2405575"/>
          </a:xfrm>
          <a:prstGeom prst="rect">
            <a:avLst/>
          </a:prstGeom>
        </p:spPr>
      </p:pic>
      <p:sp>
        <p:nvSpPr>
          <p:cNvPr id="8" name="f36-1-c"/>
          <p:cNvSpPr txBox="1"/>
          <p:nvPr/>
        </p:nvSpPr>
        <p:spPr>
          <a:xfrm>
            <a:off x="3081528" y="3932623"/>
            <a:ext cx="3154680" cy="274320"/>
          </a:xfrm>
          <a:prstGeom prst="rect">
            <a:avLst/>
          </a:prstGeom>
          <a:noFill/>
          <a:ln/>
        </p:spPr>
        <p:txBody>
          <a:bodyPr wrap="square" lIns="0" tIns="0" rIns="0" bIns="0" rtlCol="0" anchor="t"/>
          <a:lstStyle/>
          <a:p>
            <a:pPr algn="ctr" indent="0" marL="0">
              <a:buNone/>
            </a:pPr>
            <a:r>
              <a:rPr lang="en-US" sz="1100" i="1" dirty="0">
                <a:solidFill>
                  <a:srgbClr val="5E6B66"/>
                </a:solidFill>
              </a:rPr>
              <a:t>4 · Fokal Point</a:t>
            </a:r>
            <a:endParaRPr lang="en-US" sz="1100" dirty="0"/>
          </a:p>
        </p:txBody>
      </p:sp>
      <p:sp>
        <p:nvSpPr>
          <p:cNvPr id="9" name="f36-2-moldura"/>
          <p:cNvSpPr/>
          <p:nvPr/>
        </p:nvSpPr>
        <p:spPr>
          <a:xfrm>
            <a:off x="6108192" y="1362456"/>
            <a:ext cx="2715768" cy="2515303"/>
          </a:xfrm>
          <a:prstGeom prst="roundRect">
            <a:avLst>
              <a:gd name="adj" fmla="val 2908"/>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10" name="f36-2" descr="/tmp/claude-0/-home-user-sjamci/3266590f-78d1-5366-b61d-23553f70b1cc/scratchpad/tr/m_form5_c.png">    </p:cNvPr>
          <p:cNvPicPr>
            <a:picLocks noChangeAspect="1"/>
          </p:cNvPicPr>
          <p:nvPr/>
        </p:nvPicPr>
        <p:blipFill>
          <a:blip r:embed="rId3"/>
          <a:stretch>
            <a:fillRect/>
          </a:stretch>
        </p:blipFill>
        <p:spPr>
          <a:xfrm>
            <a:off x="6163056" y="1417320"/>
            <a:ext cx="2606040" cy="2405575"/>
          </a:xfrm>
          <a:prstGeom prst="rect">
            <a:avLst/>
          </a:prstGeom>
        </p:spPr>
      </p:pic>
      <p:sp>
        <p:nvSpPr>
          <p:cNvPr id="11" name="f36-2-c"/>
          <p:cNvSpPr txBox="1"/>
          <p:nvPr/>
        </p:nvSpPr>
        <p:spPr>
          <a:xfrm>
            <a:off x="5888736" y="3932623"/>
            <a:ext cx="3154680" cy="274320"/>
          </a:xfrm>
          <a:prstGeom prst="rect">
            <a:avLst/>
          </a:prstGeom>
          <a:noFill/>
          <a:ln/>
        </p:spPr>
        <p:txBody>
          <a:bodyPr wrap="square" lIns="0" tIns="0" rIns="0" bIns="0" rtlCol="0" anchor="t"/>
          <a:lstStyle/>
          <a:p>
            <a:pPr algn="ctr" indent="0" marL="0">
              <a:buNone/>
            </a:pPr>
            <a:r>
              <a:rPr lang="en-US" sz="1100" i="1" dirty="0">
                <a:solidFill>
                  <a:srgbClr val="5E6B66"/>
                </a:solidFill>
              </a:rPr>
              <a:t>5 · Tribunál</a:t>
            </a:r>
            <a:endParaRPr lang="en-US" sz="1100" dirty="0"/>
          </a:p>
        </p:txBody>
      </p:sp>
      <p:sp>
        <p:nvSpPr>
          <p:cNvPr id="12" name="f36-3-moldura"/>
          <p:cNvSpPr/>
          <p:nvPr/>
        </p:nvSpPr>
        <p:spPr>
          <a:xfrm>
            <a:off x="8915400" y="1362456"/>
            <a:ext cx="2715768" cy="2782590"/>
          </a:xfrm>
          <a:prstGeom prst="roundRect">
            <a:avLst>
              <a:gd name="adj" fmla="val 2694"/>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13" name="f36-3" descr="/tmp/claude-0/-home-user-sjamci/3266590f-78d1-5366-b61d-23553f70b1cc/scratchpad/tr/m_form6_c.png">    </p:cNvPr>
          <p:cNvPicPr>
            <a:picLocks noChangeAspect="1"/>
          </p:cNvPicPr>
          <p:nvPr/>
        </p:nvPicPr>
        <p:blipFill>
          <a:blip r:embed="rId4"/>
          <a:stretch>
            <a:fillRect/>
          </a:stretch>
        </p:blipFill>
        <p:spPr>
          <a:xfrm>
            <a:off x="8970264" y="1417320"/>
            <a:ext cx="2606040" cy="2672862"/>
          </a:xfrm>
          <a:prstGeom prst="rect">
            <a:avLst/>
          </a:prstGeom>
        </p:spPr>
      </p:pic>
      <p:sp>
        <p:nvSpPr>
          <p:cNvPr id="14" name="f36-3-c"/>
          <p:cNvSpPr txBox="1"/>
          <p:nvPr/>
        </p:nvSpPr>
        <p:spPr>
          <a:xfrm>
            <a:off x="8695944" y="4199910"/>
            <a:ext cx="3154680" cy="274320"/>
          </a:xfrm>
          <a:prstGeom prst="rect">
            <a:avLst/>
          </a:prstGeom>
          <a:noFill/>
          <a:ln/>
        </p:spPr>
        <p:txBody>
          <a:bodyPr wrap="square" lIns="0" tIns="0" rIns="0" bIns="0" rtlCol="0" anchor="t"/>
          <a:lstStyle/>
          <a:p>
            <a:pPr algn="ctr" indent="0" marL="0">
              <a:buNone/>
            </a:pPr>
            <a:r>
              <a:rPr lang="en-US" sz="1100" i="1" dirty="0">
                <a:solidFill>
                  <a:srgbClr val="5E6B66"/>
                </a:solidFill>
              </a:rPr>
              <a:t>6 · Eviksaun</a:t>
            </a:r>
            <a:endParaRPr lang="en-US" sz="1100" dirty="0"/>
          </a:p>
        </p:txBody>
      </p:sp>
      <p:sp>
        <p:nvSpPr>
          <p:cNvPr id="15" name="f36-nota"/>
          <p:cNvSpPr/>
          <p:nvPr/>
        </p:nvSpPr>
        <p:spPr>
          <a:xfrm>
            <a:off x="548640" y="5120640"/>
            <a:ext cx="11094415" cy="1051560"/>
          </a:xfrm>
          <a:prstGeom prst="roundRect">
            <a:avLst>
              <a:gd name="adj" fmla="val 10435"/>
            </a:avLst>
          </a:prstGeom>
          <a:solidFill>
            <a:schemeClr val="bg2"/>
          </a:solidFill>
          <a:ln w="12700">
            <a:solidFill>
              <a:schemeClr val="bg2"/>
            </a:solidFill>
            <a:prstDash val="solid"/>
          </a:ln>
        </p:spPr>
      </p:sp>
      <p:sp>
        <p:nvSpPr>
          <p:cNvPr id="16" name="Text 10"/>
          <p:cNvSpPr txBox="1"/>
          <p:nvPr/>
        </p:nvSpPr>
        <p:spPr>
          <a:xfrm>
            <a:off x="822960" y="5120640"/>
            <a:ext cx="10545775" cy="1051560"/>
          </a:xfrm>
          <a:prstGeom prst="rect">
            <a:avLst/>
          </a:prstGeom>
          <a:noFill/>
          <a:ln/>
        </p:spPr>
        <p:txBody>
          <a:bodyPr wrap="square" lIns="0" tIns="0" rIns="0" bIns="0" rtlCol="0" anchor="ctr"/>
          <a:lstStyle/>
          <a:p>
            <a:pPr indent="0" marL="0">
              <a:buNone/>
            </a:pPr>
            <a:r>
              <a:rPr lang="en-US" sz="1500" b="1" dirty="0">
                <a:solidFill>
                  <a:schemeClr val="tx2"/>
                </a:solidFill>
              </a:rPr>
              <a:t>Mane + Feto tenke hanesan Total Ema. </a:t>
            </a:r>
            <a:pPr indent="0" marL="0">
              <a:buNone/>
            </a:pPr>
            <a:r>
              <a:rPr lang="en-US" sz="1500" dirty="0">
                <a:solidFill>
                  <a:schemeClr val="tx1"/>
                </a:solidFill>
              </a:rPr>
              <a:t>Fokal Point RbR automátiku husi Investigadór. Resposta "La hatene" di'ak liu fali hakerek buat ne'ebé la loos.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Pasu 7–8: detalla, evidénsia no konsentimentu</a:t>
            </a:r>
            <a:endParaRPr lang="en-US" sz="3000" dirty="0"/>
          </a:p>
        </p:txBody>
      </p:sp>
      <p:sp>
        <p:nvSpPr>
          <p:cNvPr id="3" name="f7-shot-moldura"/>
          <p:cNvSpPr/>
          <p:nvPr/>
        </p:nvSpPr>
        <p:spPr>
          <a:xfrm>
            <a:off x="493776" y="1362456"/>
            <a:ext cx="2350008" cy="4406470"/>
          </a:xfrm>
          <a:prstGeom prst="roundRect">
            <a:avLst>
              <a:gd name="adj" fmla="val 3113"/>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4" name="f7-shot" descr="/tmp/claude-0/-home-user-sjamci/3266590f-78d1-5366-b61d-23553f70b1cc/scratchpad/tr/m_form7_t.png">    </p:cNvPr>
          <p:cNvPicPr>
            <a:picLocks noChangeAspect="1"/>
          </p:cNvPicPr>
          <p:nvPr/>
        </p:nvPicPr>
        <p:blipFill>
          <a:blip r:embed="rId1"/>
          <a:stretch>
            <a:fillRect/>
          </a:stretch>
        </p:blipFill>
        <p:spPr>
          <a:xfrm>
            <a:off x="548640" y="1417320"/>
            <a:ext cx="2240280" cy="4296742"/>
          </a:xfrm>
          <a:prstGeom prst="rect">
            <a:avLst/>
          </a:prstGeom>
        </p:spPr>
      </p:pic>
      <p:sp>
        <p:nvSpPr>
          <p:cNvPr id="5" name="f8-shot-moldura"/>
          <p:cNvSpPr/>
          <p:nvPr/>
        </p:nvSpPr>
        <p:spPr>
          <a:xfrm>
            <a:off x="3008376" y="1362456"/>
            <a:ext cx="2350008" cy="4406470"/>
          </a:xfrm>
          <a:prstGeom prst="roundRect">
            <a:avLst>
              <a:gd name="adj" fmla="val 3113"/>
            </a:avLst>
          </a:prstGeom>
          <a:solidFill>
            <a:schemeClr val="bg1"/>
          </a:solidFill>
          <a:ln w="12700">
            <a:solidFill>
              <a:srgbClr val="D5DED9"/>
            </a:solidFill>
            <a:prstDash val="solid"/>
          </a:ln>
          <a:effectLst>
            <a:outerShdw sx="100000" sy="100000" kx="0" ky="0" algn="bl" rotWithShape="0" blurRad="101600" dist="25400" dir="5400000">
              <a:srgbClr val="000000">
                <a:alpha val="18000"/>
              </a:srgbClr>
            </a:outerShdw>
          </a:effectLst>
        </p:spPr>
      </p:sp>
      <p:pic>
        <p:nvPicPr>
          <p:cNvPr id="6" name="f8-shot" descr="/tmp/claude-0/-home-user-sjamci/3266590f-78d1-5366-b61d-23553f70b1cc/scratchpad/tr/m_form8_t.png">    </p:cNvPr>
          <p:cNvPicPr>
            <a:picLocks noChangeAspect="1"/>
          </p:cNvPicPr>
          <p:nvPr/>
        </p:nvPicPr>
        <p:blipFill>
          <a:blip r:embed="rId2"/>
          <a:stretch>
            <a:fillRect/>
          </a:stretch>
        </p:blipFill>
        <p:spPr>
          <a:xfrm>
            <a:off x="3063240" y="1417320"/>
            <a:ext cx="2240280" cy="4296742"/>
          </a:xfrm>
          <a:prstGeom prst="rect">
            <a:avLst/>
          </a:prstGeom>
        </p:spPr>
      </p:pic>
      <p:sp>
        <p:nvSpPr>
          <p:cNvPr id="7" name="ev-0-sirkulu"/>
          <p:cNvSpPr/>
          <p:nvPr/>
        </p:nvSpPr>
        <p:spPr>
          <a:xfrm>
            <a:off x="5806440" y="1463040"/>
            <a:ext cx="731520" cy="731520"/>
          </a:xfrm>
          <a:prstGeom prst="ellipse">
            <a:avLst/>
          </a:prstGeom>
          <a:solidFill>
            <a:schemeClr val="accent1"/>
          </a:solidFill>
          <a:ln w="12700">
            <a:solidFill>
              <a:schemeClr val="accent1"/>
            </a:solidFill>
            <a:prstDash val="solid"/>
          </a:ln>
        </p:spPr>
      </p:sp>
      <p:pic>
        <p:nvPicPr>
          <p:cNvPr id="8" name="ev-0-ikone" descr="preencoded.png">    </p:cNvPr>
          <p:cNvPicPr>
            <a:picLocks noChangeAspect="1"/>
          </p:cNvPicPr>
          <p:nvPr/>
        </p:nvPicPr>
        <p:blipFill>
          <a:blip r:embed="rId3"/>
          <a:stretch>
            <a:fillRect/>
          </a:stretch>
        </p:blipFill>
        <p:spPr>
          <a:xfrm>
            <a:off x="5982005" y="1638605"/>
            <a:ext cx="380390" cy="380390"/>
          </a:xfrm>
          <a:prstGeom prst="rect">
            <a:avLst/>
          </a:prstGeom>
        </p:spPr>
      </p:pic>
      <p:sp>
        <p:nvSpPr>
          <p:cNvPr id="9" name="Text 4"/>
          <p:cNvSpPr txBox="1"/>
          <p:nvPr/>
        </p:nvSpPr>
        <p:spPr>
          <a:xfrm>
            <a:off x="6766560" y="1463040"/>
            <a:ext cx="4876495" cy="365760"/>
          </a:xfrm>
          <a:prstGeom prst="rect">
            <a:avLst/>
          </a:prstGeom>
          <a:noFill/>
          <a:ln/>
        </p:spPr>
        <p:txBody>
          <a:bodyPr wrap="square" lIns="0" tIns="0" rIns="0" bIns="0" rtlCol="0" anchor="t"/>
          <a:lstStyle/>
          <a:p>
            <a:pPr indent="0" marL="0">
              <a:buNone/>
            </a:pPr>
            <a:r>
              <a:rPr lang="en-US" sz="1700" b="1" dirty="0">
                <a:solidFill>
                  <a:schemeClr val="tx2"/>
                </a:solidFill>
              </a:rPr>
              <a:t>Foto to'o 5</a:t>
            </a:r>
            <a:endParaRPr lang="en-US" sz="1700" dirty="0"/>
          </a:p>
        </p:txBody>
      </p:sp>
      <p:sp>
        <p:nvSpPr>
          <p:cNvPr id="10" name="Text 5"/>
          <p:cNvSpPr txBox="1"/>
          <p:nvPr/>
        </p:nvSpPr>
        <p:spPr>
          <a:xfrm>
            <a:off x="6766560" y="1847088"/>
            <a:ext cx="4876495" cy="411480"/>
          </a:xfrm>
          <a:prstGeom prst="rect">
            <a:avLst/>
          </a:prstGeom>
          <a:noFill/>
          <a:ln/>
        </p:spPr>
        <p:txBody>
          <a:bodyPr wrap="square" lIns="0" tIns="0" rIns="0" bIns="0" rtlCol="0" anchor="t"/>
          <a:lstStyle/>
          <a:p>
            <a:pPr indent="0" marL="0">
              <a:buNone/>
            </a:pPr>
            <a:r>
              <a:rPr lang="en-US" sz="1500" dirty="0">
                <a:solidFill>
                  <a:schemeClr val="tx1"/>
                </a:solidFill>
              </a:rPr>
              <a:t>Kámera ka galeria.</a:t>
            </a:r>
            <a:endParaRPr lang="en-US" sz="1500" dirty="0"/>
          </a:p>
        </p:txBody>
      </p:sp>
      <p:sp>
        <p:nvSpPr>
          <p:cNvPr id="11" name="ev-1-sirkulu"/>
          <p:cNvSpPr/>
          <p:nvPr/>
        </p:nvSpPr>
        <p:spPr>
          <a:xfrm>
            <a:off x="5806440" y="2624328"/>
            <a:ext cx="731520" cy="731520"/>
          </a:xfrm>
          <a:prstGeom prst="ellipse">
            <a:avLst/>
          </a:prstGeom>
          <a:solidFill>
            <a:schemeClr val="accent5"/>
          </a:solidFill>
          <a:ln w="12700">
            <a:solidFill>
              <a:schemeClr val="accent5"/>
            </a:solidFill>
            <a:prstDash val="solid"/>
          </a:ln>
        </p:spPr>
      </p:sp>
      <p:pic>
        <p:nvPicPr>
          <p:cNvPr id="12" name="ev-1-ikone" descr="preencoded.png">    </p:cNvPr>
          <p:cNvPicPr>
            <a:picLocks noChangeAspect="1"/>
          </p:cNvPicPr>
          <p:nvPr/>
        </p:nvPicPr>
        <p:blipFill>
          <a:blip r:embed="rId4"/>
          <a:stretch>
            <a:fillRect/>
          </a:stretch>
        </p:blipFill>
        <p:spPr>
          <a:xfrm>
            <a:off x="5982005" y="2799893"/>
            <a:ext cx="380390" cy="380390"/>
          </a:xfrm>
          <a:prstGeom prst="rect">
            <a:avLst/>
          </a:prstGeom>
        </p:spPr>
      </p:pic>
      <p:sp>
        <p:nvSpPr>
          <p:cNvPr id="13" name="Text 7"/>
          <p:cNvSpPr txBox="1"/>
          <p:nvPr/>
        </p:nvSpPr>
        <p:spPr>
          <a:xfrm>
            <a:off x="6766560" y="2624328"/>
            <a:ext cx="4876495" cy="365760"/>
          </a:xfrm>
          <a:prstGeom prst="rect">
            <a:avLst/>
          </a:prstGeom>
          <a:noFill/>
          <a:ln/>
        </p:spPr>
        <p:txBody>
          <a:bodyPr wrap="square" lIns="0" tIns="0" rIns="0" bIns="0" rtlCol="0" anchor="t"/>
          <a:lstStyle/>
          <a:p>
            <a:pPr indent="0" marL="0">
              <a:buNone/>
            </a:pPr>
            <a:r>
              <a:rPr lang="en-US" sz="1700" b="1" dirty="0">
                <a:solidFill>
                  <a:schemeClr val="tx2"/>
                </a:solidFill>
              </a:rPr>
              <a:t>Vídeo to'o 3</a:t>
            </a:r>
            <a:endParaRPr lang="en-US" sz="1700" dirty="0"/>
          </a:p>
        </p:txBody>
      </p:sp>
      <p:sp>
        <p:nvSpPr>
          <p:cNvPr id="14" name="Text 8"/>
          <p:cNvSpPr txBox="1"/>
          <p:nvPr/>
        </p:nvSpPr>
        <p:spPr>
          <a:xfrm>
            <a:off x="6766560" y="3008376"/>
            <a:ext cx="4876495" cy="411480"/>
          </a:xfrm>
          <a:prstGeom prst="rect">
            <a:avLst/>
          </a:prstGeom>
          <a:noFill/>
          <a:ln/>
        </p:spPr>
        <p:txBody>
          <a:bodyPr wrap="square" lIns="0" tIns="0" rIns="0" bIns="0" rtlCol="0" anchor="t"/>
          <a:lstStyle/>
          <a:p>
            <a:pPr indent="0" marL="0">
              <a:buNone/>
            </a:pPr>
            <a:r>
              <a:rPr lang="en-US" sz="1500" dirty="0">
                <a:solidFill>
                  <a:schemeClr val="tx1"/>
                </a:solidFill>
              </a:rPr>
              <a:t>Segundu 60 kada vídeo.</a:t>
            </a:r>
            <a:endParaRPr lang="en-US" sz="1500" dirty="0"/>
          </a:p>
        </p:txBody>
      </p:sp>
      <p:sp>
        <p:nvSpPr>
          <p:cNvPr id="15" name="ev-2-sirkulu"/>
          <p:cNvSpPr/>
          <p:nvPr/>
        </p:nvSpPr>
        <p:spPr>
          <a:xfrm>
            <a:off x="5806440" y="3785616"/>
            <a:ext cx="731520" cy="731520"/>
          </a:xfrm>
          <a:prstGeom prst="ellipse">
            <a:avLst/>
          </a:prstGeom>
          <a:solidFill>
            <a:schemeClr val="accent3"/>
          </a:solidFill>
          <a:ln w="12700">
            <a:solidFill>
              <a:schemeClr val="accent3"/>
            </a:solidFill>
            <a:prstDash val="solid"/>
          </a:ln>
        </p:spPr>
      </p:sp>
      <p:pic>
        <p:nvPicPr>
          <p:cNvPr id="16" name="ev-2-ikone" descr="preencoded.png">    </p:cNvPr>
          <p:cNvPicPr>
            <a:picLocks noChangeAspect="1"/>
          </p:cNvPicPr>
          <p:nvPr/>
        </p:nvPicPr>
        <p:blipFill>
          <a:blip r:embed="rId5"/>
          <a:stretch>
            <a:fillRect/>
          </a:stretch>
        </p:blipFill>
        <p:spPr>
          <a:xfrm>
            <a:off x="5982005" y="3961181"/>
            <a:ext cx="380390" cy="380390"/>
          </a:xfrm>
          <a:prstGeom prst="rect">
            <a:avLst/>
          </a:prstGeom>
        </p:spPr>
      </p:pic>
      <p:sp>
        <p:nvSpPr>
          <p:cNvPr id="17" name="Text 10"/>
          <p:cNvSpPr txBox="1"/>
          <p:nvPr/>
        </p:nvSpPr>
        <p:spPr>
          <a:xfrm>
            <a:off x="6766560" y="3785616"/>
            <a:ext cx="4876495" cy="365760"/>
          </a:xfrm>
          <a:prstGeom prst="rect">
            <a:avLst/>
          </a:prstGeom>
          <a:noFill/>
          <a:ln/>
        </p:spPr>
        <p:txBody>
          <a:bodyPr wrap="square" lIns="0" tIns="0" rIns="0" bIns="0" rtlCol="0" anchor="t"/>
          <a:lstStyle/>
          <a:p>
            <a:pPr indent="0" marL="0">
              <a:buNone/>
            </a:pPr>
            <a:r>
              <a:rPr lang="en-US" sz="1700" b="1" dirty="0">
                <a:solidFill>
                  <a:schemeClr val="tx2"/>
                </a:solidFill>
              </a:rPr>
              <a:t>Konsentimentu</a:t>
            </a:r>
            <a:endParaRPr lang="en-US" sz="1700" dirty="0"/>
          </a:p>
        </p:txBody>
      </p:sp>
      <p:sp>
        <p:nvSpPr>
          <p:cNvPr id="18" name="Text 11"/>
          <p:cNvSpPr txBox="1"/>
          <p:nvPr/>
        </p:nvSpPr>
        <p:spPr>
          <a:xfrm>
            <a:off x="6766560" y="4169664"/>
            <a:ext cx="4876495" cy="411480"/>
          </a:xfrm>
          <a:prstGeom prst="rect">
            <a:avLst/>
          </a:prstGeom>
          <a:noFill/>
          <a:ln/>
        </p:spPr>
        <p:txBody>
          <a:bodyPr wrap="square" lIns="0" tIns="0" rIns="0" bIns="0" rtlCol="0" anchor="t"/>
          <a:lstStyle/>
          <a:p>
            <a:pPr indent="0" marL="0">
              <a:buNone/>
            </a:pPr>
            <a:r>
              <a:rPr lang="en-US" sz="1500" dirty="0">
                <a:solidFill>
                  <a:schemeClr val="tx1"/>
                </a:solidFill>
              </a:rPr>
              <a:t>Obrigatóriu. Laiha = labele rai kazu.</a:t>
            </a:r>
            <a:endParaRPr lang="en-US" sz="1500" dirty="0"/>
          </a:p>
        </p:txBody>
      </p:sp>
      <p:sp>
        <p:nvSpPr>
          <p:cNvPr id="19" name="ev-3-sirkulu"/>
          <p:cNvSpPr/>
          <p:nvPr/>
        </p:nvSpPr>
        <p:spPr>
          <a:xfrm>
            <a:off x="5806440" y="4946904"/>
            <a:ext cx="731520" cy="731520"/>
          </a:xfrm>
          <a:prstGeom prst="ellipse">
            <a:avLst/>
          </a:prstGeom>
          <a:solidFill>
            <a:schemeClr val="accent4"/>
          </a:solidFill>
          <a:ln w="12700">
            <a:solidFill>
              <a:schemeClr val="accent4"/>
            </a:solidFill>
            <a:prstDash val="solid"/>
          </a:ln>
        </p:spPr>
      </p:sp>
      <p:pic>
        <p:nvPicPr>
          <p:cNvPr id="20" name="ev-3-ikone" descr="preencoded.png">    </p:cNvPr>
          <p:cNvPicPr>
            <a:picLocks noChangeAspect="1"/>
          </p:cNvPicPr>
          <p:nvPr/>
        </p:nvPicPr>
        <p:blipFill>
          <a:blip r:embed="rId6"/>
          <a:stretch>
            <a:fillRect/>
          </a:stretch>
        </p:blipFill>
        <p:spPr>
          <a:xfrm>
            <a:off x="5982005" y="5122469"/>
            <a:ext cx="380390" cy="380390"/>
          </a:xfrm>
          <a:prstGeom prst="rect">
            <a:avLst/>
          </a:prstGeom>
        </p:spPr>
      </p:pic>
      <p:sp>
        <p:nvSpPr>
          <p:cNvPr id="21" name="Text 13"/>
          <p:cNvSpPr txBox="1"/>
          <p:nvPr/>
        </p:nvSpPr>
        <p:spPr>
          <a:xfrm>
            <a:off x="6766560" y="4946904"/>
            <a:ext cx="4876495" cy="365760"/>
          </a:xfrm>
          <a:prstGeom prst="rect">
            <a:avLst/>
          </a:prstGeom>
          <a:noFill/>
          <a:ln/>
        </p:spPr>
        <p:txBody>
          <a:bodyPr wrap="square" lIns="0" tIns="0" rIns="0" bIns="0" rtlCol="0" anchor="t"/>
          <a:lstStyle/>
          <a:p>
            <a:pPr indent="0" marL="0">
              <a:buNone/>
            </a:pPr>
            <a:r>
              <a:rPr lang="en-US" sz="1700" b="1" dirty="0">
                <a:solidFill>
                  <a:schemeClr val="tx2"/>
                </a:solidFill>
              </a:rPr>
              <a:t>La publika</a:t>
            </a:r>
            <a:endParaRPr lang="en-US" sz="1700" dirty="0"/>
          </a:p>
        </p:txBody>
      </p:sp>
      <p:sp>
        <p:nvSpPr>
          <p:cNvPr id="22" name="Text 14"/>
          <p:cNvSpPr txBox="1"/>
          <p:nvPr/>
        </p:nvSpPr>
        <p:spPr>
          <a:xfrm>
            <a:off x="6766560" y="5330952"/>
            <a:ext cx="4876495" cy="411480"/>
          </a:xfrm>
          <a:prstGeom prst="rect">
            <a:avLst/>
          </a:prstGeom>
          <a:noFill/>
          <a:ln/>
        </p:spPr>
        <p:txBody>
          <a:bodyPr wrap="square" lIns="0" tIns="0" rIns="0" bIns="0" rtlCol="0" anchor="t"/>
          <a:lstStyle/>
          <a:p>
            <a:pPr indent="0" marL="0">
              <a:buNone/>
            </a:pPr>
            <a:r>
              <a:rPr lang="en-US" sz="1500" dirty="0">
                <a:solidFill>
                  <a:schemeClr val="tx1"/>
                </a:solidFill>
              </a:rPr>
              <a:t>Komunidade husu → kazu la mosu iha portal públiku.</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Sinkron: haruka kazu ba server</a:t>
            </a:r>
            <a:endParaRPr lang="en-US" sz="3000" dirty="0"/>
          </a:p>
        </p:txBody>
      </p:sp>
      <p:sp>
        <p:nvSpPr>
          <p:cNvPr id="3" name="sy-0-sirkulu"/>
          <p:cNvSpPr/>
          <p:nvPr/>
        </p:nvSpPr>
        <p:spPr>
          <a:xfrm>
            <a:off x="1234440" y="1828800"/>
            <a:ext cx="1188720" cy="1188720"/>
          </a:xfrm>
          <a:prstGeom prst="ellipse">
            <a:avLst/>
          </a:prstGeom>
          <a:solidFill>
            <a:schemeClr val="accent1"/>
          </a:solidFill>
          <a:ln w="12700">
            <a:solidFill>
              <a:schemeClr val="accent1"/>
            </a:solidFill>
            <a:prstDash val="solid"/>
          </a:ln>
        </p:spPr>
      </p:sp>
      <p:pic>
        <p:nvPicPr>
          <p:cNvPr id="4" name="sy-0-ikone" descr="preencoded.png">    </p:cNvPr>
          <p:cNvPicPr>
            <a:picLocks noChangeAspect="1"/>
          </p:cNvPicPr>
          <p:nvPr/>
        </p:nvPicPr>
        <p:blipFill>
          <a:blip r:embed="rId1"/>
          <a:stretch>
            <a:fillRect/>
          </a:stretch>
        </p:blipFill>
        <p:spPr>
          <a:xfrm>
            <a:off x="1519733" y="2114093"/>
            <a:ext cx="618134" cy="618134"/>
          </a:xfrm>
          <a:prstGeom prst="rect">
            <a:avLst/>
          </a:prstGeom>
        </p:spPr>
      </p:pic>
      <p:sp>
        <p:nvSpPr>
          <p:cNvPr id="5" name="Text 2"/>
          <p:cNvSpPr txBox="1"/>
          <p:nvPr/>
        </p:nvSpPr>
        <p:spPr>
          <a:xfrm>
            <a:off x="868680" y="3154680"/>
            <a:ext cx="1920240" cy="411480"/>
          </a:xfrm>
          <a:prstGeom prst="rect">
            <a:avLst/>
          </a:prstGeom>
          <a:noFill/>
          <a:ln/>
        </p:spPr>
        <p:txBody>
          <a:bodyPr wrap="square" lIns="0" tIns="0" rIns="0" bIns="0" rtlCol="0" anchor="t"/>
          <a:lstStyle/>
          <a:p>
            <a:pPr algn="ctr" indent="0" marL="0">
              <a:buNone/>
            </a:pPr>
            <a:r>
              <a:rPr lang="en-US" sz="1900" b="1" dirty="0">
                <a:solidFill>
                  <a:schemeClr val="tx2"/>
                </a:solidFill>
              </a:rPr>
              <a:t>HP</a:t>
            </a:r>
            <a:endParaRPr lang="en-US" sz="1900" dirty="0"/>
          </a:p>
        </p:txBody>
      </p:sp>
      <p:sp>
        <p:nvSpPr>
          <p:cNvPr id="6" name="Text 3"/>
          <p:cNvSpPr txBox="1"/>
          <p:nvPr/>
        </p:nvSpPr>
        <p:spPr>
          <a:xfrm>
            <a:off x="868680" y="3584448"/>
            <a:ext cx="1920240" cy="731520"/>
          </a:xfrm>
          <a:prstGeom prst="rect">
            <a:avLst/>
          </a:prstGeom>
          <a:noFill/>
          <a:ln/>
        </p:spPr>
        <p:txBody>
          <a:bodyPr wrap="square" lIns="0" tIns="0" rIns="0" bIns="0" rtlCol="0" anchor="t"/>
          <a:lstStyle/>
          <a:p>
            <a:pPr algn="ctr" indent="0" marL="0">
              <a:buNone/>
            </a:pPr>
            <a:r>
              <a:rPr lang="en-US" sz="1400" dirty="0">
                <a:solidFill>
                  <a:schemeClr val="tx1"/>
                </a:solidFill>
              </a:rPr>
              <a:t>Kazu PRONTU</a:t>
            </a:r>
            <a:endParaRPr lang="en-US" sz="1400" dirty="0"/>
          </a:p>
          <a:p>
            <a:pPr algn="ctr" indent="0" marL="0">
              <a:buNone/>
            </a:pPr>
            <a:r>
              <a:rPr lang="en-US" sz="1400" dirty="0">
                <a:solidFill>
                  <a:schemeClr val="tx1"/>
                </a:solidFill>
              </a:rPr>
              <a:t>enkriptadu ho PIN</a:t>
            </a:r>
            <a:endParaRPr lang="en-US" sz="1400" dirty="0"/>
          </a:p>
        </p:txBody>
      </p:sp>
      <p:sp>
        <p:nvSpPr>
          <p:cNvPr id="7" name="sy-seta-0"/>
          <p:cNvSpPr/>
          <p:nvPr/>
        </p:nvSpPr>
        <p:spPr>
          <a:xfrm>
            <a:off x="2560320" y="2423160"/>
            <a:ext cx="1371600" cy="914"/>
          </a:xfrm>
          <a:prstGeom prst="line">
            <a:avLst/>
          </a:prstGeom>
          <a:noFill/>
          <a:ln w="25400">
            <a:solidFill>
              <a:schemeClr val="tx2"/>
            </a:solidFill>
            <a:prstDash val="solid"/>
            <a:tailEnd type="triangle"/>
          </a:ln>
        </p:spPr>
      </p:sp>
      <p:sp>
        <p:nvSpPr>
          <p:cNvPr id="8" name="sy-1-sirkulu"/>
          <p:cNvSpPr/>
          <p:nvPr/>
        </p:nvSpPr>
        <p:spPr>
          <a:xfrm>
            <a:off x="4069080" y="1828800"/>
            <a:ext cx="1188720" cy="1188720"/>
          </a:xfrm>
          <a:prstGeom prst="ellipse">
            <a:avLst/>
          </a:prstGeom>
          <a:solidFill>
            <a:schemeClr val="accent6"/>
          </a:solidFill>
          <a:ln w="12700">
            <a:solidFill>
              <a:schemeClr val="accent6"/>
            </a:solidFill>
            <a:prstDash val="solid"/>
          </a:ln>
        </p:spPr>
      </p:sp>
      <p:pic>
        <p:nvPicPr>
          <p:cNvPr id="9" name="sy-1-ikone" descr="preencoded.png">    </p:cNvPr>
          <p:cNvPicPr>
            <a:picLocks noChangeAspect="1"/>
          </p:cNvPicPr>
          <p:nvPr/>
        </p:nvPicPr>
        <p:blipFill>
          <a:blip r:embed="rId2"/>
          <a:stretch>
            <a:fillRect/>
          </a:stretch>
        </p:blipFill>
        <p:spPr>
          <a:xfrm>
            <a:off x="4354373" y="2114093"/>
            <a:ext cx="618134" cy="618134"/>
          </a:xfrm>
          <a:prstGeom prst="rect">
            <a:avLst/>
          </a:prstGeom>
        </p:spPr>
      </p:pic>
      <p:sp>
        <p:nvSpPr>
          <p:cNvPr id="10" name="Text 6"/>
          <p:cNvSpPr txBox="1"/>
          <p:nvPr/>
        </p:nvSpPr>
        <p:spPr>
          <a:xfrm>
            <a:off x="3703320" y="3154680"/>
            <a:ext cx="1920240" cy="411480"/>
          </a:xfrm>
          <a:prstGeom prst="rect">
            <a:avLst/>
          </a:prstGeom>
          <a:noFill/>
          <a:ln/>
        </p:spPr>
        <p:txBody>
          <a:bodyPr wrap="square" lIns="0" tIns="0" rIns="0" bIns="0" rtlCol="0" anchor="t"/>
          <a:lstStyle/>
          <a:p>
            <a:pPr algn="ctr" indent="0" marL="0">
              <a:buNone/>
            </a:pPr>
            <a:r>
              <a:rPr lang="en-US" sz="1900" b="1" dirty="0">
                <a:solidFill>
                  <a:schemeClr val="tx2"/>
                </a:solidFill>
              </a:rPr>
              <a:t>Sinál</a:t>
            </a:r>
            <a:endParaRPr lang="en-US" sz="1900" dirty="0"/>
          </a:p>
        </p:txBody>
      </p:sp>
      <p:sp>
        <p:nvSpPr>
          <p:cNvPr id="11" name="Text 7"/>
          <p:cNvSpPr txBox="1"/>
          <p:nvPr/>
        </p:nvSpPr>
        <p:spPr>
          <a:xfrm>
            <a:off x="3703320" y="3584448"/>
            <a:ext cx="1920240" cy="731520"/>
          </a:xfrm>
          <a:prstGeom prst="rect">
            <a:avLst/>
          </a:prstGeom>
          <a:noFill/>
          <a:ln/>
        </p:spPr>
        <p:txBody>
          <a:bodyPr wrap="square" lIns="0" tIns="0" rIns="0" bIns="0" rtlCol="0" anchor="t"/>
          <a:lstStyle/>
          <a:p>
            <a:pPr algn="ctr" indent="0" marL="0">
              <a:buNone/>
            </a:pPr>
            <a:r>
              <a:rPr lang="en-US" sz="1400" dirty="0">
                <a:solidFill>
                  <a:schemeClr val="tx1"/>
                </a:solidFill>
              </a:rPr>
              <a:t>Klik Sinkron</a:t>
            </a:r>
            <a:endParaRPr lang="en-US" sz="1400" dirty="0"/>
          </a:p>
          <a:p>
            <a:pPr algn="ctr" indent="0" marL="0">
              <a:buNone/>
            </a:pPr>
            <a:r>
              <a:rPr lang="en-US" sz="1400" dirty="0">
                <a:solidFill>
                  <a:schemeClr val="tx1"/>
                </a:solidFill>
              </a:rPr>
              <a:t>(ka automátiku)</a:t>
            </a:r>
            <a:endParaRPr lang="en-US" sz="1400" dirty="0"/>
          </a:p>
        </p:txBody>
      </p:sp>
      <p:sp>
        <p:nvSpPr>
          <p:cNvPr id="12" name="sy-seta-1"/>
          <p:cNvSpPr/>
          <p:nvPr/>
        </p:nvSpPr>
        <p:spPr>
          <a:xfrm>
            <a:off x="5394960" y="2423160"/>
            <a:ext cx="1371600" cy="914"/>
          </a:xfrm>
          <a:prstGeom prst="line">
            <a:avLst/>
          </a:prstGeom>
          <a:noFill/>
          <a:ln w="25400">
            <a:solidFill>
              <a:schemeClr val="tx2"/>
            </a:solidFill>
            <a:prstDash val="solid"/>
            <a:tailEnd type="triangle"/>
          </a:ln>
        </p:spPr>
      </p:sp>
      <p:sp>
        <p:nvSpPr>
          <p:cNvPr id="13" name="sy-2-sirkulu"/>
          <p:cNvSpPr/>
          <p:nvPr/>
        </p:nvSpPr>
        <p:spPr>
          <a:xfrm>
            <a:off x="6903720" y="1828800"/>
            <a:ext cx="1188720" cy="1188720"/>
          </a:xfrm>
          <a:prstGeom prst="ellipse">
            <a:avLst/>
          </a:prstGeom>
          <a:solidFill>
            <a:schemeClr val="accent5"/>
          </a:solidFill>
          <a:ln w="12700">
            <a:solidFill>
              <a:schemeClr val="accent5"/>
            </a:solidFill>
            <a:prstDash val="solid"/>
          </a:ln>
        </p:spPr>
      </p:sp>
      <p:pic>
        <p:nvPicPr>
          <p:cNvPr id="14" name="sy-2-ikone" descr="preencoded.png">    </p:cNvPr>
          <p:cNvPicPr>
            <a:picLocks noChangeAspect="1"/>
          </p:cNvPicPr>
          <p:nvPr/>
        </p:nvPicPr>
        <p:blipFill>
          <a:blip r:embed="rId3"/>
          <a:stretch>
            <a:fillRect/>
          </a:stretch>
        </p:blipFill>
        <p:spPr>
          <a:xfrm>
            <a:off x="7189013" y="2114093"/>
            <a:ext cx="618134" cy="618134"/>
          </a:xfrm>
          <a:prstGeom prst="rect">
            <a:avLst/>
          </a:prstGeom>
        </p:spPr>
      </p:pic>
      <p:sp>
        <p:nvSpPr>
          <p:cNvPr id="15" name="Text 10"/>
          <p:cNvSpPr txBox="1"/>
          <p:nvPr/>
        </p:nvSpPr>
        <p:spPr>
          <a:xfrm>
            <a:off x="6537960" y="3154680"/>
            <a:ext cx="1920240" cy="411480"/>
          </a:xfrm>
          <a:prstGeom prst="rect">
            <a:avLst/>
          </a:prstGeom>
          <a:noFill/>
          <a:ln/>
        </p:spPr>
        <p:txBody>
          <a:bodyPr wrap="square" lIns="0" tIns="0" rIns="0" bIns="0" rtlCol="0" anchor="t"/>
          <a:lstStyle/>
          <a:p>
            <a:pPr algn="ctr" indent="0" marL="0">
              <a:buNone/>
            </a:pPr>
            <a:r>
              <a:rPr lang="en-US" sz="1900" b="1" dirty="0">
                <a:solidFill>
                  <a:schemeClr val="tx2"/>
                </a:solidFill>
              </a:rPr>
              <a:t>Server</a:t>
            </a:r>
            <a:endParaRPr lang="en-US" sz="1900" dirty="0"/>
          </a:p>
        </p:txBody>
      </p:sp>
      <p:sp>
        <p:nvSpPr>
          <p:cNvPr id="16" name="Text 11"/>
          <p:cNvSpPr txBox="1"/>
          <p:nvPr/>
        </p:nvSpPr>
        <p:spPr>
          <a:xfrm>
            <a:off x="6537960" y="3584448"/>
            <a:ext cx="1920240" cy="731520"/>
          </a:xfrm>
          <a:prstGeom prst="rect">
            <a:avLst/>
          </a:prstGeom>
          <a:noFill/>
          <a:ln/>
        </p:spPr>
        <p:txBody>
          <a:bodyPr wrap="square" lIns="0" tIns="0" rIns="0" bIns="0" rtlCol="0" anchor="t"/>
          <a:lstStyle/>
          <a:p>
            <a:pPr algn="ctr" indent="0" marL="0">
              <a:buNone/>
            </a:pPr>
            <a:r>
              <a:rPr lang="en-US" sz="1400" dirty="0">
                <a:solidFill>
                  <a:schemeClr val="tx1"/>
                </a:solidFill>
              </a:rPr>
              <a:t>Status: Hein</a:t>
            </a:r>
            <a:endParaRPr lang="en-US" sz="1400" dirty="0"/>
          </a:p>
          <a:p>
            <a:pPr algn="ctr" indent="0" marL="0">
              <a:buNone/>
            </a:pPr>
            <a:r>
              <a:rPr lang="en-US" sz="1400" dirty="0">
                <a:solidFill>
                  <a:schemeClr val="tx1"/>
                </a:solidFill>
              </a:rPr>
              <a:t>Verifikasaun</a:t>
            </a:r>
            <a:endParaRPr lang="en-US" sz="1400" dirty="0"/>
          </a:p>
        </p:txBody>
      </p:sp>
      <p:sp>
        <p:nvSpPr>
          <p:cNvPr id="17" name="sy-seta-2"/>
          <p:cNvSpPr/>
          <p:nvPr/>
        </p:nvSpPr>
        <p:spPr>
          <a:xfrm>
            <a:off x="8229600" y="2423160"/>
            <a:ext cx="1371600" cy="914"/>
          </a:xfrm>
          <a:prstGeom prst="line">
            <a:avLst/>
          </a:prstGeom>
          <a:noFill/>
          <a:ln w="25400">
            <a:solidFill>
              <a:schemeClr val="tx2"/>
            </a:solidFill>
            <a:prstDash val="solid"/>
            <a:tailEnd type="triangle"/>
          </a:ln>
        </p:spPr>
      </p:sp>
      <p:sp>
        <p:nvSpPr>
          <p:cNvPr id="18" name="sy-3-sirkulu"/>
          <p:cNvSpPr/>
          <p:nvPr/>
        </p:nvSpPr>
        <p:spPr>
          <a:xfrm>
            <a:off x="9738360" y="1828800"/>
            <a:ext cx="1188720" cy="1188720"/>
          </a:xfrm>
          <a:prstGeom prst="ellipse">
            <a:avLst/>
          </a:prstGeom>
          <a:solidFill>
            <a:schemeClr val="tx2"/>
          </a:solidFill>
          <a:ln w="12700">
            <a:solidFill>
              <a:schemeClr val="tx2"/>
            </a:solidFill>
            <a:prstDash val="solid"/>
          </a:ln>
        </p:spPr>
      </p:sp>
      <p:pic>
        <p:nvPicPr>
          <p:cNvPr id="19" name="sy-3-ikone" descr="preencoded.png">    </p:cNvPr>
          <p:cNvPicPr>
            <a:picLocks noChangeAspect="1"/>
          </p:cNvPicPr>
          <p:nvPr/>
        </p:nvPicPr>
        <p:blipFill>
          <a:blip r:embed="rId4"/>
          <a:stretch>
            <a:fillRect/>
          </a:stretch>
        </p:blipFill>
        <p:spPr>
          <a:xfrm>
            <a:off x="10023653" y="2114093"/>
            <a:ext cx="618134" cy="618134"/>
          </a:xfrm>
          <a:prstGeom prst="rect">
            <a:avLst/>
          </a:prstGeom>
        </p:spPr>
      </p:pic>
      <p:sp>
        <p:nvSpPr>
          <p:cNvPr id="20" name="Text 14"/>
          <p:cNvSpPr txBox="1"/>
          <p:nvPr/>
        </p:nvSpPr>
        <p:spPr>
          <a:xfrm>
            <a:off x="9372600" y="3154680"/>
            <a:ext cx="1920240" cy="411480"/>
          </a:xfrm>
          <a:prstGeom prst="rect">
            <a:avLst/>
          </a:prstGeom>
          <a:noFill/>
          <a:ln/>
        </p:spPr>
        <p:txBody>
          <a:bodyPr wrap="square" lIns="0" tIns="0" rIns="0" bIns="0" rtlCol="0" anchor="t"/>
          <a:lstStyle/>
          <a:p>
            <a:pPr algn="ctr" indent="0" marL="0">
              <a:buNone/>
            </a:pPr>
            <a:r>
              <a:rPr lang="en-US" sz="1900" b="1" dirty="0">
                <a:solidFill>
                  <a:schemeClr val="tx2"/>
                </a:solidFill>
              </a:rPr>
              <a:t>Admin</a:t>
            </a:r>
            <a:endParaRPr lang="en-US" sz="1900" dirty="0"/>
          </a:p>
        </p:txBody>
      </p:sp>
      <p:sp>
        <p:nvSpPr>
          <p:cNvPr id="21" name="Text 15"/>
          <p:cNvSpPr txBox="1"/>
          <p:nvPr/>
        </p:nvSpPr>
        <p:spPr>
          <a:xfrm>
            <a:off x="9372600" y="3584448"/>
            <a:ext cx="1920240" cy="731520"/>
          </a:xfrm>
          <a:prstGeom prst="rect">
            <a:avLst/>
          </a:prstGeom>
          <a:noFill/>
          <a:ln/>
        </p:spPr>
        <p:txBody>
          <a:bodyPr wrap="square" lIns="0" tIns="0" rIns="0" bIns="0" rtlCol="0" anchor="t"/>
          <a:lstStyle/>
          <a:p>
            <a:pPr algn="ctr" indent="0" marL="0">
              <a:buNone/>
            </a:pPr>
            <a:r>
              <a:rPr lang="en-US" sz="1400" dirty="0">
                <a:solidFill>
                  <a:schemeClr val="tx1"/>
                </a:solidFill>
              </a:rPr>
              <a:t>Verifika no</a:t>
            </a:r>
            <a:endParaRPr lang="en-US" sz="1400" dirty="0"/>
          </a:p>
          <a:p>
            <a:pPr algn="ctr" indent="0" marL="0">
              <a:buNone/>
            </a:pPr>
            <a:r>
              <a:rPr lang="en-US" sz="1400" dirty="0">
                <a:solidFill>
                  <a:schemeClr val="tx1"/>
                </a:solidFill>
              </a:rPr>
              <a:t>aprova</a:t>
            </a:r>
            <a:endParaRPr lang="en-US" sz="1400" dirty="0"/>
          </a:p>
        </p:txBody>
      </p:sp>
      <p:sp>
        <p:nvSpPr>
          <p:cNvPr id="22" name="sy-nota"/>
          <p:cNvSpPr/>
          <p:nvPr/>
        </p:nvSpPr>
        <p:spPr>
          <a:xfrm>
            <a:off x="548640" y="4709160"/>
            <a:ext cx="11094415" cy="1463040"/>
          </a:xfrm>
          <a:prstGeom prst="roundRect">
            <a:avLst>
              <a:gd name="adj" fmla="val 7500"/>
            </a:avLst>
          </a:prstGeom>
          <a:solidFill>
            <a:schemeClr val="bg2"/>
          </a:solidFill>
          <a:ln w="12700">
            <a:solidFill>
              <a:schemeClr val="bg2"/>
            </a:solidFill>
            <a:prstDash val="solid"/>
          </a:ln>
        </p:spPr>
      </p:sp>
      <p:sp>
        <p:nvSpPr>
          <p:cNvPr id="23" name="Text 17"/>
          <p:cNvSpPr txBox="1"/>
          <p:nvPr/>
        </p:nvSpPr>
        <p:spPr>
          <a:xfrm>
            <a:off x="868680" y="4846320"/>
            <a:ext cx="10454335" cy="1234440"/>
          </a:xfrm>
          <a:prstGeom prst="rect">
            <a:avLst/>
          </a:prstGeom>
          <a:noFill/>
          <a:ln/>
        </p:spPr>
        <p:txBody>
          <a:bodyPr wrap="square" lIns="0" tIns="0" rIns="0" bIns="0" rtlCol="0" anchor="t"/>
          <a:lstStyle/>
          <a:p>
            <a:pPr marL="342900" indent="-342900">
              <a:spcAft>
                <a:spcPts val="300"/>
              </a:spcAft>
              <a:buSzPct val="100000"/>
              <a:buChar char="•"/>
            </a:pPr>
            <a:r>
              <a:rPr lang="en-US" sz="1500" b="1" dirty="0">
                <a:solidFill>
                  <a:schemeClr val="tx2"/>
                </a:solidFill>
              </a:rPr>
              <a:t>Pasu ikus → Prontu:</a:t>
            </a:r>
            <a:pPr indent="0" marL="0">
              <a:spcAft>
                <a:spcPts val="300"/>
              </a:spcAft>
              <a:buNone/>
            </a:pPr>
            <a:r>
              <a:rPr lang="en-US" sz="1500" dirty="0">
                <a:solidFill>
                  <a:schemeClr val="tx1"/>
                </a:solidFill>
              </a:rPr>
              <a:t> app valida pasu hotu, depois kazu hein sinkron.</a:t>
            </a:r>
            <a:endParaRPr lang="en-US" sz="1500" dirty="0"/>
          </a:p>
          <a:p>
            <a:pPr marL="342900" indent="-342900">
              <a:spcAft>
                <a:spcPts val="300"/>
              </a:spcAft>
              <a:buSzPct val="100000"/>
              <a:buChar char="•"/>
            </a:pPr>
            <a:r>
              <a:rPr lang="en-US" sz="1500" b="1" dirty="0">
                <a:solidFill>
                  <a:schemeClr val="tx2"/>
                </a:solidFill>
              </a:rPr>
              <a:t>Hafoin sinkron,</a:t>
            </a:r>
            <a:pPr indent="0" marL="0">
              <a:spcAft>
                <a:spcPts val="300"/>
              </a:spcAft>
              <a:buNone/>
            </a:pPr>
            <a:r>
              <a:rPr lang="en-US" sz="1500" dirty="0">
                <a:solidFill>
                  <a:schemeClr val="tx1"/>
                </a:solidFill>
              </a:rPr>
              <a:t> kazu la iha HP tan; haree iha SIBAR-RbR online.</a:t>
            </a:r>
            <a:endParaRPr lang="en-US" sz="1500" dirty="0"/>
          </a:p>
          <a:p>
            <a:pPr marL="342900" indent="-342900">
              <a:spcAft>
                <a:spcPts val="300"/>
              </a:spcAft>
              <a:buSzPct val="100000"/>
              <a:buChar char="•"/>
            </a:pPr>
            <a:r>
              <a:rPr lang="en-US" sz="1500" b="1" dirty="0">
                <a:solidFill>
                  <a:schemeClr val="tx2"/>
                </a:solidFill>
              </a:rPr>
              <a:t>Sinkron falla?</a:t>
            </a:r>
            <a:pPr indent="0" marL="0">
              <a:spcAft>
                <a:spcPts val="300"/>
              </a:spcAft>
              <a:buNone/>
            </a:pPr>
            <a:r>
              <a:rPr lang="en-US" sz="1500" dirty="0">
                <a:solidFill>
                  <a:schemeClr val="tx1"/>
                </a:solidFill>
              </a:rPr>
              <a:t> Dadus nafatin iha HP. Koko fali bainhira sinál di'ak.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PIN no seguransa iha app</a:t>
            </a:r>
            <a:endParaRPr lang="en-US" sz="3000" dirty="0"/>
          </a:p>
        </p:txBody>
      </p:sp>
      <p:sp>
        <p:nvSpPr>
          <p:cNvPr id="3" name="sg-0"/>
          <p:cNvSpPr/>
          <p:nvPr/>
        </p:nvSpPr>
        <p:spPr>
          <a:xfrm>
            <a:off x="548640" y="1463040"/>
            <a:ext cx="5410048" cy="1371600"/>
          </a:xfrm>
          <a:prstGeom prst="roundRect">
            <a:avLst>
              <a:gd name="adj" fmla="val 8000"/>
            </a:avLst>
          </a:prstGeom>
          <a:solidFill>
            <a:schemeClr val="bg2"/>
          </a:solidFill>
          <a:ln w="12700">
            <a:solidFill>
              <a:schemeClr val="bg2"/>
            </a:solidFill>
            <a:prstDash val="solid"/>
          </a:ln>
        </p:spPr>
      </p:sp>
      <p:sp>
        <p:nvSpPr>
          <p:cNvPr id="4" name="sg-ik-0-sirkulu"/>
          <p:cNvSpPr/>
          <p:nvPr/>
        </p:nvSpPr>
        <p:spPr>
          <a:xfrm>
            <a:off x="822960" y="1737360"/>
            <a:ext cx="822960" cy="822960"/>
          </a:xfrm>
          <a:prstGeom prst="ellipse">
            <a:avLst/>
          </a:prstGeom>
          <a:solidFill>
            <a:schemeClr val="accent1"/>
          </a:solidFill>
          <a:ln w="12700">
            <a:solidFill>
              <a:schemeClr val="accent1"/>
            </a:solidFill>
            <a:prstDash val="solid"/>
          </a:ln>
        </p:spPr>
      </p:sp>
      <p:pic>
        <p:nvPicPr>
          <p:cNvPr id="5" name="sg-ik-0-ikone" descr="preencoded.png">    </p:cNvPr>
          <p:cNvPicPr>
            <a:picLocks noChangeAspect="1"/>
          </p:cNvPicPr>
          <p:nvPr/>
        </p:nvPicPr>
        <p:blipFill>
          <a:blip r:embed="rId1"/>
          <a:stretch>
            <a:fillRect/>
          </a:stretch>
        </p:blipFill>
        <p:spPr>
          <a:xfrm>
            <a:off x="1020470" y="1934870"/>
            <a:ext cx="427939" cy="427939"/>
          </a:xfrm>
          <a:prstGeom prst="rect">
            <a:avLst/>
          </a:prstGeom>
        </p:spPr>
      </p:pic>
      <p:sp>
        <p:nvSpPr>
          <p:cNvPr id="6" name="Text 3"/>
          <p:cNvSpPr txBox="1"/>
          <p:nvPr/>
        </p:nvSpPr>
        <p:spPr>
          <a:xfrm>
            <a:off x="1874520" y="1691640"/>
            <a:ext cx="3855568" cy="365760"/>
          </a:xfrm>
          <a:prstGeom prst="rect">
            <a:avLst/>
          </a:prstGeom>
          <a:noFill/>
          <a:ln/>
        </p:spPr>
        <p:txBody>
          <a:bodyPr wrap="square" lIns="0" tIns="0" rIns="0" bIns="0" rtlCol="0" anchor="t"/>
          <a:lstStyle/>
          <a:p>
            <a:pPr indent="0" marL="0">
              <a:buNone/>
            </a:pPr>
            <a:r>
              <a:rPr lang="en-US" sz="1800" b="1" dirty="0">
                <a:solidFill>
                  <a:schemeClr val="tx2"/>
                </a:solidFill>
              </a:rPr>
              <a:t>PIN = xave dadus</a:t>
            </a:r>
            <a:endParaRPr lang="en-US" sz="1800" dirty="0"/>
          </a:p>
        </p:txBody>
      </p:sp>
      <p:sp>
        <p:nvSpPr>
          <p:cNvPr id="7" name="Text 4"/>
          <p:cNvSpPr txBox="1"/>
          <p:nvPr/>
        </p:nvSpPr>
        <p:spPr>
          <a:xfrm>
            <a:off x="1874520" y="2103120"/>
            <a:ext cx="3855568" cy="594360"/>
          </a:xfrm>
          <a:prstGeom prst="rect">
            <a:avLst/>
          </a:prstGeom>
          <a:noFill/>
          <a:ln/>
        </p:spPr>
        <p:txBody>
          <a:bodyPr wrap="square" lIns="0" tIns="0" rIns="0" bIns="0" rtlCol="0" anchor="t"/>
          <a:lstStyle/>
          <a:p>
            <a:pPr indent="0" marL="0">
              <a:buNone/>
            </a:pPr>
            <a:r>
              <a:rPr lang="en-US" sz="1500" dirty="0">
                <a:solidFill>
                  <a:schemeClr val="tx1"/>
                </a:solidFill>
              </a:rPr>
              <a:t>Dadus hotu iha HP enkriptadu (AES-256) ho PIN.</a:t>
            </a:r>
            <a:endParaRPr lang="en-US" sz="1500" dirty="0"/>
          </a:p>
        </p:txBody>
      </p:sp>
      <p:sp>
        <p:nvSpPr>
          <p:cNvPr id="8" name="sg-1"/>
          <p:cNvSpPr/>
          <p:nvPr/>
        </p:nvSpPr>
        <p:spPr>
          <a:xfrm>
            <a:off x="6233008" y="1463040"/>
            <a:ext cx="5410048" cy="1371600"/>
          </a:xfrm>
          <a:prstGeom prst="roundRect">
            <a:avLst>
              <a:gd name="adj" fmla="val 8000"/>
            </a:avLst>
          </a:prstGeom>
          <a:solidFill>
            <a:schemeClr val="bg2"/>
          </a:solidFill>
          <a:ln w="12700">
            <a:solidFill>
              <a:schemeClr val="bg2"/>
            </a:solidFill>
            <a:prstDash val="solid"/>
          </a:ln>
        </p:spPr>
      </p:sp>
      <p:sp>
        <p:nvSpPr>
          <p:cNvPr id="9" name="sg-ik-1-sirkulu"/>
          <p:cNvSpPr/>
          <p:nvPr/>
        </p:nvSpPr>
        <p:spPr>
          <a:xfrm>
            <a:off x="6507328" y="1737360"/>
            <a:ext cx="822960" cy="822960"/>
          </a:xfrm>
          <a:prstGeom prst="ellipse">
            <a:avLst/>
          </a:prstGeom>
          <a:solidFill>
            <a:schemeClr val="accent5"/>
          </a:solidFill>
          <a:ln w="12700">
            <a:solidFill>
              <a:schemeClr val="accent5"/>
            </a:solidFill>
            <a:prstDash val="solid"/>
          </a:ln>
        </p:spPr>
      </p:sp>
      <p:pic>
        <p:nvPicPr>
          <p:cNvPr id="10" name="sg-ik-1-ikone" descr="preencoded.png">    </p:cNvPr>
          <p:cNvPicPr>
            <a:picLocks noChangeAspect="1"/>
          </p:cNvPicPr>
          <p:nvPr/>
        </p:nvPicPr>
        <p:blipFill>
          <a:blip r:embed="rId2"/>
          <a:stretch>
            <a:fillRect/>
          </a:stretch>
        </p:blipFill>
        <p:spPr>
          <a:xfrm>
            <a:off x="6704838" y="1934870"/>
            <a:ext cx="427939" cy="427939"/>
          </a:xfrm>
          <a:prstGeom prst="rect">
            <a:avLst/>
          </a:prstGeom>
        </p:spPr>
      </p:pic>
      <p:sp>
        <p:nvSpPr>
          <p:cNvPr id="11" name="Text 7"/>
          <p:cNvSpPr txBox="1"/>
          <p:nvPr/>
        </p:nvSpPr>
        <p:spPr>
          <a:xfrm>
            <a:off x="7558888" y="1691640"/>
            <a:ext cx="3855568" cy="365760"/>
          </a:xfrm>
          <a:prstGeom prst="rect">
            <a:avLst/>
          </a:prstGeom>
          <a:noFill/>
          <a:ln/>
        </p:spPr>
        <p:txBody>
          <a:bodyPr wrap="square" lIns="0" tIns="0" rIns="0" bIns="0" rtlCol="0" anchor="t"/>
          <a:lstStyle/>
          <a:p>
            <a:pPr indent="0" marL="0">
              <a:buNone/>
            </a:pPr>
            <a:r>
              <a:rPr lang="en-US" sz="1800" b="1" dirty="0">
                <a:solidFill>
                  <a:schemeClr val="tx2"/>
                </a:solidFill>
              </a:rPr>
              <a:t>Xave automátiku</a:t>
            </a:r>
            <a:endParaRPr lang="en-US" sz="1800" dirty="0"/>
          </a:p>
        </p:txBody>
      </p:sp>
      <p:sp>
        <p:nvSpPr>
          <p:cNvPr id="12" name="Text 8"/>
          <p:cNvSpPr txBox="1"/>
          <p:nvPr/>
        </p:nvSpPr>
        <p:spPr>
          <a:xfrm>
            <a:off x="7558888" y="2103120"/>
            <a:ext cx="3855568" cy="594360"/>
          </a:xfrm>
          <a:prstGeom prst="rect">
            <a:avLst/>
          </a:prstGeom>
          <a:noFill/>
          <a:ln/>
        </p:spPr>
        <p:txBody>
          <a:bodyPr wrap="square" lIns="0" tIns="0" rIns="0" bIns="0" rtlCol="0" anchor="t"/>
          <a:lstStyle/>
          <a:p>
            <a:pPr indent="0" marL="0">
              <a:buNone/>
            </a:pPr>
            <a:r>
              <a:rPr lang="en-US" sz="1500" dirty="0">
                <a:solidFill>
                  <a:schemeClr val="tx1"/>
                </a:solidFill>
              </a:rPr>
              <a:t>Minutu 5 la uza → app xave. Tama PIN fali.</a:t>
            </a:r>
            <a:endParaRPr lang="en-US" sz="1500" dirty="0"/>
          </a:p>
        </p:txBody>
      </p:sp>
      <p:sp>
        <p:nvSpPr>
          <p:cNvPr id="13" name="sg-2"/>
          <p:cNvSpPr/>
          <p:nvPr/>
        </p:nvSpPr>
        <p:spPr>
          <a:xfrm>
            <a:off x="548640" y="3035808"/>
            <a:ext cx="5410048" cy="1371600"/>
          </a:xfrm>
          <a:prstGeom prst="roundRect">
            <a:avLst>
              <a:gd name="adj" fmla="val 8000"/>
            </a:avLst>
          </a:prstGeom>
          <a:solidFill>
            <a:schemeClr val="bg2"/>
          </a:solidFill>
          <a:ln w="12700">
            <a:solidFill>
              <a:schemeClr val="bg2"/>
            </a:solidFill>
            <a:prstDash val="solid"/>
          </a:ln>
        </p:spPr>
      </p:sp>
      <p:sp>
        <p:nvSpPr>
          <p:cNvPr id="14" name="sg-ik-2-sirkulu"/>
          <p:cNvSpPr/>
          <p:nvPr/>
        </p:nvSpPr>
        <p:spPr>
          <a:xfrm>
            <a:off x="822960" y="3310128"/>
            <a:ext cx="822960" cy="822960"/>
          </a:xfrm>
          <a:prstGeom prst="ellipse">
            <a:avLst/>
          </a:prstGeom>
          <a:solidFill>
            <a:schemeClr val="accent4"/>
          </a:solidFill>
          <a:ln w="12700">
            <a:solidFill>
              <a:schemeClr val="accent4"/>
            </a:solidFill>
            <a:prstDash val="solid"/>
          </a:ln>
        </p:spPr>
      </p:sp>
      <p:pic>
        <p:nvPicPr>
          <p:cNvPr id="15" name="sg-ik-2-ikone" descr="preencoded.png">    </p:cNvPr>
          <p:cNvPicPr>
            <a:picLocks noChangeAspect="1"/>
          </p:cNvPicPr>
          <p:nvPr/>
        </p:nvPicPr>
        <p:blipFill>
          <a:blip r:embed="rId3"/>
          <a:stretch>
            <a:fillRect/>
          </a:stretch>
        </p:blipFill>
        <p:spPr>
          <a:xfrm>
            <a:off x="1020470" y="3507638"/>
            <a:ext cx="427939" cy="427939"/>
          </a:xfrm>
          <a:prstGeom prst="rect">
            <a:avLst/>
          </a:prstGeom>
        </p:spPr>
      </p:pic>
      <p:sp>
        <p:nvSpPr>
          <p:cNvPr id="16" name="Text 11"/>
          <p:cNvSpPr txBox="1"/>
          <p:nvPr/>
        </p:nvSpPr>
        <p:spPr>
          <a:xfrm>
            <a:off x="1874520" y="3264408"/>
            <a:ext cx="3855568" cy="365760"/>
          </a:xfrm>
          <a:prstGeom prst="rect">
            <a:avLst/>
          </a:prstGeom>
          <a:noFill/>
          <a:ln/>
        </p:spPr>
        <p:txBody>
          <a:bodyPr wrap="square" lIns="0" tIns="0" rIns="0" bIns="0" rtlCol="0" anchor="t"/>
          <a:lstStyle/>
          <a:p>
            <a:pPr indent="0" marL="0">
              <a:buNone/>
            </a:pPr>
            <a:r>
              <a:rPr lang="en-US" sz="1800" b="1" dirty="0">
                <a:solidFill>
                  <a:schemeClr val="tx2"/>
                </a:solidFill>
              </a:rPr>
              <a:t>PIN sala dala 5</a:t>
            </a:r>
            <a:endParaRPr lang="en-US" sz="1800" dirty="0"/>
          </a:p>
        </p:txBody>
      </p:sp>
      <p:sp>
        <p:nvSpPr>
          <p:cNvPr id="17" name="Text 12"/>
          <p:cNvSpPr txBox="1"/>
          <p:nvPr/>
        </p:nvSpPr>
        <p:spPr>
          <a:xfrm>
            <a:off x="1874520" y="3675888"/>
            <a:ext cx="3855568" cy="594360"/>
          </a:xfrm>
          <a:prstGeom prst="rect">
            <a:avLst/>
          </a:prstGeom>
          <a:noFill/>
          <a:ln/>
        </p:spPr>
        <p:txBody>
          <a:bodyPr wrap="square" lIns="0" tIns="0" rIns="0" bIns="0" rtlCol="0" anchor="t"/>
          <a:lstStyle/>
          <a:p>
            <a:pPr indent="0" marL="0">
              <a:buNone/>
            </a:pPr>
            <a:r>
              <a:rPr lang="en-US" sz="1500" dirty="0">
                <a:solidFill>
                  <a:schemeClr val="tx1"/>
                </a:solidFill>
              </a:rPr>
              <a:t>App hamoos dadus iha HP ba seguransa.</a:t>
            </a:r>
            <a:endParaRPr lang="en-US" sz="1500" dirty="0"/>
          </a:p>
        </p:txBody>
      </p:sp>
      <p:sp>
        <p:nvSpPr>
          <p:cNvPr id="18" name="sg-3"/>
          <p:cNvSpPr/>
          <p:nvPr/>
        </p:nvSpPr>
        <p:spPr>
          <a:xfrm>
            <a:off x="6233008" y="3035808"/>
            <a:ext cx="5410048" cy="1371600"/>
          </a:xfrm>
          <a:prstGeom prst="roundRect">
            <a:avLst>
              <a:gd name="adj" fmla="val 8000"/>
            </a:avLst>
          </a:prstGeom>
          <a:solidFill>
            <a:schemeClr val="bg2"/>
          </a:solidFill>
          <a:ln w="12700">
            <a:solidFill>
              <a:schemeClr val="bg2"/>
            </a:solidFill>
            <a:prstDash val="solid"/>
          </a:ln>
        </p:spPr>
      </p:sp>
      <p:sp>
        <p:nvSpPr>
          <p:cNvPr id="19" name="sg-ik-3-sirkulu"/>
          <p:cNvSpPr/>
          <p:nvPr/>
        </p:nvSpPr>
        <p:spPr>
          <a:xfrm>
            <a:off x="6507328" y="3310128"/>
            <a:ext cx="822960" cy="822960"/>
          </a:xfrm>
          <a:prstGeom prst="ellipse">
            <a:avLst/>
          </a:prstGeom>
          <a:solidFill>
            <a:schemeClr val="accent3"/>
          </a:solidFill>
          <a:ln w="12700">
            <a:solidFill>
              <a:schemeClr val="accent3"/>
            </a:solidFill>
            <a:prstDash val="solid"/>
          </a:ln>
        </p:spPr>
      </p:sp>
      <p:pic>
        <p:nvPicPr>
          <p:cNvPr id="20" name="sg-ik-3-ikone" descr="preencoded.png">    </p:cNvPr>
          <p:cNvPicPr>
            <a:picLocks noChangeAspect="1"/>
          </p:cNvPicPr>
          <p:nvPr/>
        </p:nvPicPr>
        <p:blipFill>
          <a:blip r:embed="rId4"/>
          <a:stretch>
            <a:fillRect/>
          </a:stretch>
        </p:blipFill>
        <p:spPr>
          <a:xfrm>
            <a:off x="6704838" y="3507638"/>
            <a:ext cx="427939" cy="427939"/>
          </a:xfrm>
          <a:prstGeom prst="rect">
            <a:avLst/>
          </a:prstGeom>
        </p:spPr>
      </p:pic>
      <p:sp>
        <p:nvSpPr>
          <p:cNvPr id="21" name="Text 15"/>
          <p:cNvSpPr txBox="1"/>
          <p:nvPr/>
        </p:nvSpPr>
        <p:spPr>
          <a:xfrm>
            <a:off x="7558888" y="3264408"/>
            <a:ext cx="3855568" cy="365760"/>
          </a:xfrm>
          <a:prstGeom prst="rect">
            <a:avLst/>
          </a:prstGeom>
          <a:noFill/>
          <a:ln/>
        </p:spPr>
        <p:txBody>
          <a:bodyPr wrap="square" lIns="0" tIns="0" rIns="0" bIns="0" rtlCol="0" anchor="t"/>
          <a:lstStyle/>
          <a:p>
            <a:pPr indent="0" marL="0">
              <a:buNone/>
            </a:pPr>
            <a:r>
              <a:rPr lang="en-US" sz="1800" b="1" dirty="0">
                <a:solidFill>
                  <a:schemeClr val="tx2"/>
                </a:solidFill>
              </a:rPr>
              <a:t>Haluha PIN</a:t>
            </a:r>
            <a:endParaRPr lang="en-US" sz="1800" dirty="0"/>
          </a:p>
        </p:txBody>
      </p:sp>
      <p:sp>
        <p:nvSpPr>
          <p:cNvPr id="22" name="Text 16"/>
          <p:cNvSpPr txBox="1"/>
          <p:nvPr/>
        </p:nvSpPr>
        <p:spPr>
          <a:xfrm>
            <a:off x="7558888" y="3675888"/>
            <a:ext cx="3855568" cy="594360"/>
          </a:xfrm>
          <a:prstGeom prst="rect">
            <a:avLst/>
          </a:prstGeom>
          <a:noFill/>
          <a:ln/>
        </p:spPr>
        <p:txBody>
          <a:bodyPr wrap="square" lIns="0" tIns="0" rIns="0" bIns="0" rtlCol="0" anchor="t"/>
          <a:lstStyle/>
          <a:p>
            <a:pPr indent="0" marL="0">
              <a:buNone/>
            </a:pPr>
            <a:r>
              <a:rPr lang="en-US" sz="1500" dirty="0">
                <a:solidFill>
                  <a:schemeClr val="tx1"/>
                </a:solidFill>
              </a:rPr>
              <a:t>Kazu seidauk sinkron lakon. Kontaktu Admin ba PIN foun.</a:t>
            </a:r>
            <a:endParaRPr lang="en-US" sz="1500" dirty="0"/>
          </a:p>
        </p:txBody>
      </p:sp>
      <p:sp>
        <p:nvSpPr>
          <p:cNvPr id="23" name="sg-4"/>
          <p:cNvSpPr/>
          <p:nvPr/>
        </p:nvSpPr>
        <p:spPr>
          <a:xfrm>
            <a:off x="548640" y="4608576"/>
            <a:ext cx="5410048" cy="1371600"/>
          </a:xfrm>
          <a:prstGeom prst="roundRect">
            <a:avLst>
              <a:gd name="adj" fmla="val 8000"/>
            </a:avLst>
          </a:prstGeom>
          <a:solidFill>
            <a:schemeClr val="bg2"/>
          </a:solidFill>
          <a:ln w="12700">
            <a:solidFill>
              <a:schemeClr val="bg2"/>
            </a:solidFill>
            <a:prstDash val="solid"/>
          </a:ln>
        </p:spPr>
      </p:sp>
      <p:sp>
        <p:nvSpPr>
          <p:cNvPr id="24" name="sg-ik-4-sirkulu"/>
          <p:cNvSpPr/>
          <p:nvPr/>
        </p:nvSpPr>
        <p:spPr>
          <a:xfrm>
            <a:off x="822960" y="4882896"/>
            <a:ext cx="822960" cy="822960"/>
          </a:xfrm>
          <a:prstGeom prst="ellipse">
            <a:avLst/>
          </a:prstGeom>
          <a:solidFill>
            <a:schemeClr val="accent6"/>
          </a:solidFill>
          <a:ln w="12700">
            <a:solidFill>
              <a:schemeClr val="accent6"/>
            </a:solidFill>
            <a:prstDash val="solid"/>
          </a:ln>
        </p:spPr>
      </p:sp>
      <p:pic>
        <p:nvPicPr>
          <p:cNvPr id="25" name="sg-ik-4-ikone" descr="preencoded.png">    </p:cNvPr>
          <p:cNvPicPr>
            <a:picLocks noChangeAspect="1"/>
          </p:cNvPicPr>
          <p:nvPr/>
        </p:nvPicPr>
        <p:blipFill>
          <a:blip r:embed="rId5"/>
          <a:stretch>
            <a:fillRect/>
          </a:stretch>
        </p:blipFill>
        <p:spPr>
          <a:xfrm>
            <a:off x="1020470" y="5080406"/>
            <a:ext cx="427939" cy="427939"/>
          </a:xfrm>
          <a:prstGeom prst="rect">
            <a:avLst/>
          </a:prstGeom>
        </p:spPr>
      </p:pic>
      <p:sp>
        <p:nvSpPr>
          <p:cNvPr id="26" name="Text 19"/>
          <p:cNvSpPr txBox="1"/>
          <p:nvPr/>
        </p:nvSpPr>
        <p:spPr>
          <a:xfrm>
            <a:off x="1874520" y="4837176"/>
            <a:ext cx="3855568" cy="365760"/>
          </a:xfrm>
          <a:prstGeom prst="rect">
            <a:avLst/>
          </a:prstGeom>
          <a:noFill/>
          <a:ln/>
        </p:spPr>
        <p:txBody>
          <a:bodyPr wrap="square" lIns="0" tIns="0" rIns="0" bIns="0" rtlCol="0" anchor="t"/>
          <a:lstStyle/>
          <a:p>
            <a:pPr indent="0" marL="0">
              <a:buNone/>
            </a:pPr>
            <a:r>
              <a:rPr lang="en-US" sz="1800" b="1" dirty="0">
                <a:solidFill>
                  <a:schemeClr val="tx2"/>
                </a:solidFill>
              </a:rPr>
              <a:t>Sesaun loron 30</a:t>
            </a:r>
            <a:endParaRPr lang="en-US" sz="1800" dirty="0"/>
          </a:p>
        </p:txBody>
      </p:sp>
      <p:sp>
        <p:nvSpPr>
          <p:cNvPr id="27" name="Text 20"/>
          <p:cNvSpPr txBox="1"/>
          <p:nvPr/>
        </p:nvSpPr>
        <p:spPr>
          <a:xfrm>
            <a:off x="1874520" y="5248656"/>
            <a:ext cx="3855568" cy="594360"/>
          </a:xfrm>
          <a:prstGeom prst="rect">
            <a:avLst/>
          </a:prstGeom>
          <a:noFill/>
          <a:ln/>
        </p:spPr>
        <p:txBody>
          <a:bodyPr wrap="square" lIns="0" tIns="0" rIns="0" bIns="0" rtlCol="0" anchor="t"/>
          <a:lstStyle/>
          <a:p>
            <a:pPr indent="0" marL="0">
              <a:buNone/>
            </a:pPr>
            <a:r>
              <a:rPr lang="en-US" sz="1500" dirty="0">
                <a:solidFill>
                  <a:schemeClr val="tx1"/>
                </a:solidFill>
              </a:rPr>
              <a:t>La presiza login fali; PIN de'it.</a:t>
            </a:r>
            <a:endParaRPr lang="en-US" sz="1500" dirty="0"/>
          </a:p>
        </p:txBody>
      </p:sp>
      <p:sp>
        <p:nvSpPr>
          <p:cNvPr id="28" name="sg-5"/>
          <p:cNvSpPr/>
          <p:nvPr/>
        </p:nvSpPr>
        <p:spPr>
          <a:xfrm>
            <a:off x="6233008" y="4608576"/>
            <a:ext cx="5410048" cy="1371600"/>
          </a:xfrm>
          <a:prstGeom prst="roundRect">
            <a:avLst>
              <a:gd name="adj" fmla="val 8000"/>
            </a:avLst>
          </a:prstGeom>
          <a:solidFill>
            <a:schemeClr val="bg2"/>
          </a:solidFill>
          <a:ln w="12700">
            <a:solidFill>
              <a:schemeClr val="bg2"/>
            </a:solidFill>
            <a:prstDash val="solid"/>
          </a:ln>
        </p:spPr>
      </p:sp>
      <p:sp>
        <p:nvSpPr>
          <p:cNvPr id="29" name="sg-ik-5-sirkulu"/>
          <p:cNvSpPr/>
          <p:nvPr/>
        </p:nvSpPr>
        <p:spPr>
          <a:xfrm>
            <a:off x="6507328" y="4882896"/>
            <a:ext cx="822960" cy="822960"/>
          </a:xfrm>
          <a:prstGeom prst="ellipse">
            <a:avLst/>
          </a:prstGeom>
          <a:solidFill>
            <a:schemeClr val="tx2"/>
          </a:solidFill>
          <a:ln w="12700">
            <a:solidFill>
              <a:schemeClr val="tx2"/>
            </a:solidFill>
            <a:prstDash val="solid"/>
          </a:ln>
        </p:spPr>
      </p:sp>
      <p:pic>
        <p:nvPicPr>
          <p:cNvPr id="30" name="sg-ik-5-ikone" descr="preencoded.png">    </p:cNvPr>
          <p:cNvPicPr>
            <a:picLocks noChangeAspect="1"/>
          </p:cNvPicPr>
          <p:nvPr/>
        </p:nvPicPr>
        <p:blipFill>
          <a:blip r:embed="rId6"/>
          <a:stretch>
            <a:fillRect/>
          </a:stretch>
        </p:blipFill>
        <p:spPr>
          <a:xfrm>
            <a:off x="6704838" y="5080406"/>
            <a:ext cx="427939" cy="427939"/>
          </a:xfrm>
          <a:prstGeom prst="rect">
            <a:avLst/>
          </a:prstGeom>
        </p:spPr>
      </p:pic>
      <p:sp>
        <p:nvSpPr>
          <p:cNvPr id="31" name="Text 23"/>
          <p:cNvSpPr txBox="1"/>
          <p:nvPr/>
        </p:nvSpPr>
        <p:spPr>
          <a:xfrm>
            <a:off x="7558888" y="4837176"/>
            <a:ext cx="3855568" cy="365760"/>
          </a:xfrm>
          <a:prstGeom prst="rect">
            <a:avLst/>
          </a:prstGeom>
          <a:noFill/>
          <a:ln/>
        </p:spPr>
        <p:txBody>
          <a:bodyPr wrap="square" lIns="0" tIns="0" rIns="0" bIns="0" rtlCol="0" anchor="t"/>
          <a:lstStyle/>
          <a:p>
            <a:pPr indent="0" marL="0">
              <a:buNone/>
            </a:pPr>
            <a:r>
              <a:rPr lang="en-US" sz="1800" b="1" dirty="0">
                <a:solidFill>
                  <a:schemeClr val="tx2"/>
                </a:solidFill>
              </a:rPr>
              <a:t>Autorizasaun remata</a:t>
            </a:r>
            <a:endParaRPr lang="en-US" sz="1800" dirty="0"/>
          </a:p>
        </p:txBody>
      </p:sp>
      <p:sp>
        <p:nvSpPr>
          <p:cNvPr id="32" name="Text 24"/>
          <p:cNvSpPr txBox="1"/>
          <p:nvPr/>
        </p:nvSpPr>
        <p:spPr>
          <a:xfrm>
            <a:off x="7558888" y="5248656"/>
            <a:ext cx="3855568" cy="594360"/>
          </a:xfrm>
          <a:prstGeom prst="rect">
            <a:avLst/>
          </a:prstGeom>
          <a:noFill/>
          <a:ln/>
        </p:spPr>
        <p:txBody>
          <a:bodyPr wrap="square" lIns="0" tIns="0" rIns="0" bIns="0" rtlCol="0" anchor="t"/>
          <a:lstStyle/>
          <a:p>
            <a:pPr indent="0" marL="0">
              <a:buNone/>
            </a:pPr>
            <a:r>
              <a:rPr lang="en-US" sz="1500" dirty="0">
                <a:solidFill>
                  <a:schemeClr val="tx1"/>
                </a:solidFill>
              </a:rPr>
              <a:t>Bele sinkron, maibé labele kria kazu foun.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Étika no seguransa dadus</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Ema afetadu mak primeiru</a:t>
            </a:r>
            <a:endParaRPr lang="en-US" sz="2000" dirty="0"/>
          </a:p>
        </p:txBody>
      </p:sp>
      <p:sp>
        <p:nvSpPr>
          <p:cNvPr id="4" name="seksaun-n"/>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03</a:t>
            </a:r>
            <a:endParaRPr lang="en-US" sz="15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Prinsípiu étiku iha terrenu</a:t>
            </a:r>
            <a:endParaRPr lang="en-US" sz="3000" dirty="0"/>
          </a:p>
        </p:txBody>
      </p:sp>
      <p:sp>
        <p:nvSpPr>
          <p:cNvPr id="3" name="et-0"/>
          <p:cNvSpPr/>
          <p:nvPr/>
        </p:nvSpPr>
        <p:spPr>
          <a:xfrm>
            <a:off x="548640" y="1463040"/>
            <a:ext cx="3423818" cy="2148840"/>
          </a:xfrm>
          <a:prstGeom prst="roundRect">
            <a:avLst>
              <a:gd name="adj" fmla="val 5106"/>
            </a:avLst>
          </a:prstGeom>
          <a:solidFill>
            <a:schemeClr val="bg2"/>
          </a:solidFill>
          <a:ln w="12700">
            <a:solidFill>
              <a:schemeClr val="bg2"/>
            </a:solidFill>
            <a:prstDash val="solid"/>
          </a:ln>
        </p:spPr>
      </p:sp>
      <p:sp>
        <p:nvSpPr>
          <p:cNvPr id="4" name="et-ik-0-sirkulu"/>
          <p:cNvSpPr/>
          <p:nvPr/>
        </p:nvSpPr>
        <p:spPr>
          <a:xfrm>
            <a:off x="822960" y="1737360"/>
            <a:ext cx="777240" cy="777240"/>
          </a:xfrm>
          <a:prstGeom prst="ellipse">
            <a:avLst/>
          </a:prstGeom>
          <a:solidFill>
            <a:schemeClr val="accent1"/>
          </a:solidFill>
          <a:ln w="12700">
            <a:solidFill>
              <a:schemeClr val="accent1"/>
            </a:solidFill>
            <a:prstDash val="solid"/>
          </a:ln>
        </p:spPr>
      </p:sp>
      <p:pic>
        <p:nvPicPr>
          <p:cNvPr id="5" name="et-ik-0-ikone" descr="preencoded.png">    </p:cNvPr>
          <p:cNvPicPr>
            <a:picLocks noChangeAspect="1"/>
          </p:cNvPicPr>
          <p:nvPr/>
        </p:nvPicPr>
        <p:blipFill>
          <a:blip r:embed="rId1"/>
          <a:stretch>
            <a:fillRect/>
          </a:stretch>
        </p:blipFill>
        <p:spPr>
          <a:xfrm>
            <a:off x="1009498" y="1923898"/>
            <a:ext cx="404165" cy="404165"/>
          </a:xfrm>
          <a:prstGeom prst="rect">
            <a:avLst/>
          </a:prstGeom>
        </p:spPr>
      </p:pic>
      <p:sp>
        <p:nvSpPr>
          <p:cNvPr id="6" name="Text 3"/>
          <p:cNvSpPr txBox="1"/>
          <p:nvPr/>
        </p:nvSpPr>
        <p:spPr>
          <a:xfrm>
            <a:off x="1737360" y="1737360"/>
            <a:ext cx="2143658" cy="777240"/>
          </a:xfrm>
          <a:prstGeom prst="rect">
            <a:avLst/>
          </a:prstGeom>
          <a:noFill/>
          <a:ln/>
        </p:spPr>
        <p:txBody>
          <a:bodyPr wrap="square" lIns="0" tIns="0" rIns="0" bIns="0" rtlCol="0" anchor="ctr"/>
          <a:lstStyle/>
          <a:p>
            <a:pPr indent="0" marL="0">
              <a:buNone/>
            </a:pPr>
            <a:r>
              <a:rPr lang="en-US" sz="1550" b="1" dirty="0">
                <a:solidFill>
                  <a:schemeClr val="tx2"/>
                </a:solidFill>
              </a:rPr>
              <a:t>Konsentimentu informadu</a:t>
            </a:r>
            <a:endParaRPr lang="en-US" sz="1550" dirty="0"/>
          </a:p>
        </p:txBody>
      </p:sp>
      <p:sp>
        <p:nvSpPr>
          <p:cNvPr id="7" name="Text 4"/>
          <p:cNvSpPr txBox="1"/>
          <p:nvPr/>
        </p:nvSpPr>
        <p:spPr>
          <a:xfrm>
            <a:off x="822960" y="2697480"/>
            <a:ext cx="2875178" cy="822960"/>
          </a:xfrm>
          <a:prstGeom prst="rect">
            <a:avLst/>
          </a:prstGeom>
          <a:noFill/>
          <a:ln/>
        </p:spPr>
        <p:txBody>
          <a:bodyPr wrap="square" lIns="0" tIns="0" rIns="0" bIns="0" rtlCol="0" anchor="t"/>
          <a:lstStyle/>
          <a:p>
            <a:pPr indent="0" marL="0">
              <a:buNone/>
            </a:pPr>
            <a:r>
              <a:rPr lang="en-US" sz="1450" dirty="0">
                <a:solidFill>
                  <a:schemeClr val="tx1"/>
                </a:solidFill>
              </a:rPr>
              <a:t>Esplika objetivu, uza dadus ba saida, no direitu atu hatete lae.</a:t>
            </a:r>
            <a:endParaRPr lang="en-US" sz="1450" dirty="0"/>
          </a:p>
        </p:txBody>
      </p:sp>
      <p:sp>
        <p:nvSpPr>
          <p:cNvPr id="8" name="et-1"/>
          <p:cNvSpPr/>
          <p:nvPr/>
        </p:nvSpPr>
        <p:spPr>
          <a:xfrm>
            <a:off x="4246778" y="1463040"/>
            <a:ext cx="3423818" cy="2148840"/>
          </a:xfrm>
          <a:prstGeom prst="roundRect">
            <a:avLst>
              <a:gd name="adj" fmla="val 5106"/>
            </a:avLst>
          </a:prstGeom>
          <a:solidFill>
            <a:schemeClr val="bg2"/>
          </a:solidFill>
          <a:ln w="12700">
            <a:solidFill>
              <a:schemeClr val="bg2"/>
            </a:solidFill>
            <a:prstDash val="solid"/>
          </a:ln>
        </p:spPr>
      </p:sp>
      <p:sp>
        <p:nvSpPr>
          <p:cNvPr id="9" name="et-ik-1-sirkulu"/>
          <p:cNvSpPr/>
          <p:nvPr/>
        </p:nvSpPr>
        <p:spPr>
          <a:xfrm>
            <a:off x="4521098" y="1737360"/>
            <a:ext cx="777240" cy="777240"/>
          </a:xfrm>
          <a:prstGeom prst="ellipse">
            <a:avLst/>
          </a:prstGeom>
          <a:solidFill>
            <a:schemeClr val="accent5"/>
          </a:solidFill>
          <a:ln w="12700">
            <a:solidFill>
              <a:schemeClr val="accent5"/>
            </a:solidFill>
            <a:prstDash val="solid"/>
          </a:ln>
        </p:spPr>
      </p:sp>
      <p:pic>
        <p:nvPicPr>
          <p:cNvPr id="10" name="et-ik-1-ikone" descr="preencoded.png">    </p:cNvPr>
          <p:cNvPicPr>
            <a:picLocks noChangeAspect="1"/>
          </p:cNvPicPr>
          <p:nvPr/>
        </p:nvPicPr>
        <p:blipFill>
          <a:blip r:embed="rId2"/>
          <a:stretch>
            <a:fillRect/>
          </a:stretch>
        </p:blipFill>
        <p:spPr>
          <a:xfrm>
            <a:off x="4707636" y="1923898"/>
            <a:ext cx="404165" cy="404165"/>
          </a:xfrm>
          <a:prstGeom prst="rect">
            <a:avLst/>
          </a:prstGeom>
        </p:spPr>
      </p:pic>
      <p:sp>
        <p:nvSpPr>
          <p:cNvPr id="11" name="Text 7"/>
          <p:cNvSpPr txBox="1"/>
          <p:nvPr/>
        </p:nvSpPr>
        <p:spPr>
          <a:xfrm>
            <a:off x="5435498" y="1737360"/>
            <a:ext cx="2143658" cy="777240"/>
          </a:xfrm>
          <a:prstGeom prst="rect">
            <a:avLst/>
          </a:prstGeom>
          <a:noFill/>
          <a:ln/>
        </p:spPr>
        <p:txBody>
          <a:bodyPr wrap="square" lIns="0" tIns="0" rIns="0" bIns="0" rtlCol="0" anchor="ctr"/>
          <a:lstStyle/>
          <a:p>
            <a:pPr indent="0" marL="0">
              <a:buNone/>
            </a:pPr>
            <a:r>
              <a:rPr lang="en-US" sz="1550" b="1" dirty="0">
                <a:solidFill>
                  <a:schemeClr val="tx2"/>
                </a:solidFill>
              </a:rPr>
              <a:t>La halo estragu</a:t>
            </a:r>
            <a:endParaRPr lang="en-US" sz="1550" dirty="0"/>
          </a:p>
        </p:txBody>
      </p:sp>
      <p:sp>
        <p:nvSpPr>
          <p:cNvPr id="12" name="Text 8"/>
          <p:cNvSpPr txBox="1"/>
          <p:nvPr/>
        </p:nvSpPr>
        <p:spPr>
          <a:xfrm>
            <a:off x="4521098" y="2697480"/>
            <a:ext cx="2875178" cy="822960"/>
          </a:xfrm>
          <a:prstGeom prst="rect">
            <a:avLst/>
          </a:prstGeom>
          <a:noFill/>
          <a:ln/>
        </p:spPr>
        <p:txBody>
          <a:bodyPr wrap="square" lIns="0" tIns="0" rIns="0" bIns="0" rtlCol="0" anchor="t"/>
          <a:lstStyle/>
          <a:p>
            <a:pPr indent="0" marL="0">
              <a:buNone/>
            </a:pPr>
            <a:r>
              <a:rPr lang="en-US" sz="1450" dirty="0">
                <a:solidFill>
                  <a:schemeClr val="tx1"/>
                </a:solidFill>
              </a:rPr>
              <a:t>Seguransa ema afetadu no ita rasik mak primeiru.</a:t>
            </a:r>
            <a:endParaRPr lang="en-US" sz="1450" dirty="0"/>
          </a:p>
        </p:txBody>
      </p:sp>
      <p:sp>
        <p:nvSpPr>
          <p:cNvPr id="13" name="et-2"/>
          <p:cNvSpPr/>
          <p:nvPr/>
        </p:nvSpPr>
        <p:spPr>
          <a:xfrm>
            <a:off x="7944917" y="1463040"/>
            <a:ext cx="3423818" cy="2148840"/>
          </a:xfrm>
          <a:prstGeom prst="roundRect">
            <a:avLst>
              <a:gd name="adj" fmla="val 5106"/>
            </a:avLst>
          </a:prstGeom>
          <a:solidFill>
            <a:schemeClr val="bg2"/>
          </a:solidFill>
          <a:ln w="12700">
            <a:solidFill>
              <a:schemeClr val="bg2"/>
            </a:solidFill>
            <a:prstDash val="solid"/>
          </a:ln>
        </p:spPr>
      </p:sp>
      <p:sp>
        <p:nvSpPr>
          <p:cNvPr id="14" name="et-ik-2-sirkulu"/>
          <p:cNvSpPr/>
          <p:nvPr/>
        </p:nvSpPr>
        <p:spPr>
          <a:xfrm>
            <a:off x="8219237" y="1737360"/>
            <a:ext cx="777240" cy="777240"/>
          </a:xfrm>
          <a:prstGeom prst="ellipse">
            <a:avLst/>
          </a:prstGeom>
          <a:solidFill>
            <a:schemeClr val="accent6"/>
          </a:solidFill>
          <a:ln w="12700">
            <a:solidFill>
              <a:schemeClr val="accent6"/>
            </a:solidFill>
            <a:prstDash val="solid"/>
          </a:ln>
        </p:spPr>
      </p:sp>
      <p:pic>
        <p:nvPicPr>
          <p:cNvPr id="15" name="et-ik-2-ikone" descr="preencoded.png">    </p:cNvPr>
          <p:cNvPicPr>
            <a:picLocks noChangeAspect="1"/>
          </p:cNvPicPr>
          <p:nvPr/>
        </p:nvPicPr>
        <p:blipFill>
          <a:blip r:embed="rId3"/>
          <a:stretch>
            <a:fillRect/>
          </a:stretch>
        </p:blipFill>
        <p:spPr>
          <a:xfrm>
            <a:off x="8405774" y="1923898"/>
            <a:ext cx="404165" cy="404165"/>
          </a:xfrm>
          <a:prstGeom prst="rect">
            <a:avLst/>
          </a:prstGeom>
        </p:spPr>
      </p:pic>
      <p:sp>
        <p:nvSpPr>
          <p:cNvPr id="16" name="Text 11"/>
          <p:cNvSpPr txBox="1"/>
          <p:nvPr/>
        </p:nvSpPr>
        <p:spPr>
          <a:xfrm>
            <a:off x="9133637" y="1737360"/>
            <a:ext cx="2143658" cy="777240"/>
          </a:xfrm>
          <a:prstGeom prst="rect">
            <a:avLst/>
          </a:prstGeom>
          <a:noFill/>
          <a:ln/>
        </p:spPr>
        <p:txBody>
          <a:bodyPr wrap="square" lIns="0" tIns="0" rIns="0" bIns="0" rtlCol="0" anchor="ctr"/>
          <a:lstStyle/>
          <a:p>
            <a:pPr indent="0" marL="0">
              <a:buNone/>
            </a:pPr>
            <a:r>
              <a:rPr lang="en-US" sz="1550" b="1" dirty="0">
                <a:solidFill>
                  <a:schemeClr val="tx2"/>
                </a:solidFill>
              </a:rPr>
              <a:t>Neutralidade</a:t>
            </a:r>
            <a:endParaRPr lang="en-US" sz="1550" dirty="0"/>
          </a:p>
        </p:txBody>
      </p:sp>
      <p:sp>
        <p:nvSpPr>
          <p:cNvPr id="17" name="Text 12"/>
          <p:cNvSpPr txBox="1"/>
          <p:nvPr/>
        </p:nvSpPr>
        <p:spPr>
          <a:xfrm>
            <a:off x="8219237" y="2697480"/>
            <a:ext cx="2875178" cy="822960"/>
          </a:xfrm>
          <a:prstGeom prst="rect">
            <a:avLst/>
          </a:prstGeom>
          <a:noFill/>
          <a:ln/>
        </p:spPr>
        <p:txBody>
          <a:bodyPr wrap="square" lIns="0" tIns="0" rIns="0" bIns="0" rtlCol="0" anchor="t"/>
          <a:lstStyle/>
          <a:p>
            <a:pPr indent="0" marL="0">
              <a:buNone/>
            </a:pPr>
            <a:r>
              <a:rPr lang="en-US" sz="1450" dirty="0">
                <a:solidFill>
                  <a:schemeClr val="tx1"/>
                </a:solidFill>
              </a:rPr>
              <a:t>Rona parte hotu; rejista faktu, la'ós opiniaun.</a:t>
            </a:r>
            <a:endParaRPr lang="en-US" sz="1450" dirty="0"/>
          </a:p>
        </p:txBody>
      </p:sp>
      <p:sp>
        <p:nvSpPr>
          <p:cNvPr id="18" name="et-3"/>
          <p:cNvSpPr/>
          <p:nvPr/>
        </p:nvSpPr>
        <p:spPr>
          <a:xfrm>
            <a:off x="548640" y="3840480"/>
            <a:ext cx="3423818" cy="2148840"/>
          </a:xfrm>
          <a:prstGeom prst="roundRect">
            <a:avLst>
              <a:gd name="adj" fmla="val 5106"/>
            </a:avLst>
          </a:prstGeom>
          <a:solidFill>
            <a:schemeClr val="bg2"/>
          </a:solidFill>
          <a:ln w="12700">
            <a:solidFill>
              <a:schemeClr val="bg2"/>
            </a:solidFill>
            <a:prstDash val="solid"/>
          </a:ln>
        </p:spPr>
      </p:sp>
      <p:sp>
        <p:nvSpPr>
          <p:cNvPr id="19" name="et-ik-3-sirkulu"/>
          <p:cNvSpPr/>
          <p:nvPr/>
        </p:nvSpPr>
        <p:spPr>
          <a:xfrm>
            <a:off x="822960" y="4114800"/>
            <a:ext cx="777240" cy="777240"/>
          </a:xfrm>
          <a:prstGeom prst="ellipse">
            <a:avLst/>
          </a:prstGeom>
          <a:solidFill>
            <a:schemeClr val="accent4"/>
          </a:solidFill>
          <a:ln w="12700">
            <a:solidFill>
              <a:schemeClr val="accent4"/>
            </a:solidFill>
            <a:prstDash val="solid"/>
          </a:ln>
        </p:spPr>
      </p:sp>
      <p:pic>
        <p:nvPicPr>
          <p:cNvPr id="20" name="et-ik-3-ikone" descr="preencoded.png">    </p:cNvPr>
          <p:cNvPicPr>
            <a:picLocks noChangeAspect="1"/>
          </p:cNvPicPr>
          <p:nvPr/>
        </p:nvPicPr>
        <p:blipFill>
          <a:blip r:embed="rId4"/>
          <a:stretch>
            <a:fillRect/>
          </a:stretch>
        </p:blipFill>
        <p:spPr>
          <a:xfrm>
            <a:off x="1009498" y="4301338"/>
            <a:ext cx="404165" cy="404165"/>
          </a:xfrm>
          <a:prstGeom prst="rect">
            <a:avLst/>
          </a:prstGeom>
        </p:spPr>
      </p:pic>
      <p:sp>
        <p:nvSpPr>
          <p:cNvPr id="21" name="Text 15"/>
          <p:cNvSpPr txBox="1"/>
          <p:nvPr/>
        </p:nvSpPr>
        <p:spPr>
          <a:xfrm>
            <a:off x="1737360" y="4114800"/>
            <a:ext cx="2143658" cy="777240"/>
          </a:xfrm>
          <a:prstGeom prst="rect">
            <a:avLst/>
          </a:prstGeom>
          <a:noFill/>
          <a:ln/>
        </p:spPr>
        <p:txBody>
          <a:bodyPr wrap="square" lIns="0" tIns="0" rIns="0" bIns="0" rtlCol="0" anchor="ctr"/>
          <a:lstStyle/>
          <a:p>
            <a:pPr indent="0" marL="0">
              <a:buNone/>
            </a:pPr>
            <a:r>
              <a:rPr lang="en-US" sz="1550" b="1" dirty="0">
                <a:solidFill>
                  <a:schemeClr val="tx2"/>
                </a:solidFill>
              </a:rPr>
              <a:t>Konfidensialidade</a:t>
            </a:r>
            <a:endParaRPr lang="en-US" sz="1550" dirty="0"/>
          </a:p>
        </p:txBody>
      </p:sp>
      <p:sp>
        <p:nvSpPr>
          <p:cNvPr id="22" name="Text 16"/>
          <p:cNvSpPr txBox="1"/>
          <p:nvPr/>
        </p:nvSpPr>
        <p:spPr>
          <a:xfrm>
            <a:off x="822960" y="5074920"/>
            <a:ext cx="2875178" cy="822960"/>
          </a:xfrm>
          <a:prstGeom prst="rect">
            <a:avLst/>
          </a:prstGeom>
          <a:noFill/>
          <a:ln/>
        </p:spPr>
        <p:txBody>
          <a:bodyPr wrap="square" lIns="0" tIns="0" rIns="0" bIns="0" rtlCol="0" anchor="t"/>
          <a:lstStyle/>
          <a:p>
            <a:pPr indent="0" marL="0">
              <a:buNone/>
            </a:pPr>
            <a:r>
              <a:rPr lang="en-US" sz="1450" dirty="0">
                <a:solidFill>
                  <a:schemeClr val="tx1"/>
                </a:solidFill>
              </a:rPr>
              <a:t>Naran no kontaktu la fahe ho ema seluk.</a:t>
            </a:r>
            <a:endParaRPr lang="en-US" sz="1450" dirty="0"/>
          </a:p>
        </p:txBody>
      </p:sp>
      <p:sp>
        <p:nvSpPr>
          <p:cNvPr id="23" name="et-4"/>
          <p:cNvSpPr/>
          <p:nvPr/>
        </p:nvSpPr>
        <p:spPr>
          <a:xfrm>
            <a:off x="4246778" y="3840480"/>
            <a:ext cx="3423818" cy="2148840"/>
          </a:xfrm>
          <a:prstGeom prst="roundRect">
            <a:avLst>
              <a:gd name="adj" fmla="val 5106"/>
            </a:avLst>
          </a:prstGeom>
          <a:solidFill>
            <a:schemeClr val="bg2"/>
          </a:solidFill>
          <a:ln w="12700">
            <a:solidFill>
              <a:schemeClr val="bg2"/>
            </a:solidFill>
            <a:prstDash val="solid"/>
          </a:ln>
        </p:spPr>
      </p:sp>
      <p:sp>
        <p:nvSpPr>
          <p:cNvPr id="24" name="et-ik-4-sirkulu"/>
          <p:cNvSpPr/>
          <p:nvPr/>
        </p:nvSpPr>
        <p:spPr>
          <a:xfrm>
            <a:off x="4521098" y="4114800"/>
            <a:ext cx="777240" cy="777240"/>
          </a:xfrm>
          <a:prstGeom prst="ellipse">
            <a:avLst/>
          </a:prstGeom>
          <a:solidFill>
            <a:schemeClr val="accent3"/>
          </a:solidFill>
          <a:ln w="12700">
            <a:solidFill>
              <a:schemeClr val="accent3"/>
            </a:solidFill>
            <a:prstDash val="solid"/>
          </a:ln>
        </p:spPr>
      </p:sp>
      <p:pic>
        <p:nvPicPr>
          <p:cNvPr id="25" name="et-ik-4-ikone" descr="preencoded.png">    </p:cNvPr>
          <p:cNvPicPr>
            <a:picLocks noChangeAspect="1"/>
          </p:cNvPicPr>
          <p:nvPr/>
        </p:nvPicPr>
        <p:blipFill>
          <a:blip r:embed="rId5"/>
          <a:stretch>
            <a:fillRect/>
          </a:stretch>
        </p:blipFill>
        <p:spPr>
          <a:xfrm>
            <a:off x="4707636" y="4301338"/>
            <a:ext cx="404165" cy="404165"/>
          </a:xfrm>
          <a:prstGeom prst="rect">
            <a:avLst/>
          </a:prstGeom>
        </p:spPr>
      </p:pic>
      <p:sp>
        <p:nvSpPr>
          <p:cNvPr id="26" name="Text 19"/>
          <p:cNvSpPr txBox="1"/>
          <p:nvPr/>
        </p:nvSpPr>
        <p:spPr>
          <a:xfrm>
            <a:off x="5435498" y="4114800"/>
            <a:ext cx="2143658" cy="777240"/>
          </a:xfrm>
          <a:prstGeom prst="rect">
            <a:avLst/>
          </a:prstGeom>
          <a:noFill/>
          <a:ln/>
        </p:spPr>
        <p:txBody>
          <a:bodyPr wrap="square" lIns="0" tIns="0" rIns="0" bIns="0" rtlCol="0" anchor="ctr"/>
          <a:lstStyle/>
          <a:p>
            <a:pPr indent="0" marL="0">
              <a:buNone/>
            </a:pPr>
            <a:r>
              <a:rPr lang="en-US" sz="1550" b="1" dirty="0">
                <a:solidFill>
                  <a:schemeClr val="tx2"/>
                </a:solidFill>
              </a:rPr>
              <a:t>Respeitu</a:t>
            </a:r>
            <a:endParaRPr lang="en-US" sz="1550" dirty="0"/>
          </a:p>
        </p:txBody>
      </p:sp>
      <p:sp>
        <p:nvSpPr>
          <p:cNvPr id="27" name="Text 20"/>
          <p:cNvSpPr txBox="1"/>
          <p:nvPr/>
        </p:nvSpPr>
        <p:spPr>
          <a:xfrm>
            <a:off x="4521098" y="5074920"/>
            <a:ext cx="2875178" cy="822960"/>
          </a:xfrm>
          <a:prstGeom prst="rect">
            <a:avLst/>
          </a:prstGeom>
          <a:noFill/>
          <a:ln/>
        </p:spPr>
        <p:txBody>
          <a:bodyPr wrap="square" lIns="0" tIns="0" rIns="0" bIns="0" rtlCol="0" anchor="t"/>
          <a:lstStyle/>
          <a:p>
            <a:pPr indent="0" marL="0">
              <a:buNone/>
            </a:pPr>
            <a:r>
              <a:rPr lang="en-US" sz="1450" dirty="0">
                <a:solidFill>
                  <a:schemeClr val="tx1"/>
                </a:solidFill>
              </a:rPr>
              <a:t>Kultura, lisan, lideransa lokál no vítima.</a:t>
            </a:r>
            <a:endParaRPr lang="en-US" sz="1450" dirty="0"/>
          </a:p>
        </p:txBody>
      </p:sp>
      <p:sp>
        <p:nvSpPr>
          <p:cNvPr id="28" name="et-5"/>
          <p:cNvSpPr/>
          <p:nvPr/>
        </p:nvSpPr>
        <p:spPr>
          <a:xfrm>
            <a:off x="7944917" y="3840480"/>
            <a:ext cx="3423818" cy="2148840"/>
          </a:xfrm>
          <a:prstGeom prst="roundRect">
            <a:avLst>
              <a:gd name="adj" fmla="val 5106"/>
            </a:avLst>
          </a:prstGeom>
          <a:solidFill>
            <a:schemeClr val="bg2"/>
          </a:solidFill>
          <a:ln w="12700">
            <a:solidFill>
              <a:schemeClr val="bg2"/>
            </a:solidFill>
            <a:prstDash val="solid"/>
          </a:ln>
        </p:spPr>
      </p:sp>
      <p:sp>
        <p:nvSpPr>
          <p:cNvPr id="29" name="et-ik-5-sirkulu"/>
          <p:cNvSpPr/>
          <p:nvPr/>
        </p:nvSpPr>
        <p:spPr>
          <a:xfrm>
            <a:off x="8219237" y="4114800"/>
            <a:ext cx="777240" cy="777240"/>
          </a:xfrm>
          <a:prstGeom prst="ellipse">
            <a:avLst/>
          </a:prstGeom>
          <a:solidFill>
            <a:schemeClr val="tx2"/>
          </a:solidFill>
          <a:ln w="12700">
            <a:solidFill>
              <a:schemeClr val="tx2"/>
            </a:solidFill>
            <a:prstDash val="solid"/>
          </a:ln>
        </p:spPr>
      </p:sp>
      <p:pic>
        <p:nvPicPr>
          <p:cNvPr id="30" name="et-ik-5-ikone" descr="preencoded.png">    </p:cNvPr>
          <p:cNvPicPr>
            <a:picLocks noChangeAspect="1"/>
          </p:cNvPicPr>
          <p:nvPr/>
        </p:nvPicPr>
        <p:blipFill>
          <a:blip r:embed="rId6"/>
          <a:stretch>
            <a:fillRect/>
          </a:stretch>
        </p:blipFill>
        <p:spPr>
          <a:xfrm>
            <a:off x="8405774" y="4301338"/>
            <a:ext cx="404165" cy="404165"/>
          </a:xfrm>
          <a:prstGeom prst="rect">
            <a:avLst/>
          </a:prstGeom>
        </p:spPr>
      </p:pic>
      <p:sp>
        <p:nvSpPr>
          <p:cNvPr id="31" name="Text 23"/>
          <p:cNvSpPr txBox="1"/>
          <p:nvPr/>
        </p:nvSpPr>
        <p:spPr>
          <a:xfrm>
            <a:off x="9133637" y="4114800"/>
            <a:ext cx="2143658" cy="777240"/>
          </a:xfrm>
          <a:prstGeom prst="rect">
            <a:avLst/>
          </a:prstGeom>
          <a:noFill/>
          <a:ln/>
        </p:spPr>
        <p:txBody>
          <a:bodyPr wrap="square" lIns="0" tIns="0" rIns="0" bIns="0" rtlCol="0" anchor="ctr"/>
          <a:lstStyle/>
          <a:p>
            <a:pPr indent="0" marL="0">
              <a:buNone/>
            </a:pPr>
            <a:r>
              <a:rPr lang="en-US" sz="1550" b="1" dirty="0">
                <a:solidFill>
                  <a:schemeClr val="tx2"/>
                </a:solidFill>
              </a:rPr>
              <a:t>Loos no kompletu</a:t>
            </a:r>
            <a:endParaRPr lang="en-US" sz="1550" dirty="0"/>
          </a:p>
        </p:txBody>
      </p:sp>
      <p:sp>
        <p:nvSpPr>
          <p:cNvPr id="32" name="Text 24"/>
          <p:cNvSpPr txBox="1"/>
          <p:nvPr/>
        </p:nvSpPr>
        <p:spPr>
          <a:xfrm>
            <a:off x="8219237" y="5074920"/>
            <a:ext cx="2875178" cy="822960"/>
          </a:xfrm>
          <a:prstGeom prst="rect">
            <a:avLst/>
          </a:prstGeom>
          <a:noFill/>
          <a:ln/>
        </p:spPr>
        <p:txBody>
          <a:bodyPr wrap="square" lIns="0" tIns="0" rIns="0" bIns="0" rtlCol="0" anchor="t"/>
          <a:lstStyle/>
          <a:p>
            <a:pPr indent="0" marL="0">
              <a:buNone/>
            </a:pPr>
            <a:r>
              <a:rPr lang="en-US" sz="1450" dirty="0">
                <a:solidFill>
                  <a:schemeClr val="tx1"/>
                </a:solidFill>
              </a:rPr>
              <a:t>Verifika dadus; hakerek "La hatene" se la iha.</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Proteje dadus: halo no labele</a:t>
            </a:r>
            <a:endParaRPr lang="en-US" sz="3000" dirty="0"/>
          </a:p>
        </p:txBody>
      </p:sp>
      <p:sp>
        <p:nvSpPr>
          <p:cNvPr id="3" name="hl-0"/>
          <p:cNvSpPr/>
          <p:nvPr/>
        </p:nvSpPr>
        <p:spPr>
          <a:xfrm>
            <a:off x="548640" y="1463040"/>
            <a:ext cx="5410048" cy="4663440"/>
          </a:xfrm>
          <a:prstGeom prst="roundRect">
            <a:avLst>
              <a:gd name="adj" fmla="val 2353"/>
            </a:avLst>
          </a:prstGeom>
          <a:solidFill>
            <a:schemeClr val="bg2"/>
          </a:solidFill>
          <a:ln w="12700">
            <a:solidFill>
              <a:schemeClr val="bg2"/>
            </a:solidFill>
            <a:prstDash val="solid"/>
          </a:ln>
        </p:spPr>
      </p:sp>
      <p:sp>
        <p:nvSpPr>
          <p:cNvPr id="4" name="hl-ik-0-sirkulu"/>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hl-ik-0-ikone" descr="preencoded.png">    </p:cNvPr>
          <p:cNvPicPr>
            <a:picLocks noChangeAspect="1"/>
          </p:cNvPicPr>
          <p:nvPr/>
        </p:nvPicPr>
        <p:blipFill>
          <a:blip r:embed="rId1"/>
          <a:stretch>
            <a:fillRect/>
          </a:stretch>
        </p:blipFill>
        <p:spPr>
          <a:xfrm>
            <a:off x="1066190" y="1889150"/>
            <a:ext cx="427939" cy="427939"/>
          </a:xfrm>
          <a:prstGeom prst="rect">
            <a:avLst/>
          </a:prstGeom>
        </p:spPr>
      </p:pic>
      <p:sp>
        <p:nvSpPr>
          <p:cNvPr id="6" name="Text 3"/>
          <p:cNvSpPr txBox="1"/>
          <p:nvPr/>
        </p:nvSpPr>
        <p:spPr>
          <a:xfrm>
            <a:off x="1874520" y="1737360"/>
            <a:ext cx="3855568" cy="731520"/>
          </a:xfrm>
          <a:prstGeom prst="rect">
            <a:avLst/>
          </a:prstGeom>
          <a:noFill/>
          <a:ln/>
        </p:spPr>
        <p:txBody>
          <a:bodyPr wrap="square" lIns="0" tIns="0" rIns="0" bIns="0" rtlCol="0" anchor="ctr"/>
          <a:lstStyle/>
          <a:p>
            <a:pPr indent="0" marL="0">
              <a:buNone/>
            </a:pPr>
            <a:r>
              <a:rPr lang="en-US" sz="2600" b="1" dirty="0">
                <a:solidFill>
                  <a:schemeClr val="accent1"/>
                </a:solidFill>
              </a:rPr>
              <a:t>Halo</a:t>
            </a:r>
            <a:endParaRPr lang="en-US" sz="2600" dirty="0"/>
          </a:p>
        </p:txBody>
      </p:sp>
      <p:sp>
        <p:nvSpPr>
          <p:cNvPr id="7" name="Text 4"/>
          <p:cNvSpPr txBox="1"/>
          <p:nvPr/>
        </p:nvSpPr>
        <p:spPr>
          <a:xfrm>
            <a:off x="960120" y="2788920"/>
            <a:ext cx="4678528" cy="3108960"/>
          </a:xfrm>
          <a:prstGeom prst="rect">
            <a:avLst/>
          </a:prstGeom>
          <a:noFill/>
          <a:ln/>
        </p:spPr>
        <p:txBody>
          <a:bodyPr wrap="square" lIns="0" tIns="0" rIns="0" bIns="0" rtlCol="0" anchor="t"/>
          <a:lstStyle/>
          <a:p>
            <a:pPr marL="342900" indent="-342900">
              <a:spcAft>
                <a:spcPts val="1200"/>
              </a:spcAft>
              <a:buSzPct val="100000"/>
              <a:buChar char="•"/>
            </a:pPr>
            <a:r>
              <a:rPr lang="en-US" sz="1650" dirty="0">
                <a:solidFill>
                  <a:schemeClr val="tx1"/>
                </a:solidFill>
              </a:rPr>
              <a:t>Troka password default kedas</a:t>
            </a:r>
            <a:endParaRPr lang="en-US" sz="1650" dirty="0"/>
          </a:p>
          <a:p>
            <a:pPr marL="342900" indent="-342900">
              <a:spcAft>
                <a:spcPts val="1200"/>
              </a:spcAft>
              <a:buSzPct val="100000"/>
              <a:buChar char="•"/>
            </a:pPr>
            <a:r>
              <a:rPr lang="en-US" sz="1650" dirty="0">
                <a:solidFill>
                  <a:schemeClr val="tx1"/>
                </a:solidFill>
              </a:rPr>
              <a:t>Xave app bainhira la uza</a:t>
            </a:r>
            <a:endParaRPr lang="en-US" sz="1650" dirty="0"/>
          </a:p>
          <a:p>
            <a:pPr marL="342900" indent="-342900">
              <a:spcAft>
                <a:spcPts val="1200"/>
              </a:spcAft>
              <a:buSzPct val="100000"/>
              <a:buChar char="•"/>
            </a:pPr>
            <a:r>
              <a:rPr lang="en-US" sz="1650" dirty="0">
                <a:solidFill>
                  <a:schemeClr val="tx1"/>
                </a:solidFill>
              </a:rPr>
              <a:t>Sinkron loron-loron</a:t>
            </a:r>
            <a:endParaRPr lang="en-US" sz="1650" dirty="0"/>
          </a:p>
          <a:p>
            <a:pPr marL="342900" indent="-342900">
              <a:spcAft>
                <a:spcPts val="1200"/>
              </a:spcAft>
              <a:buSzPct val="100000"/>
              <a:buChar char="•"/>
            </a:pPr>
            <a:r>
              <a:rPr lang="en-US" sz="1650" dirty="0">
                <a:solidFill>
                  <a:schemeClr val="tx1"/>
                </a:solidFill>
              </a:rPr>
              <a:t>Informa Admin kedas se HP lakon</a:t>
            </a:r>
            <a:endParaRPr lang="en-US" sz="1650" dirty="0"/>
          </a:p>
          <a:p>
            <a:pPr marL="342900" indent="-342900">
              <a:spcAft>
                <a:spcPts val="1200"/>
              </a:spcAft>
              <a:buSzPct val="100000"/>
              <a:buChar char="•"/>
            </a:pPr>
            <a:r>
              <a:rPr lang="en-US" sz="1650" dirty="0">
                <a:solidFill>
                  <a:schemeClr val="tx1"/>
                </a:solidFill>
              </a:rPr>
              <a:t>Uza "La publika" se komunidade husu</a:t>
            </a:r>
            <a:endParaRPr lang="en-US" sz="1650" dirty="0"/>
          </a:p>
        </p:txBody>
      </p:sp>
      <p:sp>
        <p:nvSpPr>
          <p:cNvPr id="8" name="hl-1"/>
          <p:cNvSpPr/>
          <p:nvPr/>
        </p:nvSpPr>
        <p:spPr>
          <a:xfrm>
            <a:off x="6233008" y="1463040"/>
            <a:ext cx="5410048" cy="4663440"/>
          </a:xfrm>
          <a:prstGeom prst="roundRect">
            <a:avLst>
              <a:gd name="adj" fmla="val 2353"/>
            </a:avLst>
          </a:prstGeom>
          <a:solidFill>
            <a:srgbClr val="FBECEC"/>
          </a:solidFill>
          <a:ln w="12700">
            <a:solidFill>
              <a:srgbClr val="FBECEC"/>
            </a:solidFill>
            <a:prstDash val="solid"/>
          </a:ln>
        </p:spPr>
      </p:sp>
      <p:sp>
        <p:nvSpPr>
          <p:cNvPr id="9" name="hl-ik-1-sirkulu"/>
          <p:cNvSpPr/>
          <p:nvPr/>
        </p:nvSpPr>
        <p:spPr>
          <a:xfrm>
            <a:off x="6553048" y="1691640"/>
            <a:ext cx="822960" cy="822960"/>
          </a:xfrm>
          <a:prstGeom prst="ellipse">
            <a:avLst/>
          </a:prstGeom>
          <a:solidFill>
            <a:schemeClr val="accent4"/>
          </a:solidFill>
          <a:ln w="12700">
            <a:solidFill>
              <a:schemeClr val="accent4"/>
            </a:solidFill>
            <a:prstDash val="solid"/>
          </a:ln>
        </p:spPr>
      </p:sp>
      <p:pic>
        <p:nvPicPr>
          <p:cNvPr id="10" name="hl-ik-1-ikone" descr="preencoded.png">    </p:cNvPr>
          <p:cNvPicPr>
            <a:picLocks noChangeAspect="1"/>
          </p:cNvPicPr>
          <p:nvPr/>
        </p:nvPicPr>
        <p:blipFill>
          <a:blip r:embed="rId2"/>
          <a:stretch>
            <a:fillRect/>
          </a:stretch>
        </p:blipFill>
        <p:spPr>
          <a:xfrm>
            <a:off x="6750558" y="1889150"/>
            <a:ext cx="427939" cy="427939"/>
          </a:xfrm>
          <a:prstGeom prst="rect">
            <a:avLst/>
          </a:prstGeom>
        </p:spPr>
      </p:pic>
      <p:sp>
        <p:nvSpPr>
          <p:cNvPr id="11" name="Text 7"/>
          <p:cNvSpPr txBox="1"/>
          <p:nvPr/>
        </p:nvSpPr>
        <p:spPr>
          <a:xfrm>
            <a:off x="7558888" y="1737360"/>
            <a:ext cx="3855568" cy="731520"/>
          </a:xfrm>
          <a:prstGeom prst="rect">
            <a:avLst/>
          </a:prstGeom>
          <a:noFill/>
          <a:ln/>
        </p:spPr>
        <p:txBody>
          <a:bodyPr wrap="square" lIns="0" tIns="0" rIns="0" bIns="0" rtlCol="0" anchor="ctr"/>
          <a:lstStyle/>
          <a:p>
            <a:pPr indent="0" marL="0">
              <a:buNone/>
            </a:pPr>
            <a:r>
              <a:rPr lang="en-US" sz="2600" b="1" dirty="0">
                <a:solidFill>
                  <a:schemeClr val="accent4"/>
                </a:solidFill>
              </a:rPr>
              <a:t>Labele</a:t>
            </a:r>
            <a:endParaRPr lang="en-US" sz="2600" dirty="0"/>
          </a:p>
        </p:txBody>
      </p:sp>
      <p:sp>
        <p:nvSpPr>
          <p:cNvPr id="12" name="Text 8"/>
          <p:cNvSpPr txBox="1"/>
          <p:nvPr/>
        </p:nvSpPr>
        <p:spPr>
          <a:xfrm>
            <a:off x="6644488" y="2788920"/>
            <a:ext cx="4678528" cy="3108960"/>
          </a:xfrm>
          <a:prstGeom prst="rect">
            <a:avLst/>
          </a:prstGeom>
          <a:noFill/>
          <a:ln/>
        </p:spPr>
        <p:txBody>
          <a:bodyPr wrap="square" lIns="0" tIns="0" rIns="0" bIns="0" rtlCol="0" anchor="t"/>
          <a:lstStyle/>
          <a:p>
            <a:pPr marL="342900" indent="-342900">
              <a:spcAft>
                <a:spcPts val="1200"/>
              </a:spcAft>
              <a:buSzPct val="100000"/>
              <a:buChar char="•"/>
            </a:pPr>
            <a:r>
              <a:rPr lang="en-US" sz="1650" dirty="0">
                <a:solidFill>
                  <a:schemeClr val="tx1"/>
                </a:solidFill>
              </a:rPr>
              <a:t>Fahe password ka PIN, ba kolega mós</a:t>
            </a:r>
            <a:endParaRPr lang="en-US" sz="1650" dirty="0"/>
          </a:p>
          <a:p>
            <a:pPr marL="342900" indent="-342900">
              <a:spcAft>
                <a:spcPts val="1200"/>
              </a:spcAft>
              <a:buSzPct val="100000"/>
              <a:buChar char="•"/>
            </a:pPr>
            <a:r>
              <a:rPr lang="en-US" sz="1650" dirty="0">
                <a:solidFill>
                  <a:schemeClr val="tx1"/>
                </a:solidFill>
              </a:rPr>
              <a:t>Hakerek PIN iha papél hamutuk ho HP</a:t>
            </a:r>
            <a:endParaRPr lang="en-US" sz="1650" dirty="0"/>
          </a:p>
          <a:p>
            <a:pPr marL="342900" indent="-342900">
              <a:spcAft>
                <a:spcPts val="1200"/>
              </a:spcAft>
              <a:buSzPct val="100000"/>
              <a:buChar char="•"/>
            </a:pPr>
            <a:r>
              <a:rPr lang="en-US" sz="1650" dirty="0">
                <a:solidFill>
                  <a:schemeClr val="tx1"/>
                </a:solidFill>
              </a:rPr>
              <a:t>Fahe foto kazu iha Facebook / WhatsApp</a:t>
            </a:r>
            <a:endParaRPr lang="en-US" sz="1650" dirty="0"/>
          </a:p>
          <a:p>
            <a:pPr marL="342900" indent="-342900">
              <a:spcAft>
                <a:spcPts val="1200"/>
              </a:spcAft>
              <a:buSzPct val="100000"/>
              <a:buChar char="•"/>
            </a:pPr>
            <a:r>
              <a:rPr lang="en-US" sz="1650" dirty="0">
                <a:solidFill>
                  <a:schemeClr val="tx1"/>
                </a:solidFill>
              </a:rPr>
              <a:t>Login iha komputadór públiku</a:t>
            </a:r>
            <a:endParaRPr lang="en-US" sz="1650" dirty="0"/>
          </a:p>
          <a:p>
            <a:pPr marL="342900" indent="-342900">
              <a:spcAft>
                <a:spcPts val="1200"/>
              </a:spcAft>
              <a:buSzPct val="100000"/>
              <a:buChar char="•"/>
            </a:pPr>
            <a:r>
              <a:rPr lang="en-US" sz="1650" dirty="0">
                <a:solidFill>
                  <a:schemeClr val="tx1"/>
                </a:solidFill>
              </a:rPr>
              <a:t>Rai kazu barak iha HP loron barak</a:t>
            </a:r>
            <a:endParaRPr lang="en-US" sz="16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8686800" cy="1097280"/>
          </a:xfrm>
          <a:prstGeom prst="rect">
            <a:avLst/>
          </a:prstGeom>
          <a:noFill/>
          <a:ln/>
        </p:spPr>
        <p:txBody>
          <a:bodyPr wrap="square" lIns="0" tIns="0" rIns="0" bIns="0" rtlCol="0" anchor="ctr"/>
          <a:lstStyle/>
          <a:p>
            <a:pPr algn="l" indent="0" marL="0">
              <a:buNone/>
            </a:pPr>
            <a:r>
              <a:rPr lang="en-US" sz="4400" b="1" dirty="0">
                <a:solidFill>
                  <a:schemeClr val="bg1"/>
                </a:solidFill>
              </a:rPr>
              <a:t>Simulasaun kazu</a:t>
            </a:r>
            <a:endParaRPr lang="en-US" sz="4400" dirty="0"/>
          </a:p>
        </p:txBody>
      </p:sp>
      <p:sp>
        <p:nvSpPr>
          <p:cNvPr id="3" name="Text 0"/>
          <p:cNvSpPr/>
          <p:nvPr>
            <p:ph idx="101" type="body" hasCustomPrompt="1"/>
          </p:nvPr>
        </p:nvSpPr>
        <p:spPr>
          <a:xfrm>
            <a:off x="548640" y="3794760"/>
            <a:ext cx="8686800" cy="914400"/>
          </a:xfrm>
          <a:prstGeom prst="rect">
            <a:avLst/>
          </a:prstGeom>
          <a:noFill/>
          <a:ln/>
        </p:spPr>
        <p:txBody>
          <a:bodyPr wrap="square" lIns="0" tIns="0" rIns="0" bIns="0" rtlCol="0" anchor="t"/>
          <a:lstStyle/>
          <a:p>
            <a:pPr indent="0" marL="0">
              <a:buNone/>
            </a:pPr>
            <a:r>
              <a:rPr lang="en-US" sz="2000" dirty="0">
                <a:solidFill>
                  <a:schemeClr val="bg1"/>
                </a:solidFill>
              </a:rPr>
              <a:t>Grupu rejista kazu husi hahú to'o sinkron</a:t>
            </a:r>
            <a:endParaRPr lang="en-US" sz="2000" dirty="0"/>
          </a:p>
        </p:txBody>
      </p:sp>
      <p:sp>
        <p:nvSpPr>
          <p:cNvPr id="4" name="seksaun-n"/>
          <p:cNvSpPr txBox="1"/>
          <p:nvPr/>
        </p:nvSpPr>
        <p:spPr>
          <a:xfrm>
            <a:off x="9052560" y="1463040"/>
            <a:ext cx="2651760" cy="2377440"/>
          </a:xfrm>
          <a:prstGeom prst="rect">
            <a:avLst/>
          </a:prstGeom>
          <a:noFill/>
          <a:ln/>
        </p:spPr>
        <p:txBody>
          <a:bodyPr wrap="square" lIns="0" tIns="0" rIns="0" bIns="0" rtlCol="0" anchor="ctr"/>
          <a:lstStyle/>
          <a:p>
            <a:pPr algn="r" indent="0" marL="0">
              <a:buNone/>
            </a:pPr>
            <a:r>
              <a:rPr lang="en-US" sz="15000" b="1" dirty="0">
                <a:solidFill>
                  <a:schemeClr val="bg1">
                    <a:alpha val="30000"/>
                  </a:schemeClr>
                </a:solidFill>
                <a:latin typeface="Cambria" pitchFamily="34" charset="0"/>
                <a:ea typeface="Cambria" pitchFamily="34" charset="-122"/>
                <a:cs typeface="Cambria" pitchFamily="34" charset="-120"/>
              </a:rPr>
              <a:t>04</a:t>
            </a:r>
            <a:endParaRPr lang="en-US" sz="15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Senáriu: eviksaun iha aldeia ida</a:t>
            </a:r>
            <a:endParaRPr lang="en-US" sz="3000" dirty="0"/>
          </a:p>
        </p:txBody>
      </p:sp>
      <p:sp>
        <p:nvSpPr>
          <p:cNvPr id="3" name="sen-karta"/>
          <p:cNvSpPr/>
          <p:nvPr/>
        </p:nvSpPr>
        <p:spPr>
          <a:xfrm>
            <a:off x="548640" y="1463040"/>
            <a:ext cx="5760720" cy="4663440"/>
          </a:xfrm>
          <a:prstGeom prst="roundRect">
            <a:avLst>
              <a:gd name="adj" fmla="val 2353"/>
            </a:avLst>
          </a:prstGeom>
          <a:solidFill>
            <a:schemeClr val="bg1"/>
          </a:solidFill>
          <a:ln w="12700">
            <a:solidFill>
              <a:schemeClr val="bg1"/>
            </a:solidFill>
            <a:prstDash val="solid"/>
          </a:ln>
        </p:spPr>
      </p:sp>
      <p:sp>
        <p:nvSpPr>
          <p:cNvPr id="4" name="sen-ik-sirkulu"/>
          <p:cNvSpPr/>
          <p:nvPr/>
        </p:nvSpPr>
        <p:spPr>
          <a:xfrm>
            <a:off x="822960" y="1691640"/>
            <a:ext cx="822960" cy="822960"/>
          </a:xfrm>
          <a:prstGeom prst="ellipse">
            <a:avLst/>
          </a:prstGeom>
          <a:solidFill>
            <a:schemeClr val="accent3"/>
          </a:solidFill>
          <a:ln w="12700">
            <a:solidFill>
              <a:schemeClr val="accent3"/>
            </a:solidFill>
            <a:prstDash val="solid"/>
          </a:ln>
        </p:spPr>
      </p:sp>
      <p:pic>
        <p:nvPicPr>
          <p:cNvPr id="5" name="sen-ik-ikone" descr="preencoded.png">    </p:cNvPr>
          <p:cNvPicPr>
            <a:picLocks noChangeAspect="1"/>
          </p:cNvPicPr>
          <p:nvPr/>
        </p:nvPicPr>
        <p:blipFill>
          <a:blip r:embed="rId1"/>
          <a:stretch>
            <a:fillRect/>
          </a:stretch>
        </p:blipFill>
        <p:spPr>
          <a:xfrm>
            <a:off x="1020470" y="1889150"/>
            <a:ext cx="427939" cy="427939"/>
          </a:xfrm>
          <a:prstGeom prst="rect">
            <a:avLst/>
          </a:prstGeom>
        </p:spPr>
      </p:pic>
      <p:sp>
        <p:nvSpPr>
          <p:cNvPr id="6" name="Text 3"/>
          <p:cNvSpPr txBox="1"/>
          <p:nvPr/>
        </p:nvSpPr>
        <p:spPr>
          <a:xfrm>
            <a:off x="1828800" y="1783080"/>
            <a:ext cx="4297680" cy="640080"/>
          </a:xfrm>
          <a:prstGeom prst="rect">
            <a:avLst/>
          </a:prstGeom>
          <a:noFill/>
          <a:ln/>
        </p:spPr>
        <p:txBody>
          <a:bodyPr wrap="square" lIns="0" tIns="0" rIns="0" bIns="0" rtlCol="0" anchor="ctr"/>
          <a:lstStyle/>
          <a:p>
            <a:pPr indent="0" marL="0">
              <a:buNone/>
            </a:pPr>
            <a:r>
              <a:rPr lang="en-US" sz="1900" b="1" dirty="0">
                <a:solidFill>
                  <a:schemeClr val="accent3"/>
                </a:solidFill>
              </a:rPr>
              <a:t>Kazu ezemplu (fiktísiu)</a:t>
            </a:r>
            <a:endParaRPr lang="en-US" sz="1900" dirty="0"/>
          </a:p>
        </p:txBody>
      </p:sp>
      <p:sp>
        <p:nvSpPr>
          <p:cNvPr id="7" name="Text 4"/>
          <p:cNvSpPr txBox="1"/>
          <p:nvPr/>
        </p:nvSpPr>
        <p:spPr>
          <a:xfrm>
            <a:off x="868680" y="2697480"/>
            <a:ext cx="5120640" cy="3291840"/>
          </a:xfrm>
          <a:prstGeom prst="rect">
            <a:avLst/>
          </a:prstGeom>
          <a:noFill/>
          <a:ln/>
        </p:spPr>
        <p:txBody>
          <a:bodyPr wrap="square" lIns="0" tIns="0" rIns="0" bIns="0" rtlCol="0" anchor="t"/>
          <a:lstStyle/>
          <a:p>
            <a:pPr indent="0" marL="0">
              <a:buNone/>
            </a:pPr>
            <a:r>
              <a:rPr lang="en-US" sz="1550" dirty="0">
                <a:solidFill>
                  <a:schemeClr val="tx1"/>
                </a:solidFill>
              </a:rPr>
              <a:t>Família 12 (ema 54: mane 26, feto 28) iha Liquiçá simu avizu oral atu sai husi rai ne'ebé sira hela tinan 20.</a:t>
            </a:r>
            <a:endParaRPr lang="en-US" sz="1550" dirty="0"/>
          </a:p>
          <a:p>
            <a:pPr indent="0" marL="0">
              <a:buNone/>
            </a:pPr>
            <a:r>
              <a:rPr lang="en-US" sz="1550" dirty="0">
                <a:solidFill>
                  <a:schemeClr val="tx1"/>
                </a:solidFill>
              </a:rPr>
              <a:t> </a:t>
            </a:r>
            <a:endParaRPr lang="en-US" sz="1550" dirty="0"/>
          </a:p>
          <a:p>
            <a:pPr indent="0" marL="0">
              <a:buNone/>
            </a:pPr>
            <a:r>
              <a:rPr lang="en-US" sz="1550" dirty="0">
                <a:solidFill>
                  <a:schemeClr val="tx1"/>
                </a:solidFill>
              </a:rPr>
              <a:t>Kompañia ida hakarak hari'i armazén. Loron 3 liubá ekipa mai ho seguransa no hamonu uma 2. Komunidade seidauk simu notifikasaun hakerek no kazu seidauk iha tribunál.</a:t>
            </a:r>
            <a:endParaRPr lang="en-US" sz="1550" dirty="0"/>
          </a:p>
          <a:p>
            <a:pPr indent="0" marL="0">
              <a:buNone/>
            </a:pPr>
            <a:r>
              <a:rPr lang="en-US" sz="1550" dirty="0">
                <a:solidFill>
                  <a:schemeClr val="tx1"/>
                </a:solidFill>
              </a:rPr>
              <a:t> </a:t>
            </a:r>
            <a:endParaRPr lang="en-US" sz="1550" dirty="0"/>
          </a:p>
          <a:p>
            <a:pPr indent="0" marL="0">
              <a:buNone/>
            </a:pPr>
            <a:r>
              <a:rPr lang="en-US" sz="1550" dirty="0">
                <a:solidFill>
                  <a:schemeClr val="tx1"/>
                </a:solidFill>
              </a:rPr>
              <a:t>Xefe aldeia hakarak sai portavós. Komunidade husu atu kazu la mosu iha públiku.</a:t>
            </a:r>
            <a:endParaRPr lang="en-US" sz="1550" dirty="0"/>
          </a:p>
        </p:txBody>
      </p:sp>
      <p:sp>
        <p:nvSpPr>
          <p:cNvPr id="8" name="Text 5"/>
          <p:cNvSpPr txBox="1"/>
          <p:nvPr/>
        </p:nvSpPr>
        <p:spPr>
          <a:xfrm>
            <a:off x="6629400" y="1508760"/>
            <a:ext cx="5013655" cy="411480"/>
          </a:xfrm>
          <a:prstGeom prst="rect">
            <a:avLst/>
          </a:prstGeom>
          <a:noFill/>
          <a:ln/>
        </p:spPr>
        <p:txBody>
          <a:bodyPr wrap="square" lIns="0" tIns="0" rIns="0" bIns="0" rtlCol="0" anchor="t"/>
          <a:lstStyle/>
          <a:p>
            <a:pPr indent="0" marL="0">
              <a:buNone/>
            </a:pPr>
            <a:r>
              <a:rPr lang="en-US" sz="2000" b="1" dirty="0">
                <a:solidFill>
                  <a:schemeClr val="tx2"/>
                </a:solidFill>
              </a:rPr>
              <a:t>Knaar grupu (minutu 45)</a:t>
            </a:r>
            <a:endParaRPr lang="en-US" sz="2000" dirty="0"/>
          </a:p>
        </p:txBody>
      </p:sp>
      <p:sp>
        <p:nvSpPr>
          <p:cNvPr id="9" name="sen-p-0"/>
          <p:cNvSpPr/>
          <p:nvPr/>
        </p:nvSpPr>
        <p:spPr>
          <a:xfrm>
            <a:off x="6629400" y="2103120"/>
            <a:ext cx="411480" cy="411480"/>
          </a:xfrm>
          <a:prstGeom prst="ellipse">
            <a:avLst/>
          </a:prstGeom>
          <a:solidFill>
            <a:schemeClr val="accent3"/>
          </a:solidFill>
          <a:ln w="12700">
            <a:solidFill>
              <a:schemeClr val="accent3"/>
            </a:solidFill>
            <a:prstDash val="solid"/>
          </a:ln>
        </p:spPr>
      </p:sp>
      <p:sp>
        <p:nvSpPr>
          <p:cNvPr id="10" name="sen-p-0-n"/>
          <p:cNvSpPr txBox="1"/>
          <p:nvPr/>
        </p:nvSpPr>
        <p:spPr>
          <a:xfrm>
            <a:off x="6629400" y="210312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1" name="Text 8"/>
          <p:cNvSpPr txBox="1"/>
          <p:nvPr/>
        </p:nvSpPr>
        <p:spPr>
          <a:xfrm>
            <a:off x="7269480" y="2084832"/>
            <a:ext cx="4373575" cy="576072"/>
          </a:xfrm>
          <a:prstGeom prst="rect">
            <a:avLst/>
          </a:prstGeom>
          <a:noFill/>
          <a:ln/>
        </p:spPr>
        <p:txBody>
          <a:bodyPr wrap="square" lIns="0" tIns="0" rIns="0" bIns="0" rtlCol="0" anchor="t"/>
          <a:lstStyle/>
          <a:p>
            <a:pPr indent="0" marL="0">
              <a:buNone/>
            </a:pPr>
            <a:r>
              <a:rPr lang="en-US" sz="1550" dirty="0">
                <a:solidFill>
                  <a:schemeClr val="tx1"/>
                </a:solidFill>
              </a:rPr>
              <a:t>Login app offline ho PIN husi email.</a:t>
            </a:r>
            <a:endParaRPr lang="en-US" sz="1550" dirty="0"/>
          </a:p>
        </p:txBody>
      </p:sp>
      <p:sp>
        <p:nvSpPr>
          <p:cNvPr id="12" name="sen-p-1"/>
          <p:cNvSpPr/>
          <p:nvPr/>
        </p:nvSpPr>
        <p:spPr>
          <a:xfrm>
            <a:off x="6629400" y="2770632"/>
            <a:ext cx="411480" cy="411480"/>
          </a:xfrm>
          <a:prstGeom prst="ellipse">
            <a:avLst/>
          </a:prstGeom>
          <a:solidFill>
            <a:schemeClr val="accent3"/>
          </a:solidFill>
          <a:ln w="12700">
            <a:solidFill>
              <a:schemeClr val="accent3"/>
            </a:solidFill>
            <a:prstDash val="solid"/>
          </a:ln>
        </p:spPr>
      </p:sp>
      <p:sp>
        <p:nvSpPr>
          <p:cNvPr id="13" name="sen-p-1-n"/>
          <p:cNvSpPr txBox="1"/>
          <p:nvPr/>
        </p:nvSpPr>
        <p:spPr>
          <a:xfrm>
            <a:off x="6629400" y="2770632"/>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 name="Text 11"/>
          <p:cNvSpPr txBox="1"/>
          <p:nvPr/>
        </p:nvSpPr>
        <p:spPr>
          <a:xfrm>
            <a:off x="7269480" y="2752344"/>
            <a:ext cx="4373575" cy="576072"/>
          </a:xfrm>
          <a:prstGeom prst="rect">
            <a:avLst/>
          </a:prstGeom>
          <a:noFill/>
          <a:ln/>
        </p:spPr>
        <p:txBody>
          <a:bodyPr wrap="square" lIns="0" tIns="0" rIns="0" bIns="0" rtlCol="0" anchor="t"/>
          <a:lstStyle/>
          <a:p>
            <a:pPr indent="0" marL="0">
              <a:buNone/>
            </a:pPr>
            <a:r>
              <a:rPr lang="en-US" sz="1550" dirty="0">
                <a:solidFill>
                  <a:schemeClr val="tx1"/>
                </a:solidFill>
              </a:rPr>
              <a:t>Rejista kazu pasu 1–8 tuir senáriu.</a:t>
            </a:r>
            <a:endParaRPr lang="en-US" sz="1550" dirty="0"/>
          </a:p>
        </p:txBody>
      </p:sp>
      <p:sp>
        <p:nvSpPr>
          <p:cNvPr id="15" name="sen-p-2"/>
          <p:cNvSpPr/>
          <p:nvPr/>
        </p:nvSpPr>
        <p:spPr>
          <a:xfrm>
            <a:off x="6629400" y="3438144"/>
            <a:ext cx="411480" cy="411480"/>
          </a:xfrm>
          <a:prstGeom prst="ellipse">
            <a:avLst/>
          </a:prstGeom>
          <a:solidFill>
            <a:schemeClr val="accent3"/>
          </a:solidFill>
          <a:ln w="12700">
            <a:solidFill>
              <a:schemeClr val="accent3"/>
            </a:solidFill>
            <a:prstDash val="solid"/>
          </a:ln>
        </p:spPr>
      </p:sp>
      <p:sp>
        <p:nvSpPr>
          <p:cNvPr id="16" name="sen-p-2-n"/>
          <p:cNvSpPr txBox="1"/>
          <p:nvPr/>
        </p:nvSpPr>
        <p:spPr>
          <a:xfrm>
            <a:off x="6629400" y="3438144"/>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Text 14"/>
          <p:cNvSpPr txBox="1"/>
          <p:nvPr/>
        </p:nvSpPr>
        <p:spPr>
          <a:xfrm>
            <a:off x="7269480" y="3419856"/>
            <a:ext cx="4373575" cy="576072"/>
          </a:xfrm>
          <a:prstGeom prst="rect">
            <a:avLst/>
          </a:prstGeom>
          <a:noFill/>
          <a:ln/>
        </p:spPr>
        <p:txBody>
          <a:bodyPr wrap="square" lIns="0" tIns="0" rIns="0" bIns="0" rtlCol="0" anchor="t"/>
          <a:lstStyle/>
          <a:p>
            <a:pPr indent="0" marL="0">
              <a:buNone/>
            </a:pPr>
            <a:r>
              <a:rPr lang="en-US" sz="1550" dirty="0">
                <a:solidFill>
                  <a:schemeClr val="tx1"/>
                </a:solidFill>
              </a:rPr>
              <a:t>Foti GPS no foto 2 (ezemplu) iha jardín.</a:t>
            </a:r>
            <a:endParaRPr lang="en-US" sz="1550" dirty="0"/>
          </a:p>
        </p:txBody>
      </p:sp>
      <p:sp>
        <p:nvSpPr>
          <p:cNvPr id="18" name="sen-p-3"/>
          <p:cNvSpPr/>
          <p:nvPr/>
        </p:nvSpPr>
        <p:spPr>
          <a:xfrm>
            <a:off x="6629400" y="4105656"/>
            <a:ext cx="411480" cy="411480"/>
          </a:xfrm>
          <a:prstGeom prst="ellipse">
            <a:avLst/>
          </a:prstGeom>
          <a:solidFill>
            <a:schemeClr val="accent3"/>
          </a:solidFill>
          <a:ln w="12700">
            <a:solidFill>
              <a:schemeClr val="accent3"/>
            </a:solidFill>
            <a:prstDash val="solid"/>
          </a:ln>
        </p:spPr>
      </p:sp>
      <p:sp>
        <p:nvSpPr>
          <p:cNvPr id="19" name="sen-p-3-n"/>
          <p:cNvSpPr txBox="1"/>
          <p:nvPr/>
        </p:nvSpPr>
        <p:spPr>
          <a:xfrm>
            <a:off x="6629400" y="4105656"/>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Text 17"/>
          <p:cNvSpPr txBox="1"/>
          <p:nvPr/>
        </p:nvSpPr>
        <p:spPr>
          <a:xfrm>
            <a:off x="7269480" y="4087368"/>
            <a:ext cx="4373575" cy="576072"/>
          </a:xfrm>
          <a:prstGeom prst="rect">
            <a:avLst/>
          </a:prstGeom>
          <a:noFill/>
          <a:ln/>
        </p:spPr>
        <p:txBody>
          <a:bodyPr wrap="square" lIns="0" tIns="0" rIns="0" bIns="0" rtlCol="0" anchor="t"/>
          <a:lstStyle/>
          <a:p>
            <a:pPr indent="0" marL="0">
              <a:buNone/>
            </a:pPr>
            <a:r>
              <a:rPr lang="en-US" sz="1550" dirty="0">
                <a:solidFill>
                  <a:schemeClr val="tx1"/>
                </a:solidFill>
              </a:rPr>
              <a:t>Marka konsentimentu no "La publika".</a:t>
            </a:r>
            <a:endParaRPr lang="en-US" sz="1550" dirty="0"/>
          </a:p>
        </p:txBody>
      </p:sp>
      <p:sp>
        <p:nvSpPr>
          <p:cNvPr id="21" name="sen-p-4"/>
          <p:cNvSpPr/>
          <p:nvPr/>
        </p:nvSpPr>
        <p:spPr>
          <a:xfrm>
            <a:off x="6629400" y="4773168"/>
            <a:ext cx="411480" cy="411480"/>
          </a:xfrm>
          <a:prstGeom prst="ellipse">
            <a:avLst/>
          </a:prstGeom>
          <a:solidFill>
            <a:schemeClr val="accent3"/>
          </a:solidFill>
          <a:ln w="12700">
            <a:solidFill>
              <a:schemeClr val="accent3"/>
            </a:solidFill>
            <a:prstDash val="solid"/>
          </a:ln>
        </p:spPr>
      </p:sp>
      <p:sp>
        <p:nvSpPr>
          <p:cNvPr id="22" name="sen-p-4-n"/>
          <p:cNvSpPr txBox="1"/>
          <p:nvPr/>
        </p:nvSpPr>
        <p:spPr>
          <a:xfrm>
            <a:off x="6629400" y="4773168"/>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3" name="Text 20"/>
          <p:cNvSpPr txBox="1"/>
          <p:nvPr/>
        </p:nvSpPr>
        <p:spPr>
          <a:xfrm>
            <a:off x="7269480" y="4754880"/>
            <a:ext cx="4373575" cy="576072"/>
          </a:xfrm>
          <a:prstGeom prst="rect">
            <a:avLst/>
          </a:prstGeom>
          <a:noFill/>
          <a:ln/>
        </p:spPr>
        <p:txBody>
          <a:bodyPr wrap="square" lIns="0" tIns="0" rIns="0" bIns="0" rtlCol="0" anchor="t"/>
          <a:lstStyle/>
          <a:p>
            <a:pPr indent="0" marL="0">
              <a:buNone/>
            </a:pPr>
            <a:r>
              <a:rPr lang="en-US" sz="1550" dirty="0">
                <a:solidFill>
                  <a:schemeClr val="tx1"/>
                </a:solidFill>
              </a:rPr>
              <a:t>Sinkron, depois buka kazu iha SIBAR-RbR online.</a:t>
            </a:r>
            <a:endParaRPr lang="en-US" sz="1550" dirty="0"/>
          </a:p>
        </p:txBody>
      </p:sp>
      <p:sp>
        <p:nvSpPr>
          <p:cNvPr id="24" name="sen-p-5"/>
          <p:cNvSpPr/>
          <p:nvPr/>
        </p:nvSpPr>
        <p:spPr>
          <a:xfrm>
            <a:off x="6629400" y="5440680"/>
            <a:ext cx="411480" cy="411480"/>
          </a:xfrm>
          <a:prstGeom prst="ellipse">
            <a:avLst/>
          </a:prstGeom>
          <a:solidFill>
            <a:schemeClr val="accent3"/>
          </a:solidFill>
          <a:ln w="12700">
            <a:solidFill>
              <a:schemeClr val="accent3"/>
            </a:solidFill>
            <a:prstDash val="solid"/>
          </a:ln>
        </p:spPr>
      </p:sp>
      <p:sp>
        <p:nvSpPr>
          <p:cNvPr id="25" name="sen-p-5-n"/>
          <p:cNvSpPr txBox="1"/>
          <p:nvPr/>
        </p:nvSpPr>
        <p:spPr>
          <a:xfrm>
            <a:off x="6629400" y="5440680"/>
            <a:ext cx="411480" cy="41148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6" name="Text 23"/>
          <p:cNvSpPr txBox="1"/>
          <p:nvPr/>
        </p:nvSpPr>
        <p:spPr>
          <a:xfrm>
            <a:off x="7269480" y="5422392"/>
            <a:ext cx="4373575" cy="576072"/>
          </a:xfrm>
          <a:prstGeom prst="rect">
            <a:avLst/>
          </a:prstGeom>
          <a:noFill/>
          <a:ln/>
        </p:spPr>
        <p:txBody>
          <a:bodyPr wrap="square" lIns="0" tIns="0" rIns="0" bIns="0" rtlCol="0" anchor="t"/>
          <a:lstStyle/>
          <a:p>
            <a:pPr indent="0" marL="0">
              <a:buNone/>
            </a:pPr>
            <a:r>
              <a:rPr lang="en-US" sz="1550" dirty="0">
                <a:solidFill>
                  <a:schemeClr val="tx1"/>
                </a:solidFill>
              </a:rPr>
              <a:t>Grupu seluk verifika: dadus loos no kompletu?</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Problema komún no solusaun</a:t>
            </a:r>
            <a:endParaRPr lang="en-US" sz="3000" dirty="0"/>
          </a:p>
        </p:txBody>
      </p:sp>
      <p:sp>
        <p:nvSpPr>
          <p:cNvPr id="3" name="pb-0"/>
          <p:cNvSpPr/>
          <p:nvPr/>
        </p:nvSpPr>
        <p:spPr>
          <a:xfrm>
            <a:off x="548640" y="1417320"/>
            <a:ext cx="11094415" cy="676656"/>
          </a:xfrm>
          <a:prstGeom prst="roundRect">
            <a:avLst>
              <a:gd name="adj" fmla="val 16216"/>
            </a:avLst>
          </a:prstGeom>
          <a:solidFill>
            <a:schemeClr val="bg2"/>
          </a:solidFill>
          <a:ln w="12700">
            <a:solidFill>
              <a:schemeClr val="bg2"/>
            </a:solidFill>
            <a:prstDash val="solid"/>
          </a:ln>
        </p:spPr>
      </p:sp>
      <p:sp>
        <p:nvSpPr>
          <p:cNvPr id="4" name="Text 2"/>
          <p:cNvSpPr txBox="1"/>
          <p:nvPr/>
        </p:nvSpPr>
        <p:spPr>
          <a:xfrm>
            <a:off x="822960" y="1417320"/>
            <a:ext cx="4480560" cy="676656"/>
          </a:xfrm>
          <a:prstGeom prst="rect">
            <a:avLst/>
          </a:prstGeom>
          <a:noFill/>
          <a:ln/>
        </p:spPr>
        <p:txBody>
          <a:bodyPr wrap="square" lIns="0" tIns="0" rIns="0" bIns="0" rtlCol="0" anchor="ctr"/>
          <a:lstStyle/>
          <a:p>
            <a:pPr indent="0" marL="0">
              <a:buNone/>
            </a:pPr>
            <a:r>
              <a:rPr lang="en-US" sz="1550" b="1" dirty="0">
                <a:solidFill>
                  <a:schemeClr val="tx2"/>
                </a:solidFill>
              </a:rPr>
              <a:t>GPS akurasia liu 50 m</a:t>
            </a:r>
            <a:endParaRPr lang="en-US" sz="1550" dirty="0"/>
          </a:p>
        </p:txBody>
      </p:sp>
      <p:sp>
        <p:nvSpPr>
          <p:cNvPr id="5" name="pb-seta-0"/>
          <p:cNvSpPr/>
          <p:nvPr/>
        </p:nvSpPr>
        <p:spPr>
          <a:xfrm>
            <a:off x="5394960" y="1755648"/>
            <a:ext cx="502920" cy="914"/>
          </a:xfrm>
          <a:prstGeom prst="line">
            <a:avLst/>
          </a:prstGeom>
          <a:noFill/>
          <a:ln w="22225">
            <a:solidFill>
              <a:schemeClr val="accent1"/>
            </a:solidFill>
            <a:prstDash val="solid"/>
            <a:tailEnd type="triangle"/>
          </a:ln>
        </p:spPr>
      </p:sp>
      <p:sp>
        <p:nvSpPr>
          <p:cNvPr id="6" name="Text 4"/>
          <p:cNvSpPr txBox="1"/>
          <p:nvPr/>
        </p:nvSpPr>
        <p:spPr>
          <a:xfrm>
            <a:off x="6080760" y="1417320"/>
            <a:ext cx="5333695" cy="676656"/>
          </a:xfrm>
          <a:prstGeom prst="rect">
            <a:avLst/>
          </a:prstGeom>
          <a:noFill/>
          <a:ln/>
        </p:spPr>
        <p:txBody>
          <a:bodyPr wrap="square" lIns="0" tIns="0" rIns="0" bIns="0" rtlCol="0" anchor="ctr"/>
          <a:lstStyle/>
          <a:p>
            <a:pPr indent="0" marL="0">
              <a:buNone/>
            </a:pPr>
            <a:r>
              <a:rPr lang="en-US" sz="1550" dirty="0">
                <a:solidFill>
                  <a:schemeClr val="tx1"/>
                </a:solidFill>
              </a:rPr>
              <a:t>Ba fatin nakloke, hein segundu 30, Foti GPS fali.</a:t>
            </a:r>
            <a:endParaRPr lang="en-US" sz="1550" dirty="0"/>
          </a:p>
        </p:txBody>
      </p:sp>
      <p:sp>
        <p:nvSpPr>
          <p:cNvPr id="7" name="pb-1"/>
          <p:cNvSpPr/>
          <p:nvPr/>
        </p:nvSpPr>
        <p:spPr>
          <a:xfrm>
            <a:off x="548640" y="2203704"/>
            <a:ext cx="11094415" cy="676656"/>
          </a:xfrm>
          <a:prstGeom prst="roundRect">
            <a:avLst>
              <a:gd name="adj" fmla="val 16216"/>
            </a:avLst>
          </a:prstGeom>
          <a:solidFill>
            <a:schemeClr val="bg1"/>
          </a:solidFill>
          <a:ln w="12700">
            <a:solidFill>
              <a:schemeClr val="bg1"/>
            </a:solidFill>
            <a:prstDash val="solid"/>
          </a:ln>
        </p:spPr>
      </p:sp>
      <p:sp>
        <p:nvSpPr>
          <p:cNvPr id="8" name="Text 6"/>
          <p:cNvSpPr txBox="1"/>
          <p:nvPr/>
        </p:nvSpPr>
        <p:spPr>
          <a:xfrm>
            <a:off x="822960" y="2203704"/>
            <a:ext cx="4480560" cy="676656"/>
          </a:xfrm>
          <a:prstGeom prst="rect">
            <a:avLst/>
          </a:prstGeom>
          <a:noFill/>
          <a:ln/>
        </p:spPr>
        <p:txBody>
          <a:bodyPr wrap="square" lIns="0" tIns="0" rIns="0" bIns="0" rtlCol="0" anchor="ctr"/>
          <a:lstStyle/>
          <a:p>
            <a:pPr indent="0" marL="0">
              <a:buNone/>
            </a:pPr>
            <a:r>
              <a:rPr lang="en-US" sz="1550" b="1" dirty="0">
                <a:solidFill>
                  <a:schemeClr val="tx2"/>
                </a:solidFill>
              </a:rPr>
              <a:t>"Autorizasaun offline la ativu"</a:t>
            </a:r>
            <a:endParaRPr lang="en-US" sz="1550" dirty="0"/>
          </a:p>
        </p:txBody>
      </p:sp>
      <p:sp>
        <p:nvSpPr>
          <p:cNvPr id="9" name="pb-seta-1"/>
          <p:cNvSpPr/>
          <p:nvPr/>
        </p:nvSpPr>
        <p:spPr>
          <a:xfrm>
            <a:off x="5394960" y="2542032"/>
            <a:ext cx="502920" cy="914"/>
          </a:xfrm>
          <a:prstGeom prst="line">
            <a:avLst/>
          </a:prstGeom>
          <a:noFill/>
          <a:ln w="22225">
            <a:solidFill>
              <a:schemeClr val="accent1"/>
            </a:solidFill>
            <a:prstDash val="solid"/>
            <a:tailEnd type="triangle"/>
          </a:ln>
        </p:spPr>
      </p:sp>
      <p:sp>
        <p:nvSpPr>
          <p:cNvPr id="10" name="Text 8"/>
          <p:cNvSpPr txBox="1"/>
          <p:nvPr/>
        </p:nvSpPr>
        <p:spPr>
          <a:xfrm>
            <a:off x="6080760" y="2203704"/>
            <a:ext cx="5333695" cy="676656"/>
          </a:xfrm>
          <a:prstGeom prst="rect">
            <a:avLst/>
          </a:prstGeom>
          <a:noFill/>
          <a:ln/>
        </p:spPr>
        <p:txBody>
          <a:bodyPr wrap="square" lIns="0" tIns="0" rIns="0" bIns="0" rtlCol="0" anchor="ctr"/>
          <a:lstStyle/>
          <a:p>
            <a:pPr indent="0" marL="0">
              <a:buNone/>
            </a:pPr>
            <a:r>
              <a:rPr lang="en-US" sz="1550" dirty="0">
                <a:solidFill>
                  <a:schemeClr val="tx1"/>
                </a:solidFill>
              </a:rPr>
              <a:t>Kontaktu Admin atu fó ka renova autorizasaun.</a:t>
            </a:r>
            <a:endParaRPr lang="en-US" sz="1550" dirty="0"/>
          </a:p>
        </p:txBody>
      </p:sp>
      <p:sp>
        <p:nvSpPr>
          <p:cNvPr id="11" name="pb-2"/>
          <p:cNvSpPr/>
          <p:nvPr/>
        </p:nvSpPr>
        <p:spPr>
          <a:xfrm>
            <a:off x="548640" y="2990088"/>
            <a:ext cx="11094415" cy="676656"/>
          </a:xfrm>
          <a:prstGeom prst="roundRect">
            <a:avLst>
              <a:gd name="adj" fmla="val 16216"/>
            </a:avLst>
          </a:prstGeom>
          <a:solidFill>
            <a:schemeClr val="bg2"/>
          </a:solidFill>
          <a:ln w="12700">
            <a:solidFill>
              <a:schemeClr val="bg2"/>
            </a:solidFill>
            <a:prstDash val="solid"/>
          </a:ln>
        </p:spPr>
      </p:sp>
      <p:sp>
        <p:nvSpPr>
          <p:cNvPr id="12" name="Text 10"/>
          <p:cNvSpPr txBox="1"/>
          <p:nvPr/>
        </p:nvSpPr>
        <p:spPr>
          <a:xfrm>
            <a:off x="822960" y="2990088"/>
            <a:ext cx="4480560" cy="676656"/>
          </a:xfrm>
          <a:prstGeom prst="rect">
            <a:avLst/>
          </a:prstGeom>
          <a:noFill/>
          <a:ln/>
        </p:spPr>
        <p:txBody>
          <a:bodyPr wrap="square" lIns="0" tIns="0" rIns="0" bIns="0" rtlCol="0" anchor="ctr"/>
          <a:lstStyle/>
          <a:p>
            <a:pPr indent="0" marL="0">
              <a:buNone/>
            </a:pPr>
            <a:r>
              <a:rPr lang="en-US" sz="1550" b="1" dirty="0">
                <a:solidFill>
                  <a:schemeClr val="tx2"/>
                </a:solidFill>
              </a:rPr>
              <a:t>"PIN sala" iha login dahuluk</a:t>
            </a:r>
            <a:endParaRPr lang="en-US" sz="1550" dirty="0"/>
          </a:p>
        </p:txBody>
      </p:sp>
      <p:sp>
        <p:nvSpPr>
          <p:cNvPr id="13" name="pb-seta-2"/>
          <p:cNvSpPr/>
          <p:nvPr/>
        </p:nvSpPr>
        <p:spPr>
          <a:xfrm>
            <a:off x="5394960" y="3328416"/>
            <a:ext cx="502920" cy="914"/>
          </a:xfrm>
          <a:prstGeom prst="line">
            <a:avLst/>
          </a:prstGeom>
          <a:noFill/>
          <a:ln w="22225">
            <a:solidFill>
              <a:schemeClr val="accent1"/>
            </a:solidFill>
            <a:prstDash val="solid"/>
            <a:tailEnd type="triangle"/>
          </a:ln>
        </p:spPr>
      </p:sp>
      <p:sp>
        <p:nvSpPr>
          <p:cNvPr id="14" name="Text 12"/>
          <p:cNvSpPr txBox="1"/>
          <p:nvPr/>
        </p:nvSpPr>
        <p:spPr>
          <a:xfrm>
            <a:off x="6080760" y="2990088"/>
            <a:ext cx="5333695" cy="676656"/>
          </a:xfrm>
          <a:prstGeom prst="rect">
            <a:avLst/>
          </a:prstGeom>
          <a:noFill/>
          <a:ln/>
        </p:spPr>
        <p:txBody>
          <a:bodyPr wrap="square" lIns="0" tIns="0" rIns="0" bIns="0" rtlCol="0" anchor="ctr"/>
          <a:lstStyle/>
          <a:p>
            <a:pPr indent="0" marL="0">
              <a:buNone/>
            </a:pPr>
            <a:r>
              <a:rPr lang="en-US" sz="1550" dirty="0">
                <a:solidFill>
                  <a:schemeClr val="tx1"/>
                </a:solidFill>
              </a:rPr>
              <a:t>Haree fali email Admin; sala dala 5 → hein minutu 30.</a:t>
            </a:r>
            <a:endParaRPr lang="en-US" sz="1550" dirty="0"/>
          </a:p>
        </p:txBody>
      </p:sp>
      <p:sp>
        <p:nvSpPr>
          <p:cNvPr id="15" name="pb-3"/>
          <p:cNvSpPr/>
          <p:nvPr/>
        </p:nvSpPr>
        <p:spPr>
          <a:xfrm>
            <a:off x="548640" y="3776472"/>
            <a:ext cx="11094415" cy="676656"/>
          </a:xfrm>
          <a:prstGeom prst="roundRect">
            <a:avLst>
              <a:gd name="adj" fmla="val 16216"/>
            </a:avLst>
          </a:prstGeom>
          <a:solidFill>
            <a:schemeClr val="bg1"/>
          </a:solidFill>
          <a:ln w="12700">
            <a:solidFill>
              <a:schemeClr val="bg1"/>
            </a:solidFill>
            <a:prstDash val="solid"/>
          </a:ln>
        </p:spPr>
      </p:sp>
      <p:sp>
        <p:nvSpPr>
          <p:cNvPr id="16" name="Text 14"/>
          <p:cNvSpPr txBox="1"/>
          <p:nvPr/>
        </p:nvSpPr>
        <p:spPr>
          <a:xfrm>
            <a:off x="822960" y="3776472"/>
            <a:ext cx="4480560" cy="676656"/>
          </a:xfrm>
          <a:prstGeom prst="rect">
            <a:avLst/>
          </a:prstGeom>
          <a:noFill/>
          <a:ln/>
        </p:spPr>
        <p:txBody>
          <a:bodyPr wrap="square" lIns="0" tIns="0" rIns="0" bIns="0" rtlCol="0" anchor="ctr"/>
          <a:lstStyle/>
          <a:p>
            <a:pPr indent="0" marL="0">
              <a:buNone/>
            </a:pPr>
            <a:r>
              <a:rPr lang="en-US" sz="1550" b="1" dirty="0">
                <a:solidFill>
                  <a:schemeClr val="tx2"/>
                </a:solidFill>
              </a:rPr>
              <a:t>"Sesaun sinkron remata"</a:t>
            </a:r>
            <a:endParaRPr lang="en-US" sz="1550" dirty="0"/>
          </a:p>
        </p:txBody>
      </p:sp>
      <p:sp>
        <p:nvSpPr>
          <p:cNvPr id="17" name="pb-seta-3"/>
          <p:cNvSpPr/>
          <p:nvPr/>
        </p:nvSpPr>
        <p:spPr>
          <a:xfrm>
            <a:off x="5394960" y="4114800"/>
            <a:ext cx="502920" cy="914"/>
          </a:xfrm>
          <a:prstGeom prst="line">
            <a:avLst/>
          </a:prstGeom>
          <a:noFill/>
          <a:ln w="22225">
            <a:solidFill>
              <a:schemeClr val="accent1"/>
            </a:solidFill>
            <a:prstDash val="solid"/>
            <a:tailEnd type="triangle"/>
          </a:ln>
        </p:spPr>
      </p:sp>
      <p:sp>
        <p:nvSpPr>
          <p:cNvPr id="18" name="Text 16"/>
          <p:cNvSpPr txBox="1"/>
          <p:nvPr/>
        </p:nvSpPr>
        <p:spPr>
          <a:xfrm>
            <a:off x="6080760" y="3776472"/>
            <a:ext cx="5333695" cy="676656"/>
          </a:xfrm>
          <a:prstGeom prst="rect">
            <a:avLst/>
          </a:prstGeom>
          <a:noFill/>
          <a:ln/>
        </p:spPr>
        <p:txBody>
          <a:bodyPr wrap="square" lIns="0" tIns="0" rIns="0" bIns="0" rtlCol="0" anchor="ctr"/>
          <a:lstStyle/>
          <a:p>
            <a:pPr indent="0" marL="0">
              <a:buNone/>
            </a:pPr>
            <a:r>
              <a:rPr lang="en-US" sz="1550" dirty="0">
                <a:solidFill>
                  <a:schemeClr val="tx1"/>
                </a:solidFill>
              </a:rPr>
              <a:t>Login fali ho email no password; dadus HP la lakon.</a:t>
            </a:r>
            <a:endParaRPr lang="en-US" sz="1550" dirty="0"/>
          </a:p>
        </p:txBody>
      </p:sp>
      <p:sp>
        <p:nvSpPr>
          <p:cNvPr id="19" name="pb-4"/>
          <p:cNvSpPr/>
          <p:nvPr/>
        </p:nvSpPr>
        <p:spPr>
          <a:xfrm>
            <a:off x="548640" y="4562856"/>
            <a:ext cx="11094415" cy="676656"/>
          </a:xfrm>
          <a:prstGeom prst="roundRect">
            <a:avLst>
              <a:gd name="adj" fmla="val 16216"/>
            </a:avLst>
          </a:prstGeom>
          <a:solidFill>
            <a:schemeClr val="bg2"/>
          </a:solidFill>
          <a:ln w="12700">
            <a:solidFill>
              <a:schemeClr val="bg2"/>
            </a:solidFill>
            <a:prstDash val="solid"/>
          </a:ln>
        </p:spPr>
      </p:sp>
      <p:sp>
        <p:nvSpPr>
          <p:cNvPr id="20" name="Text 18"/>
          <p:cNvSpPr txBox="1"/>
          <p:nvPr/>
        </p:nvSpPr>
        <p:spPr>
          <a:xfrm>
            <a:off x="822960" y="4562856"/>
            <a:ext cx="4480560" cy="676656"/>
          </a:xfrm>
          <a:prstGeom prst="rect">
            <a:avLst/>
          </a:prstGeom>
          <a:noFill/>
          <a:ln/>
        </p:spPr>
        <p:txBody>
          <a:bodyPr wrap="square" lIns="0" tIns="0" rIns="0" bIns="0" rtlCol="0" anchor="ctr"/>
          <a:lstStyle/>
          <a:p>
            <a:pPr indent="0" marL="0">
              <a:buNone/>
            </a:pPr>
            <a:r>
              <a:rPr lang="en-US" sz="1550" b="1" dirty="0">
                <a:solidFill>
                  <a:schemeClr val="tx2"/>
                </a:solidFill>
              </a:rPr>
              <a:t>Sinkron falla</a:t>
            </a:r>
            <a:endParaRPr lang="en-US" sz="1550" dirty="0"/>
          </a:p>
        </p:txBody>
      </p:sp>
      <p:sp>
        <p:nvSpPr>
          <p:cNvPr id="21" name="pb-seta-4"/>
          <p:cNvSpPr/>
          <p:nvPr/>
        </p:nvSpPr>
        <p:spPr>
          <a:xfrm>
            <a:off x="5394960" y="4901184"/>
            <a:ext cx="502920" cy="914"/>
          </a:xfrm>
          <a:prstGeom prst="line">
            <a:avLst/>
          </a:prstGeom>
          <a:noFill/>
          <a:ln w="22225">
            <a:solidFill>
              <a:schemeClr val="accent1"/>
            </a:solidFill>
            <a:prstDash val="solid"/>
            <a:tailEnd type="triangle"/>
          </a:ln>
        </p:spPr>
      </p:sp>
      <p:sp>
        <p:nvSpPr>
          <p:cNvPr id="22" name="Text 20"/>
          <p:cNvSpPr txBox="1"/>
          <p:nvPr/>
        </p:nvSpPr>
        <p:spPr>
          <a:xfrm>
            <a:off x="6080760" y="4562856"/>
            <a:ext cx="5333695" cy="676656"/>
          </a:xfrm>
          <a:prstGeom prst="rect">
            <a:avLst/>
          </a:prstGeom>
          <a:noFill/>
          <a:ln/>
        </p:spPr>
        <p:txBody>
          <a:bodyPr wrap="square" lIns="0" tIns="0" rIns="0" bIns="0" rtlCol="0" anchor="ctr"/>
          <a:lstStyle/>
          <a:p>
            <a:pPr indent="0" marL="0">
              <a:buNone/>
            </a:pPr>
            <a:r>
              <a:rPr lang="en-US" sz="1550" dirty="0">
                <a:solidFill>
                  <a:schemeClr val="tx1"/>
                </a:solidFill>
              </a:rPr>
              <a:t>Haree sinál; koko fali. Kazu nafatin iha HP.</a:t>
            </a:r>
            <a:endParaRPr lang="en-US" sz="1550" dirty="0"/>
          </a:p>
        </p:txBody>
      </p:sp>
      <p:sp>
        <p:nvSpPr>
          <p:cNvPr id="23" name="pb-5"/>
          <p:cNvSpPr/>
          <p:nvPr/>
        </p:nvSpPr>
        <p:spPr>
          <a:xfrm>
            <a:off x="548640" y="5349240"/>
            <a:ext cx="11094415" cy="676656"/>
          </a:xfrm>
          <a:prstGeom prst="roundRect">
            <a:avLst>
              <a:gd name="adj" fmla="val 16216"/>
            </a:avLst>
          </a:prstGeom>
          <a:solidFill>
            <a:schemeClr val="bg1"/>
          </a:solidFill>
          <a:ln w="12700">
            <a:solidFill>
              <a:schemeClr val="bg1"/>
            </a:solidFill>
            <a:prstDash val="solid"/>
          </a:ln>
        </p:spPr>
      </p:sp>
      <p:sp>
        <p:nvSpPr>
          <p:cNvPr id="24" name="Text 22"/>
          <p:cNvSpPr txBox="1"/>
          <p:nvPr/>
        </p:nvSpPr>
        <p:spPr>
          <a:xfrm>
            <a:off x="822960" y="5349240"/>
            <a:ext cx="4480560" cy="676656"/>
          </a:xfrm>
          <a:prstGeom prst="rect">
            <a:avLst/>
          </a:prstGeom>
          <a:noFill/>
          <a:ln/>
        </p:spPr>
        <p:txBody>
          <a:bodyPr wrap="square" lIns="0" tIns="0" rIns="0" bIns="0" rtlCol="0" anchor="ctr"/>
          <a:lstStyle/>
          <a:p>
            <a:pPr indent="0" marL="0">
              <a:buNone/>
            </a:pPr>
            <a:r>
              <a:rPr lang="en-US" sz="1550" b="1" dirty="0">
                <a:solidFill>
                  <a:schemeClr val="tx2"/>
                </a:solidFill>
              </a:rPr>
              <a:t>Kazu Rejeitadu</a:t>
            </a:r>
            <a:endParaRPr lang="en-US" sz="1550" dirty="0"/>
          </a:p>
        </p:txBody>
      </p:sp>
      <p:sp>
        <p:nvSpPr>
          <p:cNvPr id="25" name="pb-seta-5"/>
          <p:cNvSpPr/>
          <p:nvPr/>
        </p:nvSpPr>
        <p:spPr>
          <a:xfrm>
            <a:off x="5394960" y="5687568"/>
            <a:ext cx="502920" cy="914"/>
          </a:xfrm>
          <a:prstGeom prst="line">
            <a:avLst/>
          </a:prstGeom>
          <a:noFill/>
          <a:ln w="22225">
            <a:solidFill>
              <a:schemeClr val="accent1"/>
            </a:solidFill>
            <a:prstDash val="solid"/>
            <a:tailEnd type="triangle"/>
          </a:ln>
        </p:spPr>
      </p:sp>
      <p:sp>
        <p:nvSpPr>
          <p:cNvPr id="26" name="Text 24"/>
          <p:cNvSpPr txBox="1"/>
          <p:nvPr/>
        </p:nvSpPr>
        <p:spPr>
          <a:xfrm>
            <a:off x="6080760" y="5349240"/>
            <a:ext cx="5333695" cy="676656"/>
          </a:xfrm>
          <a:prstGeom prst="rect">
            <a:avLst/>
          </a:prstGeom>
          <a:noFill/>
          <a:ln/>
        </p:spPr>
        <p:txBody>
          <a:bodyPr wrap="square" lIns="0" tIns="0" rIns="0" bIns="0" rtlCol="0" anchor="ctr"/>
          <a:lstStyle/>
          <a:p>
            <a:pPr indent="0" marL="0">
              <a:buNone/>
            </a:pPr>
            <a:r>
              <a:rPr lang="en-US" sz="1550" dirty="0">
                <a:solidFill>
                  <a:schemeClr val="tx1"/>
                </a:solidFill>
              </a:rPr>
              <a:t>Loke detalla, lee nota Admin, hadi'a no haruka fali.</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371600"/>
          </a:xfrm>
          <a:prstGeom prst="rect">
            <a:avLst/>
          </a:prstGeom>
          <a:noFill/>
          <a:ln/>
        </p:spPr>
        <p:txBody>
          <a:bodyPr wrap="square" lIns="0" tIns="0" rIns="0" bIns="0" rtlCol="0" anchor="b"/>
          <a:lstStyle/>
          <a:p>
            <a:pPr algn="l" indent="0" marL="0">
              <a:buNone/>
            </a:pPr>
            <a:r>
              <a:rPr lang="en-US" sz="5000" b="1" dirty="0">
                <a:solidFill>
                  <a:schemeClr val="bg1"/>
                </a:solidFill>
              </a:rPr>
              <a:t>Obrigadu barak!</a:t>
            </a:r>
            <a:endParaRPr lang="en-US" sz="5000" dirty="0"/>
          </a:p>
        </p:txBody>
      </p:sp>
      <p:sp>
        <p:nvSpPr>
          <p:cNvPr id="3" name="Text 0"/>
          <p:cNvSpPr/>
          <p:nvPr>
            <p:ph idx="101" type="body" hasCustomPrompt="1"/>
          </p:nvPr>
        </p:nvSpPr>
        <p:spPr>
          <a:xfrm>
            <a:off x="548640" y="3520440"/>
            <a:ext cx="7680960" cy="1645920"/>
          </a:xfrm>
          <a:prstGeom prst="rect">
            <a:avLst/>
          </a:prstGeom>
          <a:noFill/>
          <a:ln/>
        </p:spPr>
        <p:txBody>
          <a:bodyPr wrap="square" lIns="0" tIns="0" rIns="0" bIns="0" rtlCol="0" anchor="t"/>
          <a:lstStyle/>
          <a:p>
            <a:pPr indent="0" marL="0">
              <a:buNone/>
            </a:pPr>
            <a:r>
              <a:rPr lang="en-US" sz="2000" dirty="0">
                <a:solidFill>
                  <a:schemeClr val="bg2"/>
                </a:solidFill>
              </a:rPr>
              <a:t>Dadus loos, seguru no ho konsentimentu = proteje komunidade</a:t>
            </a:r>
            <a:endParaRPr lang="en-US" sz="2000" dirty="0"/>
          </a:p>
          <a:p>
            <a:pPr indent="0" marL="0">
              <a:buNone/>
            </a:pPr>
            <a:r>
              <a:rPr lang="en-US" sz="2000" b="1" dirty="0">
                <a:solidFill>
                  <a:schemeClr val="accent2"/>
                </a:solidFill>
              </a:rPr>
              <a:t>Perguntas?</a:t>
            </a:r>
            <a:endParaRPr lang="en-US" sz="2000" dirty="0"/>
          </a:p>
        </p:txBody>
      </p:sp>
      <p:sp>
        <p:nvSpPr>
          <p:cNvPr id="4" name="lb-0-sirkulu"/>
          <p:cNvSpPr/>
          <p:nvPr/>
        </p:nvSpPr>
        <p:spPr>
          <a:xfrm>
            <a:off x="8366760" y="1005840"/>
            <a:ext cx="822960" cy="822960"/>
          </a:xfrm>
          <a:prstGeom prst="ellipse">
            <a:avLst/>
          </a:prstGeom>
          <a:solidFill>
            <a:schemeClr val="accent1"/>
          </a:solidFill>
          <a:ln w="12700">
            <a:solidFill>
              <a:schemeClr val="accent1"/>
            </a:solidFill>
            <a:prstDash val="solid"/>
          </a:ln>
        </p:spPr>
      </p:sp>
      <p:pic>
        <p:nvPicPr>
          <p:cNvPr id="5" name="lb-0-ikone" descr="preencoded.png">    </p:cNvPr>
          <p:cNvPicPr>
            <a:picLocks noChangeAspect="1"/>
          </p:cNvPicPr>
          <p:nvPr/>
        </p:nvPicPr>
        <p:blipFill>
          <a:blip r:embed="rId1"/>
          <a:stretch>
            <a:fillRect/>
          </a:stretch>
        </p:blipFill>
        <p:spPr>
          <a:xfrm>
            <a:off x="8564270" y="1203350"/>
            <a:ext cx="427939" cy="427939"/>
          </a:xfrm>
          <a:prstGeom prst="rect">
            <a:avLst/>
          </a:prstGeom>
        </p:spPr>
      </p:pic>
      <p:sp>
        <p:nvSpPr>
          <p:cNvPr id="6" name="Text 3"/>
          <p:cNvSpPr txBox="1"/>
          <p:nvPr/>
        </p:nvSpPr>
        <p:spPr>
          <a:xfrm>
            <a:off x="9372600" y="1078992"/>
            <a:ext cx="2560320" cy="365760"/>
          </a:xfrm>
          <a:prstGeom prst="rect">
            <a:avLst/>
          </a:prstGeom>
          <a:noFill/>
          <a:ln/>
        </p:spPr>
        <p:txBody>
          <a:bodyPr wrap="square" lIns="0" tIns="0" rIns="0" bIns="0" rtlCol="0" anchor="t"/>
          <a:lstStyle/>
          <a:p>
            <a:pPr indent="0" marL="0">
              <a:buNone/>
            </a:pPr>
            <a:r>
              <a:rPr lang="en-US" sz="1600" b="1" dirty="0">
                <a:solidFill>
                  <a:schemeClr val="bg1"/>
                </a:solidFill>
              </a:rPr>
              <a:t>Troka password</a:t>
            </a:r>
            <a:endParaRPr lang="en-US" sz="1600" dirty="0"/>
          </a:p>
        </p:txBody>
      </p:sp>
      <p:sp>
        <p:nvSpPr>
          <p:cNvPr id="7" name="Text 4"/>
          <p:cNvSpPr txBox="1"/>
          <p:nvPr/>
        </p:nvSpPr>
        <p:spPr>
          <a:xfrm>
            <a:off x="9372600" y="1444752"/>
            <a:ext cx="2560320" cy="320040"/>
          </a:xfrm>
          <a:prstGeom prst="rect">
            <a:avLst/>
          </a:prstGeom>
          <a:noFill/>
          <a:ln/>
        </p:spPr>
        <p:txBody>
          <a:bodyPr wrap="square" lIns="0" tIns="0" rIns="0" bIns="0" rtlCol="0" anchor="t"/>
          <a:lstStyle/>
          <a:p>
            <a:pPr indent="0" marL="0">
              <a:buNone/>
            </a:pPr>
            <a:r>
              <a:rPr lang="en-US" sz="1300" dirty="0">
                <a:solidFill>
                  <a:schemeClr val="bg2"/>
                </a:solidFill>
              </a:rPr>
              <a:t>iha login dahuluk</a:t>
            </a:r>
            <a:endParaRPr lang="en-US" sz="1300" dirty="0"/>
          </a:p>
        </p:txBody>
      </p:sp>
      <p:sp>
        <p:nvSpPr>
          <p:cNvPr id="8" name="lb-1-sirkulu"/>
          <p:cNvSpPr/>
          <p:nvPr/>
        </p:nvSpPr>
        <p:spPr>
          <a:xfrm>
            <a:off x="8366760" y="2240280"/>
            <a:ext cx="822960" cy="822960"/>
          </a:xfrm>
          <a:prstGeom prst="ellipse">
            <a:avLst/>
          </a:prstGeom>
          <a:solidFill>
            <a:schemeClr val="accent5"/>
          </a:solidFill>
          <a:ln w="12700">
            <a:solidFill>
              <a:schemeClr val="accent5"/>
            </a:solidFill>
            <a:prstDash val="solid"/>
          </a:ln>
        </p:spPr>
      </p:sp>
      <p:pic>
        <p:nvPicPr>
          <p:cNvPr id="9" name="lb-1-ikone" descr="preencoded.png">    </p:cNvPr>
          <p:cNvPicPr>
            <a:picLocks noChangeAspect="1"/>
          </p:cNvPicPr>
          <p:nvPr/>
        </p:nvPicPr>
        <p:blipFill>
          <a:blip r:embed="rId2"/>
          <a:stretch>
            <a:fillRect/>
          </a:stretch>
        </p:blipFill>
        <p:spPr>
          <a:xfrm>
            <a:off x="8564270" y="2437790"/>
            <a:ext cx="427939" cy="427939"/>
          </a:xfrm>
          <a:prstGeom prst="rect">
            <a:avLst/>
          </a:prstGeom>
        </p:spPr>
      </p:pic>
      <p:sp>
        <p:nvSpPr>
          <p:cNvPr id="10" name="Text 6"/>
          <p:cNvSpPr txBox="1"/>
          <p:nvPr/>
        </p:nvSpPr>
        <p:spPr>
          <a:xfrm>
            <a:off x="9372600" y="2313432"/>
            <a:ext cx="2560320" cy="365760"/>
          </a:xfrm>
          <a:prstGeom prst="rect">
            <a:avLst/>
          </a:prstGeom>
          <a:noFill/>
          <a:ln/>
        </p:spPr>
        <p:txBody>
          <a:bodyPr wrap="square" lIns="0" tIns="0" rIns="0" bIns="0" rtlCol="0" anchor="t"/>
          <a:lstStyle/>
          <a:p>
            <a:pPr indent="0" marL="0">
              <a:buNone/>
            </a:pPr>
            <a:r>
              <a:rPr lang="en-US" sz="1600" b="1" dirty="0">
                <a:solidFill>
                  <a:schemeClr val="bg1"/>
                </a:solidFill>
              </a:rPr>
              <a:t>Rai PIN seguru</a:t>
            </a:r>
            <a:endParaRPr lang="en-US" sz="1600" dirty="0"/>
          </a:p>
        </p:txBody>
      </p:sp>
      <p:sp>
        <p:nvSpPr>
          <p:cNvPr id="11" name="Text 7"/>
          <p:cNvSpPr txBox="1"/>
          <p:nvPr/>
        </p:nvSpPr>
        <p:spPr>
          <a:xfrm>
            <a:off x="9372600" y="2679192"/>
            <a:ext cx="2560320" cy="320040"/>
          </a:xfrm>
          <a:prstGeom prst="rect">
            <a:avLst/>
          </a:prstGeom>
          <a:noFill/>
          <a:ln/>
        </p:spPr>
        <p:txBody>
          <a:bodyPr wrap="square" lIns="0" tIns="0" rIns="0" bIns="0" rtlCol="0" anchor="t"/>
          <a:lstStyle/>
          <a:p>
            <a:pPr indent="0" marL="0">
              <a:buNone/>
            </a:pPr>
            <a:r>
              <a:rPr lang="en-US" sz="1300" dirty="0">
                <a:solidFill>
                  <a:schemeClr val="bg2"/>
                </a:solidFill>
              </a:rPr>
              <a:t>keta fahe</a:t>
            </a:r>
            <a:endParaRPr lang="en-US" sz="1300" dirty="0"/>
          </a:p>
        </p:txBody>
      </p:sp>
      <p:sp>
        <p:nvSpPr>
          <p:cNvPr id="12" name="lb-2-sirkulu"/>
          <p:cNvSpPr/>
          <p:nvPr/>
        </p:nvSpPr>
        <p:spPr>
          <a:xfrm>
            <a:off x="8366760" y="3474720"/>
            <a:ext cx="822960" cy="822960"/>
          </a:xfrm>
          <a:prstGeom prst="ellipse">
            <a:avLst/>
          </a:prstGeom>
          <a:solidFill>
            <a:schemeClr val="accent6"/>
          </a:solidFill>
          <a:ln w="12700">
            <a:solidFill>
              <a:schemeClr val="accent6"/>
            </a:solidFill>
            <a:prstDash val="solid"/>
          </a:ln>
        </p:spPr>
      </p:sp>
      <p:pic>
        <p:nvPicPr>
          <p:cNvPr id="13" name="lb-2-ikone" descr="preencoded.png">    </p:cNvPr>
          <p:cNvPicPr>
            <a:picLocks noChangeAspect="1"/>
          </p:cNvPicPr>
          <p:nvPr/>
        </p:nvPicPr>
        <p:blipFill>
          <a:blip r:embed="rId3"/>
          <a:stretch>
            <a:fillRect/>
          </a:stretch>
        </p:blipFill>
        <p:spPr>
          <a:xfrm>
            <a:off x="8564270" y="3672230"/>
            <a:ext cx="427939" cy="427939"/>
          </a:xfrm>
          <a:prstGeom prst="rect">
            <a:avLst/>
          </a:prstGeom>
        </p:spPr>
      </p:pic>
      <p:sp>
        <p:nvSpPr>
          <p:cNvPr id="14" name="Text 9"/>
          <p:cNvSpPr txBox="1"/>
          <p:nvPr/>
        </p:nvSpPr>
        <p:spPr>
          <a:xfrm>
            <a:off x="9372600" y="3547872"/>
            <a:ext cx="2560320" cy="365760"/>
          </a:xfrm>
          <a:prstGeom prst="rect">
            <a:avLst/>
          </a:prstGeom>
          <a:noFill/>
          <a:ln/>
        </p:spPr>
        <p:txBody>
          <a:bodyPr wrap="square" lIns="0" tIns="0" rIns="0" bIns="0" rtlCol="0" anchor="t"/>
          <a:lstStyle/>
          <a:p>
            <a:pPr indent="0" marL="0">
              <a:buNone/>
            </a:pPr>
            <a:r>
              <a:rPr lang="en-US" sz="1600" b="1" dirty="0">
                <a:solidFill>
                  <a:schemeClr val="bg1"/>
                </a:solidFill>
              </a:rPr>
              <a:t>Sinkron</a:t>
            </a:r>
            <a:endParaRPr lang="en-US" sz="1600" dirty="0"/>
          </a:p>
        </p:txBody>
      </p:sp>
      <p:sp>
        <p:nvSpPr>
          <p:cNvPr id="15" name="Text 10"/>
          <p:cNvSpPr txBox="1"/>
          <p:nvPr/>
        </p:nvSpPr>
        <p:spPr>
          <a:xfrm>
            <a:off x="9372600" y="3913632"/>
            <a:ext cx="2560320" cy="320040"/>
          </a:xfrm>
          <a:prstGeom prst="rect">
            <a:avLst/>
          </a:prstGeom>
          <a:noFill/>
          <a:ln/>
        </p:spPr>
        <p:txBody>
          <a:bodyPr wrap="square" lIns="0" tIns="0" rIns="0" bIns="0" rtlCol="0" anchor="t"/>
          <a:lstStyle/>
          <a:p>
            <a:pPr indent="0" marL="0">
              <a:buNone/>
            </a:pPr>
            <a:r>
              <a:rPr lang="en-US" sz="1300" dirty="0">
                <a:solidFill>
                  <a:schemeClr val="bg2"/>
                </a:solidFill>
              </a:rPr>
              <a:t>loron-loron</a:t>
            </a:r>
            <a:endParaRPr lang="en-US" sz="1300" dirty="0"/>
          </a:p>
        </p:txBody>
      </p:sp>
      <p:sp>
        <p:nvSpPr>
          <p:cNvPr id="16" name="lb-3-sirkulu"/>
          <p:cNvSpPr/>
          <p:nvPr/>
        </p:nvSpPr>
        <p:spPr>
          <a:xfrm>
            <a:off x="8366760" y="4709160"/>
            <a:ext cx="822960" cy="822960"/>
          </a:xfrm>
          <a:prstGeom prst="ellipse">
            <a:avLst/>
          </a:prstGeom>
          <a:solidFill>
            <a:schemeClr val="accent3"/>
          </a:solidFill>
          <a:ln w="12700">
            <a:solidFill>
              <a:schemeClr val="accent3"/>
            </a:solidFill>
            <a:prstDash val="solid"/>
          </a:ln>
        </p:spPr>
      </p:sp>
      <p:pic>
        <p:nvPicPr>
          <p:cNvPr id="17" name="lb-3-ikone" descr="preencoded.png">    </p:cNvPr>
          <p:cNvPicPr>
            <a:picLocks noChangeAspect="1"/>
          </p:cNvPicPr>
          <p:nvPr/>
        </p:nvPicPr>
        <p:blipFill>
          <a:blip r:embed="rId4"/>
          <a:stretch>
            <a:fillRect/>
          </a:stretch>
        </p:blipFill>
        <p:spPr>
          <a:xfrm>
            <a:off x="8564270" y="4906670"/>
            <a:ext cx="427939" cy="427939"/>
          </a:xfrm>
          <a:prstGeom prst="rect">
            <a:avLst/>
          </a:prstGeom>
        </p:spPr>
      </p:pic>
      <p:sp>
        <p:nvSpPr>
          <p:cNvPr id="18" name="Text 12"/>
          <p:cNvSpPr txBox="1"/>
          <p:nvPr/>
        </p:nvSpPr>
        <p:spPr>
          <a:xfrm>
            <a:off x="9372600" y="4782312"/>
            <a:ext cx="2560320" cy="365760"/>
          </a:xfrm>
          <a:prstGeom prst="rect">
            <a:avLst/>
          </a:prstGeom>
          <a:noFill/>
          <a:ln/>
        </p:spPr>
        <p:txBody>
          <a:bodyPr wrap="square" lIns="0" tIns="0" rIns="0" bIns="0" rtlCol="0" anchor="t"/>
          <a:lstStyle/>
          <a:p>
            <a:pPr indent="0" marL="0">
              <a:buNone/>
            </a:pPr>
            <a:r>
              <a:rPr lang="en-US" sz="1600" b="1" dirty="0">
                <a:solidFill>
                  <a:schemeClr val="bg1"/>
                </a:solidFill>
              </a:rPr>
              <a:t>Konsentimentu</a:t>
            </a:r>
            <a:endParaRPr lang="en-US" sz="1600" dirty="0"/>
          </a:p>
        </p:txBody>
      </p:sp>
      <p:sp>
        <p:nvSpPr>
          <p:cNvPr id="19" name="Text 13"/>
          <p:cNvSpPr txBox="1"/>
          <p:nvPr/>
        </p:nvSpPr>
        <p:spPr>
          <a:xfrm>
            <a:off x="9372600" y="5148072"/>
            <a:ext cx="2560320" cy="320040"/>
          </a:xfrm>
          <a:prstGeom prst="rect">
            <a:avLst/>
          </a:prstGeom>
          <a:noFill/>
          <a:ln/>
        </p:spPr>
        <p:txBody>
          <a:bodyPr wrap="square" lIns="0" tIns="0" rIns="0" bIns="0" rtlCol="0" anchor="t"/>
          <a:lstStyle/>
          <a:p>
            <a:pPr indent="0" marL="0">
              <a:buNone/>
            </a:pPr>
            <a:r>
              <a:rPr lang="en-US" sz="1300" dirty="0">
                <a:solidFill>
                  <a:schemeClr val="bg2"/>
                </a:solidFill>
              </a:rPr>
              <a:t>molok foti dadus</a:t>
            </a:r>
            <a:endParaRPr lang="en-US" sz="1300" dirty="0"/>
          </a:p>
        </p:txBody>
      </p:sp>
    </p:spTree>
  </p:cSld>
  <p:clrMapOvr>
    <a:masterClrMapping/>
  </p:clrMapOvr>
</p:sld>
</file>

<file path=ppt/theme/theme1.xml><?xml version="1.0" encoding="utf-8"?>
<a:theme xmlns:a="http://schemas.openxmlformats.org/drawingml/2006/main" name="Rede ba Rai">
  <a:themeElements>
    <a:clrScheme name="Rede ba Rai">
      <a:dk1>
        <a:srgbClr val="1F2A26"/>
      </a:dk1>
      <a:lt1>
        <a:srgbClr val="FFFFFF"/>
      </a:lt1>
      <a:dk2>
        <a:srgbClr val="0B4F3C"/>
      </a:dk2>
      <a:lt2>
        <a:srgbClr val="EAF5EF"/>
      </a:lt2>
      <a:accent1>
        <a:srgbClr val="0E8A68"/>
      </a:accent1>
      <a:accent2>
        <a:srgbClr val="82DA36"/>
      </a:accent2>
      <a:accent3>
        <a:srgbClr val="E8772E"/>
      </a:accent3>
      <a:accent4>
        <a:srgbClr val="D63C3C"/>
      </a:accent4>
      <a:accent5>
        <a:srgbClr val="2F6AA6"/>
      </a:accent5>
      <a:accent6>
        <a:srgbClr val="C99A06"/>
      </a:accent6>
      <a:hlink>
        <a:srgbClr val="0E8A68"/>
      </a:hlink>
      <a:folHlink>
        <a:srgbClr val="0B6B50"/>
      </a:folHlink>
    </a:clrScheme>
    <a:fontScheme name="Rede ba R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Rede ba Rai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SIBAR-RbR — Formasaun ba Investigadór</dc:title>
  <dc:subject>PptxGenJS Presentation</dc:subject>
  <dc:creator>Rede ba Rai</dc:creator>
  <cp:lastModifiedBy>Rede ba Rai</cp:lastModifiedBy>
  <cp:revision>1</cp:revision>
  <dcterms:created xsi:type="dcterms:W3CDTF">2026-10-26T02:55:36Z</dcterms:created>
  <dcterms:modified xsi:type="dcterms:W3CDTF">2026-10-26T02:55:36Z</dcterms:modified>
</cp:coreProperties>
</file>